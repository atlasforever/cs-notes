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2871" r:id="rId2"/>
    <p:sldId id="2872" r:id="rId3"/>
    <p:sldId id="2873" r:id="rId4"/>
    <p:sldId id="586" r:id="rId5"/>
    <p:sldId id="2912" r:id="rId6"/>
    <p:sldId id="2878" r:id="rId7"/>
    <p:sldId id="2879" r:id="rId8"/>
    <p:sldId id="2880" r:id="rId9"/>
    <p:sldId id="2881" r:id="rId10"/>
    <p:sldId id="2882" r:id="rId11"/>
    <p:sldId id="2883" r:id="rId12"/>
    <p:sldId id="2884" r:id="rId13"/>
    <p:sldId id="2911" r:id="rId14"/>
    <p:sldId id="2854" r:id="rId15"/>
    <p:sldId id="2885" r:id="rId16"/>
    <p:sldId id="2886" r:id="rId17"/>
    <p:sldId id="2909" r:id="rId18"/>
    <p:sldId id="2888" r:id="rId19"/>
    <p:sldId id="2889" r:id="rId20"/>
    <p:sldId id="2859" r:id="rId21"/>
    <p:sldId id="2892" r:id="rId22"/>
    <p:sldId id="2893" r:id="rId23"/>
    <p:sldId id="2895" r:id="rId24"/>
    <p:sldId id="2896" r:id="rId25"/>
    <p:sldId id="2898" r:id="rId26"/>
    <p:sldId id="2900" r:id="rId27"/>
    <p:sldId id="2901" r:id="rId28"/>
    <p:sldId id="2902" r:id="rId29"/>
    <p:sldId id="2904" r:id="rId30"/>
    <p:sldId id="2907" r:id="rId31"/>
    <p:sldId id="2913" r:id="rId32"/>
    <p:sldId id="2908" r:id="rId33"/>
    <p:sldId id="2782" r:id="rId34"/>
    <p:sldId id="261" r:id="rId35"/>
    <p:sldId id="2940" r:id="rId36"/>
    <p:sldId id="2941" r:id="rId37"/>
    <p:sldId id="1168" r:id="rId38"/>
    <p:sldId id="2919" r:id="rId39"/>
    <p:sldId id="2923" r:id="rId40"/>
    <p:sldId id="2926" r:id="rId41"/>
    <p:sldId id="2927" r:id="rId42"/>
    <p:sldId id="2928" r:id="rId43"/>
    <p:sldId id="2929" r:id="rId44"/>
    <p:sldId id="2930" r:id="rId45"/>
    <p:sldId id="2931" r:id="rId46"/>
    <p:sldId id="2920" r:id="rId47"/>
    <p:sldId id="2924" r:id="rId48"/>
    <p:sldId id="2932" r:id="rId49"/>
    <p:sldId id="2933" r:id="rId50"/>
    <p:sldId id="2934" r:id="rId51"/>
    <p:sldId id="2921" r:id="rId52"/>
    <p:sldId id="2925" r:id="rId53"/>
    <p:sldId id="2935" r:id="rId54"/>
    <p:sldId id="2936" r:id="rId55"/>
    <p:sldId id="2937" r:id="rId56"/>
    <p:sldId id="2938" r:id="rId57"/>
    <p:sldId id="2939" r:id="rId58"/>
    <p:sldId id="2243" r:id="rId59"/>
    <p:sldId id="2245" r:id="rId60"/>
    <p:sldId id="2258" r:id="rId61"/>
    <p:sldId id="2262" r:id="rId62"/>
    <p:sldId id="2270" r:id="rId63"/>
    <p:sldId id="2914" r:id="rId64"/>
    <p:sldId id="2830" r:id="rId65"/>
    <p:sldId id="2798" r:id="rId66"/>
    <p:sldId id="2799" r:id="rId67"/>
    <p:sldId id="2800" r:id="rId68"/>
    <p:sldId id="2801" r:id="rId69"/>
    <p:sldId id="2802" r:id="rId70"/>
    <p:sldId id="2803" r:id="rId71"/>
    <p:sldId id="2805" r:id="rId72"/>
    <p:sldId id="2806" r:id="rId73"/>
    <p:sldId id="2807" r:id="rId74"/>
    <p:sldId id="2808" r:id="rId75"/>
    <p:sldId id="2795" r:id="rId76"/>
    <p:sldId id="2857" r:id="rId77"/>
    <p:sldId id="2824" r:id="rId78"/>
    <p:sldId id="2825" r:id="rId79"/>
    <p:sldId id="2822" r:id="rId80"/>
    <p:sldId id="2942" r:id="rId8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404040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4" autoAdjust="0"/>
    <p:restoredTop sz="90839" autoAdjust="0"/>
  </p:normalViewPr>
  <p:slideViewPr>
    <p:cSldViewPr>
      <p:cViewPr varScale="1">
        <p:scale>
          <a:sx n="106" d="100"/>
          <a:sy n="106" d="100"/>
        </p:scale>
        <p:origin x="176" y="129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鼎基" userId="e6049a4411daca1f" providerId="LiveId" clId="{3D60235A-576C-404F-93D7-8E98A135F564}"/>
    <pc:docChg chg="undo redo custSel addSld delSld modSld sldOrd">
      <pc:chgData name="李 鼎基" userId="e6049a4411daca1f" providerId="LiveId" clId="{3D60235A-576C-404F-93D7-8E98A135F564}" dt="2020-05-25T05:24:25.023" v="1438" actId="20577"/>
      <pc:docMkLst>
        <pc:docMk/>
      </pc:docMkLst>
      <pc:sldChg chg="del">
        <pc:chgData name="李 鼎基" userId="e6049a4411daca1f" providerId="LiveId" clId="{3D60235A-576C-404F-93D7-8E98A135F564}" dt="2020-05-25T05:15:58.336" v="1254" actId="2696"/>
        <pc:sldMkLst>
          <pc:docMk/>
          <pc:sldMk cId="256381600" sldId="1371"/>
        </pc:sldMkLst>
      </pc:sldChg>
      <pc:sldChg chg="del">
        <pc:chgData name="李 鼎基" userId="e6049a4411daca1f" providerId="LiveId" clId="{3D60235A-576C-404F-93D7-8E98A135F564}" dt="2020-05-25T04:47:45.551" v="824" actId="2696"/>
        <pc:sldMkLst>
          <pc:docMk/>
          <pc:sldMk cId="1034927288" sldId="2668"/>
        </pc:sldMkLst>
      </pc:sldChg>
      <pc:sldChg chg="del">
        <pc:chgData name="李 鼎基" userId="e6049a4411daca1f" providerId="LiveId" clId="{3D60235A-576C-404F-93D7-8E98A135F564}" dt="2020-05-25T05:15:58.529" v="1256" actId="2696"/>
        <pc:sldMkLst>
          <pc:docMk/>
          <pc:sldMk cId="4270716737" sldId="2670"/>
        </pc:sldMkLst>
      </pc:sldChg>
      <pc:sldChg chg="del">
        <pc:chgData name="李 鼎基" userId="e6049a4411daca1f" providerId="LiveId" clId="{3D60235A-576C-404F-93D7-8E98A135F564}" dt="2020-05-25T05:15:49.400" v="1253" actId="2696"/>
        <pc:sldMkLst>
          <pc:docMk/>
          <pc:sldMk cId="463792602" sldId="2671"/>
        </pc:sldMkLst>
      </pc:sldChg>
      <pc:sldChg chg="del">
        <pc:chgData name="李 鼎基" userId="e6049a4411daca1f" providerId="LiveId" clId="{3D60235A-576C-404F-93D7-8E98A135F564}" dt="2020-05-25T04:47:45.571" v="825" actId="2696"/>
        <pc:sldMkLst>
          <pc:docMk/>
          <pc:sldMk cId="3112287188" sldId="2765"/>
        </pc:sldMkLst>
      </pc:sldChg>
      <pc:sldChg chg="modSp del">
        <pc:chgData name="李 鼎基" userId="e6049a4411daca1f" providerId="LiveId" clId="{3D60235A-576C-404F-93D7-8E98A135F564}" dt="2020-05-25T05:15:49.350" v="1251" actId="2696"/>
        <pc:sldMkLst>
          <pc:docMk/>
          <pc:sldMk cId="715154468" sldId="2766"/>
        </pc:sldMkLst>
        <pc:spChg chg="mod">
          <ac:chgData name="李 鼎基" userId="e6049a4411daca1f" providerId="LiveId" clId="{3D60235A-576C-404F-93D7-8E98A135F564}" dt="2020-05-25T04:51:47.970" v="898" actId="20577"/>
          <ac:spMkLst>
            <pc:docMk/>
            <pc:sldMk cId="715154468" sldId="2766"/>
            <ac:spMk id="2" creationId="{179A18B2-4B3B-4C46-B30C-9C75620727DD}"/>
          </ac:spMkLst>
        </pc:spChg>
      </pc:sldChg>
      <pc:sldChg chg="del">
        <pc:chgData name="李 鼎基" userId="e6049a4411daca1f" providerId="LiveId" clId="{3D60235A-576C-404F-93D7-8E98A135F564}" dt="2020-05-25T05:15:49.377" v="1252" actId="2696"/>
        <pc:sldMkLst>
          <pc:docMk/>
          <pc:sldMk cId="2650555672" sldId="2767"/>
        </pc:sldMkLst>
      </pc:sldChg>
      <pc:sldChg chg="del">
        <pc:chgData name="李 鼎基" userId="e6049a4411daca1f" providerId="LiveId" clId="{3D60235A-576C-404F-93D7-8E98A135F564}" dt="2020-05-25T05:23:47.959" v="1403" actId="2696"/>
        <pc:sldMkLst>
          <pc:docMk/>
          <pc:sldMk cId="2011717088" sldId="2768"/>
        </pc:sldMkLst>
      </pc:sldChg>
      <pc:sldChg chg="del">
        <pc:chgData name="李 鼎基" userId="e6049a4411daca1f" providerId="LiveId" clId="{3D60235A-576C-404F-93D7-8E98A135F564}" dt="2020-05-25T05:15:58.381" v="1255" actId="2696"/>
        <pc:sldMkLst>
          <pc:docMk/>
          <pc:sldMk cId="3073709391" sldId="2769"/>
        </pc:sldMkLst>
      </pc:sldChg>
      <pc:sldChg chg="del">
        <pc:chgData name="李 鼎基" userId="e6049a4411daca1f" providerId="LiveId" clId="{3D60235A-576C-404F-93D7-8E98A135F564}" dt="2020-05-25T05:15:58.636" v="1261" actId="2696"/>
        <pc:sldMkLst>
          <pc:docMk/>
          <pc:sldMk cId="127672844" sldId="2770"/>
        </pc:sldMkLst>
      </pc:sldChg>
      <pc:sldChg chg="del">
        <pc:chgData name="李 鼎基" userId="e6049a4411daca1f" providerId="LiveId" clId="{3D60235A-576C-404F-93D7-8E98A135F564}" dt="2020-05-25T05:23:42.607" v="1397" actId="2696"/>
        <pc:sldMkLst>
          <pc:docMk/>
          <pc:sldMk cId="4012725698" sldId="2772"/>
        </pc:sldMkLst>
      </pc:sldChg>
      <pc:sldChg chg="del">
        <pc:chgData name="李 鼎基" userId="e6049a4411daca1f" providerId="LiveId" clId="{3D60235A-576C-404F-93D7-8E98A135F564}" dt="2020-05-25T05:16:35.132" v="1292" actId="2696"/>
        <pc:sldMkLst>
          <pc:docMk/>
          <pc:sldMk cId="962753197" sldId="2773"/>
        </pc:sldMkLst>
      </pc:sldChg>
      <pc:sldChg chg="del">
        <pc:chgData name="李 鼎基" userId="e6049a4411daca1f" providerId="LiveId" clId="{3D60235A-576C-404F-93D7-8E98A135F564}" dt="2020-05-25T05:15:58.675" v="1263" actId="2696"/>
        <pc:sldMkLst>
          <pc:docMk/>
          <pc:sldMk cId="4066334818" sldId="2776"/>
        </pc:sldMkLst>
      </pc:sldChg>
      <pc:sldChg chg="del">
        <pc:chgData name="李 鼎基" userId="e6049a4411daca1f" providerId="LiveId" clId="{3D60235A-576C-404F-93D7-8E98A135F564}" dt="2020-05-25T05:15:58.650" v="1262" actId="2696"/>
        <pc:sldMkLst>
          <pc:docMk/>
          <pc:sldMk cId="3892253594" sldId="2778"/>
        </pc:sldMkLst>
      </pc:sldChg>
      <pc:sldChg chg="del">
        <pc:chgData name="李 鼎基" userId="e6049a4411daca1f" providerId="LiveId" clId="{3D60235A-576C-404F-93D7-8E98A135F564}" dt="2020-05-25T05:16:35.146" v="1293" actId="2696"/>
        <pc:sldMkLst>
          <pc:docMk/>
          <pc:sldMk cId="958548475" sldId="2781"/>
        </pc:sldMkLst>
      </pc:sldChg>
      <pc:sldChg chg="del">
        <pc:chgData name="李 鼎基" userId="e6049a4411daca1f" providerId="LiveId" clId="{3D60235A-576C-404F-93D7-8E98A135F564}" dt="2020-05-25T05:15:58.618" v="1260" actId="2696"/>
        <pc:sldMkLst>
          <pc:docMk/>
          <pc:sldMk cId="1130175438" sldId="2797"/>
        </pc:sldMkLst>
      </pc:sldChg>
      <pc:sldChg chg="add del">
        <pc:chgData name="李 鼎基" userId="e6049a4411daca1f" providerId="LiveId" clId="{3D60235A-576C-404F-93D7-8E98A135F564}" dt="2020-05-25T05:23:26.267" v="1391" actId="2696"/>
        <pc:sldMkLst>
          <pc:docMk/>
          <pc:sldMk cId="526085002" sldId="2813"/>
        </pc:sldMkLst>
      </pc:sldChg>
      <pc:sldChg chg="add">
        <pc:chgData name="李 鼎基" userId="e6049a4411daca1f" providerId="LiveId" clId="{3D60235A-576C-404F-93D7-8E98A135F564}" dt="2020-05-25T05:23:36.010" v="1395"/>
        <pc:sldMkLst>
          <pc:docMk/>
          <pc:sldMk cId="2269424290" sldId="2813"/>
        </pc:sldMkLst>
      </pc:sldChg>
      <pc:sldChg chg="del">
        <pc:chgData name="李 鼎基" userId="e6049a4411daca1f" providerId="LiveId" clId="{3D60235A-576C-404F-93D7-8E98A135F564}" dt="2020-05-25T05:22:46.181" v="1385" actId="2696"/>
        <pc:sldMkLst>
          <pc:docMk/>
          <pc:sldMk cId="2325148303" sldId="2813"/>
        </pc:sldMkLst>
      </pc:sldChg>
      <pc:sldChg chg="del">
        <pc:chgData name="李 鼎基" userId="e6049a4411daca1f" providerId="LiveId" clId="{3D60235A-576C-404F-93D7-8E98A135F564}" dt="2020-05-25T05:23:42.596" v="1396" actId="2696"/>
        <pc:sldMkLst>
          <pc:docMk/>
          <pc:sldMk cId="2194795031" sldId="2814"/>
        </pc:sldMkLst>
      </pc:sldChg>
      <pc:sldChg chg="addSp delSp modSp add">
        <pc:chgData name="李 鼎基" userId="e6049a4411daca1f" providerId="LiveId" clId="{3D60235A-576C-404F-93D7-8E98A135F564}" dt="2020-05-25T04:30:38.832" v="316"/>
        <pc:sldMkLst>
          <pc:docMk/>
          <pc:sldMk cId="2417741344" sldId="2815"/>
        </pc:sldMkLst>
        <pc:spChg chg="del">
          <ac:chgData name="李 鼎基" userId="e6049a4411daca1f" providerId="LiveId" clId="{3D60235A-576C-404F-93D7-8E98A135F564}" dt="2020-05-25T04:24:32.697" v="118"/>
          <ac:spMkLst>
            <pc:docMk/>
            <pc:sldMk cId="2417741344" sldId="2815"/>
            <ac:spMk id="29" creationId="{34566D21-2CE1-6644-9DF2-CE7DC4847840}"/>
          </ac:spMkLst>
        </pc:spChg>
        <pc:spChg chg="del">
          <ac:chgData name="李 鼎基" userId="e6049a4411daca1f" providerId="LiveId" clId="{3D60235A-576C-404F-93D7-8E98A135F564}" dt="2020-05-25T04:24:32.697" v="118"/>
          <ac:spMkLst>
            <pc:docMk/>
            <pc:sldMk cId="2417741344" sldId="2815"/>
            <ac:spMk id="30" creationId="{3D395AFC-952B-4F40-B4CE-3224C8390B55}"/>
          </ac:spMkLst>
        </pc:spChg>
        <pc:spChg chg="del">
          <ac:chgData name="李 鼎基" userId="e6049a4411daca1f" providerId="LiveId" clId="{3D60235A-576C-404F-93D7-8E98A135F564}" dt="2020-05-25T04:24:32.697" v="118"/>
          <ac:spMkLst>
            <pc:docMk/>
            <pc:sldMk cId="2417741344" sldId="2815"/>
            <ac:spMk id="31" creationId="{5E9836E2-2942-B84E-A57E-B2FF6C254FBA}"/>
          </ac:spMkLst>
        </pc:spChg>
        <pc:spChg chg="del">
          <ac:chgData name="李 鼎基" userId="e6049a4411daca1f" providerId="LiveId" clId="{3D60235A-576C-404F-93D7-8E98A135F564}" dt="2020-05-25T04:24:32.697" v="118"/>
          <ac:spMkLst>
            <pc:docMk/>
            <pc:sldMk cId="2417741344" sldId="2815"/>
            <ac:spMk id="32" creationId="{E2C2BBB1-F8CC-3C4E-8F11-871B526EE58A}"/>
          </ac:spMkLst>
        </pc:spChg>
        <pc:spChg chg="del">
          <ac:chgData name="李 鼎基" userId="e6049a4411daca1f" providerId="LiveId" clId="{3D60235A-576C-404F-93D7-8E98A135F564}" dt="2020-05-25T04:24:32.697" v="118"/>
          <ac:spMkLst>
            <pc:docMk/>
            <pc:sldMk cId="2417741344" sldId="2815"/>
            <ac:spMk id="33" creationId="{34172194-D144-CA47-BECF-0F1F2257928E}"/>
          </ac:spMkLst>
        </pc:spChg>
        <pc:spChg chg="add mod">
          <ac:chgData name="李 鼎基" userId="e6049a4411daca1f" providerId="LiveId" clId="{3D60235A-576C-404F-93D7-8E98A135F564}" dt="2020-05-25T04:30:38.832" v="316"/>
          <ac:spMkLst>
            <pc:docMk/>
            <pc:sldMk cId="2417741344" sldId="2815"/>
            <ac:spMk id="34" creationId="{5382E467-ED2A-E64C-93F4-854333CAE876}"/>
          </ac:spMkLst>
        </pc:spChg>
        <pc:spChg chg="del">
          <ac:chgData name="李 鼎基" userId="e6049a4411daca1f" providerId="LiveId" clId="{3D60235A-576C-404F-93D7-8E98A135F564}" dt="2020-05-25T04:24:32.697" v="118"/>
          <ac:spMkLst>
            <pc:docMk/>
            <pc:sldMk cId="2417741344" sldId="2815"/>
            <ac:spMk id="40" creationId="{DCEBA4D7-3076-674F-B712-7CB6CFC6AC9C}"/>
          </ac:spMkLst>
        </pc:spChg>
        <pc:spChg chg="add mod">
          <ac:chgData name="李 鼎基" userId="e6049a4411daca1f" providerId="LiveId" clId="{3D60235A-576C-404F-93D7-8E98A135F564}" dt="2020-05-25T04:30:38.832" v="316"/>
          <ac:spMkLst>
            <pc:docMk/>
            <pc:sldMk cId="2417741344" sldId="2815"/>
            <ac:spMk id="52" creationId="{C5D8CFEC-2E30-224F-BFC0-D3AA5F876B92}"/>
          </ac:spMkLst>
        </pc:spChg>
        <pc:spChg chg="add mod">
          <ac:chgData name="李 鼎基" userId="e6049a4411daca1f" providerId="LiveId" clId="{3D60235A-576C-404F-93D7-8E98A135F564}" dt="2020-05-25T04:30:38.832" v="316"/>
          <ac:spMkLst>
            <pc:docMk/>
            <pc:sldMk cId="2417741344" sldId="2815"/>
            <ac:spMk id="53" creationId="{EE2721EA-194D-8B4E-8D1A-6B06F4ADC90F}"/>
          </ac:spMkLst>
        </pc:spChg>
        <pc:spChg chg="add mod">
          <ac:chgData name="李 鼎基" userId="e6049a4411daca1f" providerId="LiveId" clId="{3D60235A-576C-404F-93D7-8E98A135F564}" dt="2020-05-25T04:30:38.832" v="316"/>
          <ac:spMkLst>
            <pc:docMk/>
            <pc:sldMk cId="2417741344" sldId="2815"/>
            <ac:spMk id="55" creationId="{0D671FD2-A5EB-D04F-8B1E-61044A5E8863}"/>
          </ac:spMkLst>
        </pc:spChg>
        <pc:spChg chg="add mod">
          <ac:chgData name="李 鼎基" userId="e6049a4411daca1f" providerId="LiveId" clId="{3D60235A-576C-404F-93D7-8E98A135F564}" dt="2020-05-25T04:30:38.832" v="316"/>
          <ac:spMkLst>
            <pc:docMk/>
            <pc:sldMk cId="2417741344" sldId="2815"/>
            <ac:spMk id="56" creationId="{F15FE55D-422D-1148-BD97-39D4BD1DBFA8}"/>
          </ac:spMkLst>
        </pc:spChg>
        <pc:spChg chg="add mod">
          <ac:chgData name="李 鼎基" userId="e6049a4411daca1f" providerId="LiveId" clId="{3D60235A-576C-404F-93D7-8E98A135F564}" dt="2020-05-25T04:30:38.832" v="316"/>
          <ac:spMkLst>
            <pc:docMk/>
            <pc:sldMk cId="2417741344" sldId="2815"/>
            <ac:spMk id="59" creationId="{690071F0-6B19-4647-BB9B-86C3075D6F15}"/>
          </ac:spMkLst>
        </pc:sp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7" creationId="{074D33DB-E045-9D4D-94F8-4FCF2AFC30E5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9" creationId="{C0E372BD-E2A6-7348-8DBC-EA50A3A977BC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11" creationId="{55EEEF3C-D968-384B-9B86-4EA20F1A85F0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13" creationId="{9E70F4BD-2596-C54E-AF3C-4DDCFCC3F9FC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15" creationId="{E9FBF304-B126-3E46-8B14-6DE5988432EF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17" creationId="{CA35E992-B839-364F-A1ED-978E3073E878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19" creationId="{3EB2FBFB-45F0-534B-BCFE-2BB04EC8F44F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20" creationId="{5C3C46AB-16E9-A24B-A47A-598B98F65B58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21" creationId="{1CFD01B5-A3BA-0C40-97B4-64638EED75BB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22" creationId="{DAECB52A-DB95-E449-B37C-456A451A3B4C}"/>
          </ac:picMkLst>
        </pc:picChg>
        <pc:picChg chg="del">
          <ac:chgData name="李 鼎基" userId="e6049a4411daca1f" providerId="LiveId" clId="{3D60235A-576C-404F-93D7-8E98A135F564}" dt="2020-05-25T04:24:32.697" v="118"/>
          <ac:picMkLst>
            <pc:docMk/>
            <pc:sldMk cId="2417741344" sldId="2815"/>
            <ac:picMk id="23" creationId="{398CB240-D4F4-0540-B886-2D0DF17FEED3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35" creationId="{4CC20D55-AB64-8749-B5A9-3F072C7E1058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36" creationId="{BA6AB6D0-0C11-1E4B-AD27-66AA52801CF3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37" creationId="{F36B596F-3659-6C47-A437-B304DD54C9D7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39" creationId="{767B8866-B11D-B94F-B53F-5264A869BD2F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42" creationId="{FD1D5AAF-25A7-C645-8BD6-33A93C9E8AC1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43" creationId="{9C22BCEA-B589-CC4F-8CCC-9B0ECF8C3A0B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45" creationId="{1818E021-E330-694A-BFE1-DE2358245734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46" creationId="{233277AA-CCB0-D148-84A0-1A14A8D3FE35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48" creationId="{EA004A12-ED4B-E44F-A48E-E397E89B13A1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49" creationId="{3D3E3994-47E5-CE45-AFAB-72F8F173D6E2}"/>
          </ac:picMkLst>
        </pc:picChg>
        <pc:picChg chg="add mod">
          <ac:chgData name="李 鼎基" userId="e6049a4411daca1f" providerId="LiveId" clId="{3D60235A-576C-404F-93D7-8E98A135F564}" dt="2020-05-25T04:30:38.832" v="316"/>
          <ac:picMkLst>
            <pc:docMk/>
            <pc:sldMk cId="2417741344" sldId="2815"/>
            <ac:picMk id="50" creationId="{2149B915-5220-9F43-A82E-C2E5ACEE7B95}"/>
          </ac:picMkLst>
        </pc:pic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25" creationId="{645F27A5-8171-9D4E-AFA4-215CC5B3260B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38" creationId="{2308530E-A5AD-9B49-8284-C40645D8F910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41" creationId="{BC882B50-E5F8-4C45-8AA9-8B0D95EED5D3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44" creationId="{0454E8E3-621B-ED49-8C56-EE52FDCA3F9C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47" creationId="{DF0C794A-0AD8-B849-A938-A4AED3C30097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51" creationId="{8DCEFAA8-D770-DE4F-A041-50C5FFDBCB05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54" creationId="{016C448E-D908-1041-8E6B-89977768687E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57" creationId="{B813B5A3-CDEE-5247-A2C4-6E1B8728BC94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58" creationId="{663B92AA-F2B6-634B-9A78-7C75C539D597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60" creationId="{E8E798BB-EBCB-B646-A173-35206509ED43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61" creationId="{0A4CC8A4-D8CB-464E-B83D-65C7CEF88FA4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62" creationId="{21964ED8-623F-4443-994B-4041A215276B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63" creationId="{4C2F20B8-36A1-E24B-A1AD-9D69794C2782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64" creationId="{F36FAC73-D435-5041-8C5B-741BB98B54E0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65" creationId="{49921956-F139-4B4F-8017-D4A522AC794C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66" creationId="{1046B1C8-E2FF-5046-90D8-B2FDB040791E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67" creationId="{FBA41DDE-D5E6-B04B-AB52-7CAA1EBCF2A7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68" creationId="{56753C09-322B-BF40-90C3-DC4E2BBA83DC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69" creationId="{0D316BDE-215B-8448-8CC0-69436CFBEC4A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70" creationId="{39284E7C-E5D4-F84C-A99A-AB528CBD786B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71" creationId="{22C9954B-C490-514D-9D13-6C9DDE3FE0C3}"/>
          </ac:cxnSpMkLst>
        </pc:cxnChg>
        <pc:cxnChg chg="add mod">
          <ac:chgData name="李 鼎基" userId="e6049a4411daca1f" providerId="LiveId" clId="{3D60235A-576C-404F-93D7-8E98A135F564}" dt="2020-05-25T04:30:38.832" v="316"/>
          <ac:cxnSpMkLst>
            <pc:docMk/>
            <pc:sldMk cId="2417741344" sldId="2815"/>
            <ac:cxnSpMk id="72" creationId="{D59CFA12-2ECA-1444-BC7C-C0FA61373AF7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80" creationId="{AD409586-F394-5340-A875-B899E3131CF4}"/>
          </ac:cxnSpMkLst>
        </pc:cxnChg>
        <pc:cxnChg chg="del">
          <ac:chgData name="李 鼎基" userId="e6049a4411daca1f" providerId="LiveId" clId="{3D60235A-576C-404F-93D7-8E98A135F564}" dt="2020-05-25T04:24:32.697" v="118"/>
          <ac:cxnSpMkLst>
            <pc:docMk/>
            <pc:sldMk cId="2417741344" sldId="2815"/>
            <ac:cxnSpMk id="91" creationId="{BE72C50F-8FD2-BA4F-BC7F-DD3B7130385E}"/>
          </ac:cxnSpMkLst>
        </pc:cxnChg>
      </pc:sldChg>
      <pc:sldChg chg="del">
        <pc:chgData name="李 鼎基" userId="e6049a4411daca1f" providerId="LiveId" clId="{3D60235A-576C-404F-93D7-8E98A135F564}" dt="2020-05-25T04:24:02.882" v="115" actId="2696"/>
        <pc:sldMkLst>
          <pc:docMk/>
          <pc:sldMk cId="3914241593" sldId="2815"/>
        </pc:sldMkLst>
      </pc:sldChg>
      <pc:sldChg chg="del">
        <pc:chgData name="李 鼎基" userId="e6049a4411daca1f" providerId="LiveId" clId="{3D60235A-576C-404F-93D7-8E98A135F564}" dt="2020-05-25T05:23:42.621" v="1398" actId="2696"/>
        <pc:sldMkLst>
          <pc:docMk/>
          <pc:sldMk cId="1662523817" sldId="2816"/>
        </pc:sldMkLst>
      </pc:sldChg>
      <pc:sldChg chg="del">
        <pc:chgData name="李 鼎基" userId="e6049a4411daca1f" providerId="LiveId" clId="{3D60235A-576C-404F-93D7-8E98A135F564}" dt="2020-05-25T05:23:42.634" v="1399" actId="2696"/>
        <pc:sldMkLst>
          <pc:docMk/>
          <pc:sldMk cId="1849893527" sldId="2817"/>
        </pc:sldMkLst>
      </pc:sldChg>
      <pc:sldChg chg="del">
        <pc:chgData name="李 鼎基" userId="e6049a4411daca1f" providerId="LiveId" clId="{3D60235A-576C-404F-93D7-8E98A135F564}" dt="2020-05-25T05:23:42.647" v="1400" actId="2696"/>
        <pc:sldMkLst>
          <pc:docMk/>
          <pc:sldMk cId="598635388" sldId="2818"/>
        </pc:sldMkLst>
      </pc:sldChg>
      <pc:sldChg chg="del">
        <pc:chgData name="李 鼎基" userId="e6049a4411daca1f" providerId="LiveId" clId="{3D60235A-576C-404F-93D7-8E98A135F564}" dt="2020-05-25T05:23:42.660" v="1401" actId="2696"/>
        <pc:sldMkLst>
          <pc:docMk/>
          <pc:sldMk cId="1902009577" sldId="2819"/>
        </pc:sldMkLst>
      </pc:sldChg>
      <pc:sldChg chg="del">
        <pc:chgData name="李 鼎基" userId="e6049a4411daca1f" providerId="LiveId" clId="{3D60235A-576C-404F-93D7-8E98A135F564}" dt="2020-05-25T05:23:48.006" v="1404" actId="2696"/>
        <pc:sldMkLst>
          <pc:docMk/>
          <pc:sldMk cId="1085487860" sldId="2820"/>
        </pc:sldMkLst>
      </pc:sldChg>
      <pc:sldChg chg="del">
        <pc:chgData name="李 鼎基" userId="e6049a4411daca1f" providerId="LiveId" clId="{3D60235A-576C-404F-93D7-8E98A135F564}" dt="2020-05-25T05:22:46.199" v="1386" actId="2696"/>
        <pc:sldMkLst>
          <pc:docMk/>
          <pc:sldMk cId="925167972" sldId="2826"/>
        </pc:sldMkLst>
      </pc:sldChg>
      <pc:sldChg chg="add">
        <pc:chgData name="李 鼎基" userId="e6049a4411daca1f" providerId="LiveId" clId="{3D60235A-576C-404F-93D7-8E98A135F564}" dt="2020-05-25T05:23:36.010" v="1395"/>
        <pc:sldMkLst>
          <pc:docMk/>
          <pc:sldMk cId="1316092114" sldId="2826"/>
        </pc:sldMkLst>
      </pc:sldChg>
      <pc:sldChg chg="add del">
        <pc:chgData name="李 鼎基" userId="e6049a4411daca1f" providerId="LiveId" clId="{3D60235A-576C-404F-93D7-8E98A135F564}" dt="2020-05-25T05:23:26.290" v="1392" actId="2696"/>
        <pc:sldMkLst>
          <pc:docMk/>
          <pc:sldMk cId="2896530032" sldId="2826"/>
        </pc:sldMkLst>
      </pc:sldChg>
      <pc:sldChg chg="add del">
        <pc:chgData name="李 鼎基" userId="e6049a4411daca1f" providerId="LiveId" clId="{3D60235A-576C-404F-93D7-8E98A135F564}" dt="2020-05-25T05:23:26.313" v="1393" actId="2696"/>
        <pc:sldMkLst>
          <pc:docMk/>
          <pc:sldMk cId="170621170" sldId="2827"/>
        </pc:sldMkLst>
      </pc:sldChg>
      <pc:sldChg chg="del">
        <pc:chgData name="李 鼎基" userId="e6049a4411daca1f" providerId="LiveId" clId="{3D60235A-576C-404F-93D7-8E98A135F564}" dt="2020-05-25T05:22:46.219" v="1387" actId="2696"/>
        <pc:sldMkLst>
          <pc:docMk/>
          <pc:sldMk cId="2251358423" sldId="2827"/>
        </pc:sldMkLst>
      </pc:sldChg>
      <pc:sldChg chg="add">
        <pc:chgData name="李 鼎基" userId="e6049a4411daca1f" providerId="LiveId" clId="{3D60235A-576C-404F-93D7-8E98A135F564}" dt="2020-05-25T05:23:36.010" v="1395"/>
        <pc:sldMkLst>
          <pc:docMk/>
          <pc:sldMk cId="3739484781" sldId="2827"/>
        </pc:sldMkLst>
      </pc:sldChg>
      <pc:sldChg chg="add del">
        <pc:chgData name="李 鼎基" userId="e6049a4411daca1f" providerId="LiveId" clId="{3D60235A-576C-404F-93D7-8E98A135F564}" dt="2020-05-25T05:23:26.354" v="1394" actId="2696"/>
        <pc:sldMkLst>
          <pc:docMk/>
          <pc:sldMk cId="2266535177" sldId="2829"/>
        </pc:sldMkLst>
      </pc:sldChg>
      <pc:sldChg chg="add">
        <pc:chgData name="李 鼎基" userId="e6049a4411daca1f" providerId="LiveId" clId="{3D60235A-576C-404F-93D7-8E98A135F564}" dt="2020-05-25T05:23:36.010" v="1395"/>
        <pc:sldMkLst>
          <pc:docMk/>
          <pc:sldMk cId="3914636079" sldId="2829"/>
        </pc:sldMkLst>
      </pc:sldChg>
      <pc:sldChg chg="del">
        <pc:chgData name="李 鼎基" userId="e6049a4411daca1f" providerId="LiveId" clId="{3D60235A-576C-404F-93D7-8E98A135F564}" dt="2020-05-25T05:22:46.230" v="1388" actId="2696"/>
        <pc:sldMkLst>
          <pc:docMk/>
          <pc:sldMk cId="4172009263" sldId="2829"/>
        </pc:sldMkLst>
      </pc:sldChg>
      <pc:sldChg chg="addSp delSp modSp add ord">
        <pc:chgData name="李 鼎基" userId="e6049a4411daca1f" providerId="LiveId" clId="{3D60235A-576C-404F-93D7-8E98A135F564}" dt="2020-05-25T04:51:50.395" v="900" actId="20577"/>
        <pc:sldMkLst>
          <pc:docMk/>
          <pc:sldMk cId="2102009621" sldId="2831"/>
        </pc:sldMkLst>
        <pc:spChg chg="mod">
          <ac:chgData name="李 鼎基" userId="e6049a4411daca1f" providerId="LiveId" clId="{3D60235A-576C-404F-93D7-8E98A135F564}" dt="2020-05-25T04:42:29.695" v="640" actId="20577"/>
          <ac:spMkLst>
            <pc:docMk/>
            <pc:sldMk cId="2102009621" sldId="2831"/>
            <ac:spMk id="2" creationId="{137F6EA2-65BB-9A49-98B3-70292A0D9B8D}"/>
          </ac:spMkLst>
        </pc:spChg>
        <pc:spChg chg="add mod">
          <ac:chgData name="李 鼎基" userId="e6049a4411daca1f" providerId="LiveId" clId="{3D60235A-576C-404F-93D7-8E98A135F564}" dt="2020-05-25T04:51:50.395" v="900" actId="20577"/>
          <ac:spMkLst>
            <pc:docMk/>
            <pc:sldMk cId="2102009621" sldId="2831"/>
            <ac:spMk id="6" creationId="{34E84188-F7D8-D641-AF28-1ABD99288BBB}"/>
          </ac:spMkLst>
        </pc:spChg>
        <pc:picChg chg="del mod">
          <ac:chgData name="李 鼎基" userId="e6049a4411daca1f" providerId="LiveId" clId="{3D60235A-576C-404F-93D7-8E98A135F564}" dt="2020-05-25T04:46:14.364" v="743" actId="478"/>
          <ac:picMkLst>
            <pc:docMk/>
            <pc:sldMk cId="2102009621" sldId="2831"/>
            <ac:picMk id="34" creationId="{7E32FA1E-87E1-E247-B942-36AC48CE2E3F}"/>
          </ac:picMkLst>
        </pc:picChg>
      </pc:sldChg>
      <pc:sldChg chg="del">
        <pc:chgData name="李 鼎基" userId="e6049a4411daca1f" providerId="LiveId" clId="{3D60235A-576C-404F-93D7-8E98A135F564}" dt="2020-05-25T04:24:02.864" v="114" actId="2696"/>
        <pc:sldMkLst>
          <pc:docMk/>
          <pc:sldMk cId="2386750696" sldId="2831"/>
        </pc:sldMkLst>
      </pc:sldChg>
      <pc:sldChg chg="del">
        <pc:chgData name="李 鼎基" userId="e6049a4411daca1f" providerId="LiveId" clId="{3D60235A-576C-404F-93D7-8E98A135F564}" dt="2020-05-25T05:23:42.669" v="1402" actId="2696"/>
        <pc:sldMkLst>
          <pc:docMk/>
          <pc:sldMk cId="256982823" sldId="2832"/>
        </pc:sldMkLst>
      </pc:sldChg>
      <pc:sldChg chg="del">
        <pc:chgData name="李 鼎基" userId="e6049a4411daca1f" providerId="LiveId" clId="{3D60235A-576C-404F-93D7-8E98A135F564}" dt="2020-05-25T05:23:48.034" v="1406" actId="2696"/>
        <pc:sldMkLst>
          <pc:docMk/>
          <pc:sldMk cId="2064384906" sldId="2833"/>
        </pc:sldMkLst>
      </pc:sldChg>
      <pc:sldChg chg="del">
        <pc:chgData name="李 鼎基" userId="e6049a4411daca1f" providerId="LiveId" clId="{3D60235A-576C-404F-93D7-8E98A135F564}" dt="2020-05-25T05:23:48.050" v="1407" actId="2696"/>
        <pc:sldMkLst>
          <pc:docMk/>
          <pc:sldMk cId="3797433520" sldId="2834"/>
        </pc:sldMkLst>
      </pc:sldChg>
      <pc:sldChg chg="del">
        <pc:chgData name="李 鼎基" userId="e6049a4411daca1f" providerId="LiveId" clId="{3D60235A-576C-404F-93D7-8E98A135F564}" dt="2020-05-25T05:23:48.074" v="1408" actId="2696"/>
        <pc:sldMkLst>
          <pc:docMk/>
          <pc:sldMk cId="1929747375" sldId="2835"/>
        </pc:sldMkLst>
      </pc:sldChg>
      <pc:sldChg chg="del">
        <pc:chgData name="李 鼎基" userId="e6049a4411daca1f" providerId="LiveId" clId="{3D60235A-576C-404F-93D7-8E98A135F564}" dt="2020-05-25T05:23:48.084" v="1409" actId="2696"/>
        <pc:sldMkLst>
          <pc:docMk/>
          <pc:sldMk cId="2087539748" sldId="2836"/>
        </pc:sldMkLst>
      </pc:sldChg>
      <pc:sldChg chg="del">
        <pc:chgData name="李 鼎基" userId="e6049a4411daca1f" providerId="LiveId" clId="{3D60235A-576C-404F-93D7-8E98A135F564}" dt="2020-05-25T05:23:48.021" v="1405" actId="2696"/>
        <pc:sldMkLst>
          <pc:docMk/>
          <pc:sldMk cId="3137948359" sldId="2837"/>
        </pc:sldMkLst>
      </pc:sldChg>
      <pc:sldChg chg="del">
        <pc:chgData name="李 鼎基" userId="e6049a4411daca1f" providerId="LiveId" clId="{3D60235A-576C-404F-93D7-8E98A135F564}" dt="2020-05-25T05:15:58.544" v="1257" actId="2696"/>
        <pc:sldMkLst>
          <pc:docMk/>
          <pc:sldMk cId="4204108265" sldId="2838"/>
        </pc:sldMkLst>
      </pc:sldChg>
      <pc:sldChg chg="del">
        <pc:chgData name="李 鼎基" userId="e6049a4411daca1f" providerId="LiveId" clId="{3D60235A-576C-404F-93D7-8E98A135F564}" dt="2020-05-25T05:15:58.564" v="1258" actId="2696"/>
        <pc:sldMkLst>
          <pc:docMk/>
          <pc:sldMk cId="1848617437" sldId="2839"/>
        </pc:sldMkLst>
      </pc:sldChg>
      <pc:sldChg chg="del">
        <pc:chgData name="李 鼎基" userId="e6049a4411daca1f" providerId="LiveId" clId="{3D60235A-576C-404F-93D7-8E98A135F564}" dt="2020-05-25T05:15:58.598" v="1259" actId="2696"/>
        <pc:sldMkLst>
          <pc:docMk/>
          <pc:sldMk cId="460508220" sldId="2840"/>
        </pc:sldMkLst>
      </pc:sldChg>
      <pc:sldChg chg="addSp delSp modSp add">
        <pc:chgData name="李 鼎基" userId="e6049a4411daca1f" providerId="LiveId" clId="{3D60235A-576C-404F-93D7-8E98A135F564}" dt="2020-05-25T05:06:02.562" v="971" actId="20577"/>
        <pc:sldMkLst>
          <pc:docMk/>
          <pc:sldMk cId="4255723192" sldId="2841"/>
        </pc:sldMkLst>
        <pc:spChg chg="mod">
          <ac:chgData name="李 鼎基" userId="e6049a4411daca1f" providerId="LiveId" clId="{3D60235A-576C-404F-93D7-8E98A135F564}" dt="2020-05-25T04:39:57.781" v="618" actId="20577"/>
          <ac:spMkLst>
            <pc:docMk/>
            <pc:sldMk cId="4255723192" sldId="2841"/>
            <ac:spMk id="2" creationId="{6ABCA908-B0FA-4C43-B8D5-CD4640F11871}"/>
          </ac:spMkLst>
        </pc:spChg>
        <pc:spChg chg="mod">
          <ac:chgData name="李 鼎基" userId="e6049a4411daca1f" providerId="LiveId" clId="{3D60235A-576C-404F-93D7-8E98A135F564}" dt="2020-05-25T05:06:02.562" v="971" actId="20577"/>
          <ac:spMkLst>
            <pc:docMk/>
            <pc:sldMk cId="4255723192" sldId="2841"/>
            <ac:spMk id="3" creationId="{686547FC-0ADC-0944-96DA-02BE0A4F7BC8}"/>
          </ac:spMkLst>
        </pc:spChg>
        <pc:spChg chg="add del mod">
          <ac:chgData name="李 鼎基" userId="e6049a4411daca1f" providerId="LiveId" clId="{3D60235A-576C-404F-93D7-8E98A135F564}" dt="2020-05-25T04:24:47.848" v="120"/>
          <ac:spMkLst>
            <pc:docMk/>
            <pc:sldMk cId="4255723192" sldId="2841"/>
            <ac:spMk id="6" creationId="{E372B7B9-D72C-604B-9616-76352AA84719}"/>
          </ac:spMkLst>
        </pc:spChg>
        <pc:spChg chg="add del mod">
          <ac:chgData name="李 鼎基" userId="e6049a4411daca1f" providerId="LiveId" clId="{3D60235A-576C-404F-93D7-8E98A135F564}" dt="2020-05-25T04:24:47.848" v="120"/>
          <ac:spMkLst>
            <pc:docMk/>
            <pc:sldMk cId="4255723192" sldId="2841"/>
            <ac:spMk id="19" creationId="{4C3EAF50-82D2-5B45-B380-A79D4309E589}"/>
          </ac:spMkLst>
        </pc:spChg>
        <pc:spChg chg="add del mod">
          <ac:chgData name="李 鼎基" userId="e6049a4411daca1f" providerId="LiveId" clId="{3D60235A-576C-404F-93D7-8E98A135F564}" dt="2020-05-25T04:24:47.848" v="120"/>
          <ac:spMkLst>
            <pc:docMk/>
            <pc:sldMk cId="4255723192" sldId="2841"/>
            <ac:spMk id="20" creationId="{8DEAABAB-17B8-4846-B753-517FCD94D590}"/>
          </ac:spMkLst>
        </pc:spChg>
        <pc:spChg chg="add del mod">
          <ac:chgData name="李 鼎基" userId="e6049a4411daca1f" providerId="LiveId" clId="{3D60235A-576C-404F-93D7-8E98A135F564}" dt="2020-05-25T04:24:47.848" v="120"/>
          <ac:spMkLst>
            <pc:docMk/>
            <pc:sldMk cId="4255723192" sldId="2841"/>
            <ac:spMk id="21" creationId="{78BF2720-0A44-7044-8A9D-D5D7CC54D6F7}"/>
          </ac:spMkLst>
        </pc:spChg>
        <pc:spChg chg="add del mod">
          <ac:chgData name="李 鼎基" userId="e6049a4411daca1f" providerId="LiveId" clId="{3D60235A-576C-404F-93D7-8E98A135F564}" dt="2020-05-25T04:24:47.848" v="120"/>
          <ac:spMkLst>
            <pc:docMk/>
            <pc:sldMk cId="4255723192" sldId="2841"/>
            <ac:spMk id="22" creationId="{B329FA5B-A747-544C-B70D-0FCFB53D8FD5}"/>
          </ac:spMkLst>
        </pc:spChg>
        <pc:spChg chg="add del mod">
          <ac:chgData name="李 鼎基" userId="e6049a4411daca1f" providerId="LiveId" clId="{3D60235A-576C-404F-93D7-8E98A135F564}" dt="2020-05-25T04:24:47.848" v="120"/>
          <ac:spMkLst>
            <pc:docMk/>
            <pc:sldMk cId="4255723192" sldId="2841"/>
            <ac:spMk id="24" creationId="{D38DDA67-22A2-F045-AA8B-3CC93DB4D7EE}"/>
          </ac:spMkLst>
        </pc:spChg>
        <pc:spChg chg="add mod">
          <ac:chgData name="李 鼎基" userId="e6049a4411daca1f" providerId="LiveId" clId="{3D60235A-576C-404F-93D7-8E98A135F564}" dt="2020-05-25T04:24:55.883" v="122" actId="164"/>
          <ac:spMkLst>
            <pc:docMk/>
            <pc:sldMk cId="4255723192" sldId="2841"/>
            <ac:spMk id="35" creationId="{A05B1D63-B8D9-1241-A0C1-41ED98339356}"/>
          </ac:spMkLst>
        </pc:spChg>
        <pc:spChg chg="add mod">
          <ac:chgData name="李 鼎基" userId="e6049a4411daca1f" providerId="LiveId" clId="{3D60235A-576C-404F-93D7-8E98A135F564}" dt="2020-05-25T04:24:55.883" v="122" actId="164"/>
          <ac:spMkLst>
            <pc:docMk/>
            <pc:sldMk cId="4255723192" sldId="2841"/>
            <ac:spMk id="48" creationId="{C2FF65B6-DACC-8242-80FC-C80835375273}"/>
          </ac:spMkLst>
        </pc:spChg>
        <pc:spChg chg="add mod">
          <ac:chgData name="李 鼎基" userId="e6049a4411daca1f" providerId="LiveId" clId="{3D60235A-576C-404F-93D7-8E98A135F564}" dt="2020-05-25T04:24:55.883" v="122" actId="164"/>
          <ac:spMkLst>
            <pc:docMk/>
            <pc:sldMk cId="4255723192" sldId="2841"/>
            <ac:spMk id="49" creationId="{1452F6B0-92B2-414A-9161-7739CF9F2DD2}"/>
          </ac:spMkLst>
        </pc:spChg>
        <pc:spChg chg="add mod">
          <ac:chgData name="李 鼎基" userId="e6049a4411daca1f" providerId="LiveId" clId="{3D60235A-576C-404F-93D7-8E98A135F564}" dt="2020-05-25T04:24:55.883" v="122" actId="164"/>
          <ac:spMkLst>
            <pc:docMk/>
            <pc:sldMk cId="4255723192" sldId="2841"/>
            <ac:spMk id="50" creationId="{A35BC030-6FCD-294C-B20C-27A1A3693C18}"/>
          </ac:spMkLst>
        </pc:spChg>
        <pc:spChg chg="add mod">
          <ac:chgData name="李 鼎基" userId="e6049a4411daca1f" providerId="LiveId" clId="{3D60235A-576C-404F-93D7-8E98A135F564}" dt="2020-05-25T04:24:55.883" v="122" actId="164"/>
          <ac:spMkLst>
            <pc:docMk/>
            <pc:sldMk cId="4255723192" sldId="2841"/>
            <ac:spMk id="51" creationId="{8611813E-1FB8-8C4F-A402-25434D586E7E}"/>
          </ac:spMkLst>
        </pc:spChg>
        <pc:spChg chg="add mod">
          <ac:chgData name="李 鼎基" userId="e6049a4411daca1f" providerId="LiveId" clId="{3D60235A-576C-404F-93D7-8E98A135F564}" dt="2020-05-25T04:24:55.883" v="122" actId="164"/>
          <ac:spMkLst>
            <pc:docMk/>
            <pc:sldMk cId="4255723192" sldId="2841"/>
            <ac:spMk id="53" creationId="{B2B3F7DB-FDFA-F44A-812A-BD0BE51707D0}"/>
          </ac:spMkLst>
        </pc:spChg>
        <pc:grpChg chg="add del mod">
          <ac:chgData name="李 鼎基" userId="e6049a4411daca1f" providerId="LiveId" clId="{3D60235A-576C-404F-93D7-8E98A135F564}" dt="2020-05-25T04:25:26.940" v="125" actId="478"/>
          <ac:grpSpMkLst>
            <pc:docMk/>
            <pc:sldMk cId="4255723192" sldId="2841"/>
            <ac:grpSpMk id="64" creationId="{EC0FD793-8B5B-7440-B64E-75B9FA7F5392}"/>
          </ac:grpSpMkLst>
        </pc:grp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7" creationId="{E0067007-1FD5-EF49-8C37-0E8530885056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8" creationId="{6E76CBEF-9CF2-5A47-B5D6-C8F539423D03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9" creationId="{8AF1E132-9723-094A-8C48-9A43E000B341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0" creationId="{BE59AA5B-612F-E040-9472-052F61597A3C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1" creationId="{A4213973-C9FA-2743-8838-77BE74564731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2" creationId="{49E0899D-2855-1C45-A903-473C87211AE3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3" creationId="{568F61FB-E1EB-A24A-B8D4-9797E95DA3B9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4" creationId="{A4023531-52B7-BB42-B6BD-C58A5EED8CBF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5" creationId="{3A0BC24E-4FD9-074E-B672-D178CC346E8A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6" creationId="{7CFFE8C7-C6F6-7F46-BDE1-87226E64A8FD}"/>
          </ac:picMkLst>
        </pc:picChg>
        <pc:picChg chg="add del mod">
          <ac:chgData name="李 鼎基" userId="e6049a4411daca1f" providerId="LiveId" clId="{3D60235A-576C-404F-93D7-8E98A135F564}" dt="2020-05-25T04:24:47.848" v="120"/>
          <ac:picMkLst>
            <pc:docMk/>
            <pc:sldMk cId="4255723192" sldId="2841"/>
            <ac:picMk id="17" creationId="{6A5F2919-3DCE-F14F-B178-689B0B3446DE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36" creationId="{89B36630-6DEB-1446-ABB8-1AA507190479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37" creationId="{7DE57A52-FDE8-E644-BE4E-5315A2306E3B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38" creationId="{2D2C43E6-3400-6E45-BB76-CB2C77F2EF69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39" creationId="{4A4401A8-6BB4-5C4D-8586-42FA3FB3CDA9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40" creationId="{69D41588-6F4F-A94E-91CB-1FB9C5D97611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41" creationId="{2647DDA5-55FC-2E4A-86A6-DD2596DB9722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42" creationId="{9F535917-6962-C64B-8068-62B78B81B814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43" creationId="{E4BD77CA-BF21-0C42-8CD2-7F0171496466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44" creationId="{7E2C665C-1362-484A-AB16-F5FA3075E377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45" creationId="{942F8DFD-E656-C443-BC2B-C8E48FC13A74}"/>
          </ac:picMkLst>
        </pc:picChg>
        <pc:picChg chg="add mod">
          <ac:chgData name="李 鼎基" userId="e6049a4411daca1f" providerId="LiveId" clId="{3D60235A-576C-404F-93D7-8E98A135F564}" dt="2020-05-25T04:24:55.883" v="122" actId="164"/>
          <ac:picMkLst>
            <pc:docMk/>
            <pc:sldMk cId="4255723192" sldId="2841"/>
            <ac:picMk id="46" creationId="{9E44F634-3F9B-A84D-9F06-F07C7716A50C}"/>
          </ac:picMkLst>
        </pc:pic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18" creationId="{E3A75A23-25F9-3343-8236-691699ABD012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23" creationId="{C9A1585F-02F2-FB45-B5C0-955476680609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25" creationId="{C288EBBF-AAC9-664C-A043-AE7CE3D2B15F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26" creationId="{ED7BB463-A4FC-5148-AA34-929383D290F8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27" creationId="{6E9CE852-AD48-5D41-9F2F-045CE2E3ECC2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28" creationId="{FA9C531B-A13A-604B-9C1C-E42C6EC7A61B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29" creationId="{30A33A94-87BC-FA44-85EC-C6202376598D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30" creationId="{770FF2AB-B5DB-5A45-9824-F0B0D0954C47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31" creationId="{B05A892F-6666-6E48-8809-D381AFDC9BC4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32" creationId="{91296907-139F-4046-9BE2-A76572DCEFB9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33" creationId="{C6BE58C5-EF35-B548-8052-87C84EEBB4E2}"/>
          </ac:cxnSpMkLst>
        </pc:cxnChg>
        <pc:cxnChg chg="add del mod">
          <ac:chgData name="李 鼎基" userId="e6049a4411daca1f" providerId="LiveId" clId="{3D60235A-576C-404F-93D7-8E98A135F564}" dt="2020-05-25T04:24:47.848" v="120"/>
          <ac:cxnSpMkLst>
            <pc:docMk/>
            <pc:sldMk cId="4255723192" sldId="2841"/>
            <ac:cxnSpMk id="34" creationId="{414A8EFF-3630-9E49-8275-693A908141CE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47" creationId="{97249B3A-05D2-0847-8592-F9BD66A3C10B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52" creationId="{9595D56C-8E82-3A45-A932-DDDA77CA9AD6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54" creationId="{599B201D-FEAA-4C44-9C45-FC8C85F846AD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55" creationId="{F3848A57-5BEC-0547-A94A-C3E59F3021F8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56" creationId="{FBB5E90A-D174-5B43-9EF5-13108B3AE557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57" creationId="{2A86BD42-8F0C-DE4B-8A55-4E21CE00791B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58" creationId="{E0B7215A-5443-4D48-903E-B0B2FF438F0F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59" creationId="{A7F2788D-6416-0F4F-BC78-24F98E1634B2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60" creationId="{22060DAE-9347-8349-BDA4-8ECDF40CF622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61" creationId="{6E7B406E-FC19-A443-9380-B7EEA1FE4A05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62" creationId="{26B95794-9F15-314C-85BA-80B5225C2273}"/>
          </ac:cxnSpMkLst>
        </pc:cxnChg>
        <pc:cxnChg chg="add mod">
          <ac:chgData name="李 鼎基" userId="e6049a4411daca1f" providerId="LiveId" clId="{3D60235A-576C-404F-93D7-8E98A135F564}" dt="2020-05-25T04:25:26.940" v="125" actId="478"/>
          <ac:cxnSpMkLst>
            <pc:docMk/>
            <pc:sldMk cId="4255723192" sldId="2841"/>
            <ac:cxnSpMk id="63" creationId="{6A5DE3C6-56D1-D149-A5E0-39E574B9B330}"/>
          </ac:cxnSpMkLst>
        </pc:cxnChg>
      </pc:sldChg>
      <pc:sldChg chg="modSp add">
        <pc:chgData name="李 鼎基" userId="e6049a4411daca1f" providerId="LiveId" clId="{3D60235A-576C-404F-93D7-8E98A135F564}" dt="2020-05-25T05:11:56.164" v="1185" actId="20577"/>
        <pc:sldMkLst>
          <pc:docMk/>
          <pc:sldMk cId="1962476876" sldId="2842"/>
        </pc:sldMkLst>
        <pc:spChg chg="mod">
          <ac:chgData name="李 鼎基" userId="e6049a4411daca1f" providerId="LiveId" clId="{3D60235A-576C-404F-93D7-8E98A135F564}" dt="2020-05-25T05:09:28.909" v="1064" actId="20577"/>
          <ac:spMkLst>
            <pc:docMk/>
            <pc:sldMk cId="1962476876" sldId="2842"/>
            <ac:spMk id="2" creationId="{B8E9BAA5-68D0-944E-95B2-F0D45B1606CF}"/>
          </ac:spMkLst>
        </pc:spChg>
        <pc:spChg chg="mod">
          <ac:chgData name="李 鼎基" userId="e6049a4411daca1f" providerId="LiveId" clId="{3D60235A-576C-404F-93D7-8E98A135F564}" dt="2020-05-25T05:11:56.164" v="1185" actId="20577"/>
          <ac:spMkLst>
            <pc:docMk/>
            <pc:sldMk cId="1962476876" sldId="2842"/>
            <ac:spMk id="3" creationId="{8DC68AFA-5E63-604C-8091-B08ABEDF6AAB}"/>
          </ac:spMkLst>
        </pc:spChg>
      </pc:sldChg>
      <pc:sldChg chg="modSp add">
        <pc:chgData name="李 鼎基" userId="e6049a4411daca1f" providerId="LiveId" clId="{3D60235A-576C-404F-93D7-8E98A135F564}" dt="2020-05-25T05:02:26.652" v="957" actId="20577"/>
        <pc:sldMkLst>
          <pc:docMk/>
          <pc:sldMk cId="1542859990" sldId="2843"/>
        </pc:sldMkLst>
        <pc:spChg chg="mod">
          <ac:chgData name="李 鼎基" userId="e6049a4411daca1f" providerId="LiveId" clId="{3D60235A-576C-404F-93D7-8E98A135F564}" dt="2020-05-25T05:02:26.652" v="957" actId="20577"/>
          <ac:spMkLst>
            <pc:docMk/>
            <pc:sldMk cId="1542859990" sldId="2843"/>
            <ac:spMk id="5" creationId="{7C3CFBB2-29A4-9845-909C-D2C6211C1301}"/>
          </ac:spMkLst>
        </pc:spChg>
      </pc:sldChg>
      <pc:sldChg chg="modSp add">
        <pc:chgData name="李 鼎基" userId="e6049a4411daca1f" providerId="LiveId" clId="{3D60235A-576C-404F-93D7-8E98A135F564}" dt="2020-05-25T05:15:22.212" v="1250" actId="20577"/>
        <pc:sldMkLst>
          <pc:docMk/>
          <pc:sldMk cId="429696274" sldId="2844"/>
        </pc:sldMkLst>
        <pc:spChg chg="mod">
          <ac:chgData name="李 鼎基" userId="e6049a4411daca1f" providerId="LiveId" clId="{3D60235A-576C-404F-93D7-8E98A135F564}" dt="2020-05-25T05:12:37.263" v="1187"/>
          <ac:spMkLst>
            <pc:docMk/>
            <pc:sldMk cId="429696274" sldId="2844"/>
            <ac:spMk id="2" creationId="{4ABF7EAD-D2EA-3549-8907-5F1532058DA6}"/>
          </ac:spMkLst>
        </pc:spChg>
        <pc:spChg chg="mod">
          <ac:chgData name="李 鼎基" userId="e6049a4411daca1f" providerId="LiveId" clId="{3D60235A-576C-404F-93D7-8E98A135F564}" dt="2020-05-25T05:15:22.212" v="1250" actId="20577"/>
          <ac:spMkLst>
            <pc:docMk/>
            <pc:sldMk cId="429696274" sldId="2844"/>
            <ac:spMk id="3" creationId="{B0A3B81B-C7D6-0240-BE60-EE117BC28717}"/>
          </ac:spMkLst>
        </pc:spChg>
      </pc:sldChg>
      <pc:sldChg chg="add del">
        <pc:chgData name="李 鼎基" userId="e6049a4411daca1f" providerId="LiveId" clId="{3D60235A-576C-404F-93D7-8E98A135F564}" dt="2020-05-25T05:16:13.332" v="1282" actId="2696"/>
        <pc:sldMkLst>
          <pc:docMk/>
          <pc:sldMk cId="808796770" sldId="2845"/>
        </pc:sldMkLst>
      </pc:sldChg>
      <pc:sldChg chg="modSp add ord">
        <pc:chgData name="李 鼎基" userId="e6049a4411daca1f" providerId="LiveId" clId="{3D60235A-576C-404F-93D7-8E98A135F564}" dt="2020-05-25T05:16:28.984" v="1291" actId="20577"/>
        <pc:sldMkLst>
          <pc:docMk/>
          <pc:sldMk cId="3459963130" sldId="2846"/>
        </pc:sldMkLst>
        <pc:spChg chg="mod">
          <ac:chgData name="李 鼎基" userId="e6049a4411daca1f" providerId="LiveId" clId="{3D60235A-576C-404F-93D7-8E98A135F564}" dt="2020-05-25T05:16:28.984" v="1291" actId="20577"/>
          <ac:spMkLst>
            <pc:docMk/>
            <pc:sldMk cId="3459963130" sldId="2846"/>
            <ac:spMk id="2" creationId="{B73AF46C-6530-BE46-8D18-A076A18D8435}"/>
          </ac:spMkLst>
        </pc:spChg>
      </pc:sldChg>
      <pc:sldChg chg="modSp add">
        <pc:chgData name="李 鼎基" userId="e6049a4411daca1f" providerId="LiveId" clId="{3D60235A-576C-404F-93D7-8E98A135F564}" dt="2020-05-25T05:17:47.950" v="1323" actId="20577"/>
        <pc:sldMkLst>
          <pc:docMk/>
          <pc:sldMk cId="820196464" sldId="2847"/>
        </pc:sldMkLst>
        <pc:spChg chg="mod">
          <ac:chgData name="李 鼎基" userId="e6049a4411daca1f" providerId="LiveId" clId="{3D60235A-576C-404F-93D7-8E98A135F564}" dt="2020-05-25T05:17:47.950" v="1323" actId="20577"/>
          <ac:spMkLst>
            <pc:docMk/>
            <pc:sldMk cId="820196464" sldId="2847"/>
            <ac:spMk id="2" creationId="{B73AF46C-6530-BE46-8D18-A076A18D8435}"/>
          </ac:spMkLst>
        </pc:spChg>
      </pc:sldChg>
      <pc:sldChg chg="modSp add">
        <pc:chgData name="李 鼎基" userId="e6049a4411daca1f" providerId="LiveId" clId="{3D60235A-576C-404F-93D7-8E98A135F564}" dt="2020-05-25T05:19:46.251" v="1339" actId="20577"/>
        <pc:sldMkLst>
          <pc:docMk/>
          <pc:sldMk cId="2453403060" sldId="2848"/>
        </pc:sldMkLst>
        <pc:spChg chg="mod">
          <ac:chgData name="李 鼎基" userId="e6049a4411daca1f" providerId="LiveId" clId="{3D60235A-576C-404F-93D7-8E98A135F564}" dt="2020-05-25T05:19:46.251" v="1339" actId="20577"/>
          <ac:spMkLst>
            <pc:docMk/>
            <pc:sldMk cId="2453403060" sldId="2848"/>
            <ac:spMk id="2" creationId="{B73AF46C-6530-BE46-8D18-A076A18D8435}"/>
          </ac:spMkLst>
        </pc:spChg>
      </pc:sldChg>
      <pc:sldChg chg="addSp delSp modSp add mod modClrScheme chgLayout modNotesTx">
        <pc:chgData name="李 鼎基" userId="e6049a4411daca1f" providerId="LiveId" clId="{3D60235A-576C-404F-93D7-8E98A135F564}" dt="2020-05-25T05:20:50.947" v="1382" actId="20577"/>
        <pc:sldMkLst>
          <pc:docMk/>
          <pc:sldMk cId="871064771" sldId="2849"/>
        </pc:sldMkLst>
        <pc:spChg chg="del mod ord">
          <ac:chgData name="李 鼎基" userId="e6049a4411daca1f" providerId="LiveId" clId="{3D60235A-576C-404F-93D7-8E98A135F564}" dt="2020-05-25T05:20:11.040" v="1341" actId="700"/>
          <ac:spMkLst>
            <pc:docMk/>
            <pc:sldMk cId="871064771" sldId="2849"/>
            <ac:spMk id="2" creationId="{49C4C265-A88C-C84E-9EDC-B71BA8427B9E}"/>
          </ac:spMkLst>
        </pc:spChg>
        <pc:spChg chg="del mod ord">
          <ac:chgData name="李 鼎基" userId="e6049a4411daca1f" providerId="LiveId" clId="{3D60235A-576C-404F-93D7-8E98A135F564}" dt="2020-05-25T05:20:11.040" v="1341" actId="700"/>
          <ac:spMkLst>
            <pc:docMk/>
            <pc:sldMk cId="871064771" sldId="2849"/>
            <ac:spMk id="3" creationId="{2972F3A8-9480-4642-8549-F327B6A1B205}"/>
          </ac:spMkLst>
        </pc:spChg>
        <pc:spChg chg="mod ord">
          <ac:chgData name="李 鼎基" userId="e6049a4411daca1f" providerId="LiveId" clId="{3D60235A-576C-404F-93D7-8E98A135F564}" dt="2020-05-25T05:20:11.040" v="1341" actId="700"/>
          <ac:spMkLst>
            <pc:docMk/>
            <pc:sldMk cId="871064771" sldId="2849"/>
            <ac:spMk id="4" creationId="{2594FD29-E97C-0E4E-9A04-82CF0E7BD91C}"/>
          </ac:spMkLst>
        </pc:spChg>
        <pc:spChg chg="mod ord">
          <ac:chgData name="李 鼎基" userId="e6049a4411daca1f" providerId="LiveId" clId="{3D60235A-576C-404F-93D7-8E98A135F564}" dt="2020-05-25T05:20:11.040" v="1341" actId="700"/>
          <ac:spMkLst>
            <pc:docMk/>
            <pc:sldMk cId="871064771" sldId="2849"/>
            <ac:spMk id="5" creationId="{C6756D99-3692-DF43-8C05-377A10D5860D}"/>
          </ac:spMkLst>
        </pc:spChg>
        <pc:spChg chg="add mod ord">
          <ac:chgData name="李 鼎基" userId="e6049a4411daca1f" providerId="LiveId" clId="{3D60235A-576C-404F-93D7-8E98A135F564}" dt="2020-05-25T05:20:24.210" v="1365" actId="20577"/>
          <ac:spMkLst>
            <pc:docMk/>
            <pc:sldMk cId="871064771" sldId="2849"/>
            <ac:spMk id="6" creationId="{22129484-F2E2-3F45-8E55-D857CCD7D586}"/>
          </ac:spMkLst>
        </pc:spChg>
        <pc:spChg chg="add mod ord">
          <ac:chgData name="李 鼎基" userId="e6049a4411daca1f" providerId="LiveId" clId="{3D60235A-576C-404F-93D7-8E98A135F564}" dt="2020-05-25T05:20:11.040" v="1341" actId="700"/>
          <ac:spMkLst>
            <pc:docMk/>
            <pc:sldMk cId="871064771" sldId="2849"/>
            <ac:spMk id="7" creationId="{F9D36844-872C-E342-A083-0AE3F5AEC53C}"/>
          </ac:spMkLst>
        </pc:spChg>
      </pc:sldChg>
      <pc:sldChg chg="addSp delSp modSp add del mod modClrScheme chgLayout">
        <pc:chgData name="李 鼎基" userId="e6049a4411daca1f" providerId="LiveId" clId="{3D60235A-576C-404F-93D7-8E98A135F564}" dt="2020-05-25T05:22:54.070" v="1390" actId="2696"/>
        <pc:sldMkLst>
          <pc:docMk/>
          <pc:sldMk cId="94388168" sldId="2850"/>
        </pc:sldMkLst>
        <pc:spChg chg="del mod ord">
          <ac:chgData name="李 鼎基" userId="e6049a4411daca1f" providerId="LiveId" clId="{3D60235A-576C-404F-93D7-8E98A135F564}" dt="2020-05-25T05:22:19.918" v="1384" actId="700"/>
          <ac:spMkLst>
            <pc:docMk/>
            <pc:sldMk cId="94388168" sldId="2850"/>
            <ac:spMk id="2" creationId="{84B2A0CF-6627-994F-94A9-5490AD96B9D4}"/>
          </ac:spMkLst>
        </pc:spChg>
        <pc:spChg chg="del mod ord">
          <ac:chgData name="李 鼎基" userId="e6049a4411daca1f" providerId="LiveId" clId="{3D60235A-576C-404F-93D7-8E98A135F564}" dt="2020-05-25T05:22:19.918" v="1384" actId="700"/>
          <ac:spMkLst>
            <pc:docMk/>
            <pc:sldMk cId="94388168" sldId="2850"/>
            <ac:spMk id="3" creationId="{289529B7-E527-7F4E-A25E-4AC9397372DF}"/>
          </ac:spMkLst>
        </pc:spChg>
        <pc:spChg chg="mod ord">
          <ac:chgData name="李 鼎基" userId="e6049a4411daca1f" providerId="LiveId" clId="{3D60235A-576C-404F-93D7-8E98A135F564}" dt="2020-05-25T05:22:19.918" v="1384" actId="700"/>
          <ac:spMkLst>
            <pc:docMk/>
            <pc:sldMk cId="94388168" sldId="2850"/>
            <ac:spMk id="4" creationId="{ACC6F3D4-8F10-2840-ACB5-2D4C831E684A}"/>
          </ac:spMkLst>
        </pc:spChg>
        <pc:spChg chg="mod ord">
          <ac:chgData name="李 鼎基" userId="e6049a4411daca1f" providerId="LiveId" clId="{3D60235A-576C-404F-93D7-8E98A135F564}" dt="2020-05-25T05:22:19.918" v="1384" actId="700"/>
          <ac:spMkLst>
            <pc:docMk/>
            <pc:sldMk cId="94388168" sldId="2850"/>
            <ac:spMk id="5" creationId="{688B6218-B9F0-3545-B2BB-688B796A4E9E}"/>
          </ac:spMkLst>
        </pc:spChg>
        <pc:spChg chg="add mod ord">
          <ac:chgData name="李 鼎基" userId="e6049a4411daca1f" providerId="LiveId" clId="{3D60235A-576C-404F-93D7-8E98A135F564}" dt="2020-05-25T05:22:19.918" v="1384" actId="700"/>
          <ac:spMkLst>
            <pc:docMk/>
            <pc:sldMk cId="94388168" sldId="2850"/>
            <ac:spMk id="6" creationId="{6186176C-5007-5C4C-B7E6-19DEFF15766F}"/>
          </ac:spMkLst>
        </pc:spChg>
        <pc:spChg chg="add mod ord">
          <ac:chgData name="李 鼎基" userId="e6049a4411daca1f" providerId="LiveId" clId="{3D60235A-576C-404F-93D7-8E98A135F564}" dt="2020-05-25T05:22:19.918" v="1384" actId="700"/>
          <ac:spMkLst>
            <pc:docMk/>
            <pc:sldMk cId="94388168" sldId="2850"/>
            <ac:spMk id="7" creationId="{0DAB1F3B-55FC-3249-AC2A-EB42918326E3}"/>
          </ac:spMkLst>
        </pc:spChg>
      </pc:sldChg>
      <pc:sldChg chg="addSp delSp modSp add mod modClrScheme chgLayout">
        <pc:chgData name="李 鼎基" userId="e6049a4411daca1f" providerId="LiveId" clId="{3D60235A-576C-404F-93D7-8E98A135F564}" dt="2020-05-25T05:24:25.023" v="1438" actId="20577"/>
        <pc:sldMkLst>
          <pc:docMk/>
          <pc:sldMk cId="1106194557" sldId="2850"/>
        </pc:sldMkLst>
        <pc:spChg chg="del mod ord">
          <ac:chgData name="李 鼎基" userId="e6049a4411daca1f" providerId="LiveId" clId="{3D60235A-576C-404F-93D7-8E98A135F564}" dt="2020-05-25T05:24:00.954" v="1411" actId="700"/>
          <ac:spMkLst>
            <pc:docMk/>
            <pc:sldMk cId="1106194557" sldId="2850"/>
            <ac:spMk id="2" creationId="{8DE798FD-C10D-8342-8F72-81B92787A48C}"/>
          </ac:spMkLst>
        </pc:spChg>
        <pc:spChg chg="del mod ord">
          <ac:chgData name="李 鼎基" userId="e6049a4411daca1f" providerId="LiveId" clId="{3D60235A-576C-404F-93D7-8E98A135F564}" dt="2020-05-25T05:24:00.954" v="1411" actId="700"/>
          <ac:spMkLst>
            <pc:docMk/>
            <pc:sldMk cId="1106194557" sldId="2850"/>
            <ac:spMk id="3" creationId="{3CFF5DAD-A971-1945-8617-8CD7BFFC2FCD}"/>
          </ac:spMkLst>
        </pc:spChg>
        <pc:spChg chg="mod ord">
          <ac:chgData name="李 鼎基" userId="e6049a4411daca1f" providerId="LiveId" clId="{3D60235A-576C-404F-93D7-8E98A135F564}" dt="2020-05-25T05:24:00.954" v="1411" actId="700"/>
          <ac:spMkLst>
            <pc:docMk/>
            <pc:sldMk cId="1106194557" sldId="2850"/>
            <ac:spMk id="4" creationId="{527FC1BB-3C88-9147-AB6B-A8772EBB85AE}"/>
          </ac:spMkLst>
        </pc:spChg>
        <pc:spChg chg="mod ord">
          <ac:chgData name="李 鼎基" userId="e6049a4411daca1f" providerId="LiveId" clId="{3D60235A-576C-404F-93D7-8E98A135F564}" dt="2020-05-25T05:24:00.954" v="1411" actId="700"/>
          <ac:spMkLst>
            <pc:docMk/>
            <pc:sldMk cId="1106194557" sldId="2850"/>
            <ac:spMk id="5" creationId="{23D55952-13AC-9744-9439-9EEECC509130}"/>
          </ac:spMkLst>
        </pc:spChg>
        <pc:spChg chg="add mod ord">
          <ac:chgData name="李 鼎基" userId="e6049a4411daca1f" providerId="LiveId" clId="{3D60235A-576C-404F-93D7-8E98A135F564}" dt="2020-05-25T05:24:25.023" v="1438" actId="20577"/>
          <ac:spMkLst>
            <pc:docMk/>
            <pc:sldMk cId="1106194557" sldId="2850"/>
            <ac:spMk id="6" creationId="{8C9F711B-4F0A-934C-B293-04D4059BF824}"/>
          </ac:spMkLst>
        </pc:spChg>
        <pc:spChg chg="add mod ord">
          <ac:chgData name="李 鼎基" userId="e6049a4411daca1f" providerId="LiveId" clId="{3D60235A-576C-404F-93D7-8E98A135F564}" dt="2020-05-25T05:24:00.954" v="1411" actId="700"/>
          <ac:spMkLst>
            <pc:docMk/>
            <pc:sldMk cId="1106194557" sldId="2850"/>
            <ac:spMk id="7" creationId="{EC64F2E1-897B-144D-B33F-3D10866154F4}"/>
          </ac:spMkLst>
        </pc:spChg>
      </pc:sldChg>
      <pc:sldChg chg="modSp add">
        <pc:chgData name="李 鼎基" userId="e6049a4411daca1f" providerId="LiveId" clId="{3D60235A-576C-404F-93D7-8E98A135F564}" dt="2020-05-25T05:24:12.186" v="1435" actId="20577"/>
        <pc:sldMkLst>
          <pc:docMk/>
          <pc:sldMk cId="2733055727" sldId="2851"/>
        </pc:sldMkLst>
        <pc:spChg chg="mod">
          <ac:chgData name="李 鼎基" userId="e6049a4411daca1f" providerId="LiveId" clId="{3D60235A-576C-404F-93D7-8E98A135F564}" dt="2020-05-25T05:24:12.186" v="1435" actId="20577"/>
          <ac:spMkLst>
            <pc:docMk/>
            <pc:sldMk cId="2733055727" sldId="2851"/>
            <ac:spMk id="2" creationId="{3FD0E95D-FC05-AF4D-9620-1EEE46C697AF}"/>
          </ac:spMkLst>
        </pc:spChg>
      </pc:sldChg>
    </pc:docChg>
  </pc:docChgLst>
  <pc:docChgLst>
    <pc:chgData name="李 鼎基" userId="e6049a4411daca1f" providerId="LiveId" clId="{508C8963-BCBB-461C-B9C0-6FCF106B037D}"/>
    <pc:docChg chg="undo custSel addSld delSld modSld">
      <pc:chgData name="李 鼎基" userId="e6049a4411daca1f" providerId="LiveId" clId="{508C8963-BCBB-461C-B9C0-6FCF106B037D}" dt="2020-05-18T13:23:55.455" v="1101" actId="680"/>
      <pc:docMkLst>
        <pc:docMk/>
      </pc:docMkLst>
      <pc:sldChg chg="modSp mod">
        <pc:chgData name="李 鼎基" userId="e6049a4411daca1f" providerId="LiveId" clId="{508C8963-BCBB-461C-B9C0-6FCF106B037D}" dt="2020-05-18T06:34:51.096" v="3"/>
        <pc:sldMkLst>
          <pc:docMk/>
          <pc:sldMk cId="1808067628" sldId="1306"/>
        </pc:sldMkLst>
        <pc:spChg chg="mod">
          <ac:chgData name="李 鼎基" userId="e6049a4411daca1f" providerId="LiveId" clId="{508C8963-BCBB-461C-B9C0-6FCF106B037D}" dt="2020-05-18T06:34:51.096" v="3"/>
          <ac:spMkLst>
            <pc:docMk/>
            <pc:sldMk cId="1808067628" sldId="1306"/>
            <ac:spMk id="5" creationId="{2C7C6228-E47F-EA4B-8DD8-28647C76DDD6}"/>
          </ac:spMkLst>
        </pc:spChg>
      </pc:sldChg>
      <pc:sldChg chg="addSp delSp modSp mod">
        <pc:chgData name="李 鼎基" userId="e6049a4411daca1f" providerId="LiveId" clId="{508C8963-BCBB-461C-B9C0-6FCF106B037D}" dt="2020-05-18T10:24:37.760" v="660"/>
        <pc:sldMkLst>
          <pc:docMk/>
          <pc:sldMk cId="1034927288" sldId="2668"/>
        </pc:sldMkLst>
        <pc:spChg chg="mod">
          <ac:chgData name="李 鼎基" userId="e6049a4411daca1f" providerId="LiveId" clId="{508C8963-BCBB-461C-B9C0-6FCF106B037D}" dt="2020-05-18T10:24:37.760" v="660"/>
          <ac:spMkLst>
            <pc:docMk/>
            <pc:sldMk cId="1034927288" sldId="2668"/>
            <ac:spMk id="2" creationId="{71324B83-A61A-1E4C-8AD1-8D266EB62FE1}"/>
          </ac:spMkLst>
        </pc:spChg>
        <pc:spChg chg="mod">
          <ac:chgData name="李 鼎基" userId="e6049a4411daca1f" providerId="LiveId" clId="{508C8963-BCBB-461C-B9C0-6FCF106B037D}" dt="2020-05-18T10:24:05.597" v="641"/>
          <ac:spMkLst>
            <pc:docMk/>
            <pc:sldMk cId="1034927288" sldId="2668"/>
            <ac:spMk id="3" creationId="{2A6FECEE-93E6-0F4F-933B-5CAA756AFABC}"/>
          </ac:spMkLst>
        </pc:spChg>
        <pc:spChg chg="del">
          <ac:chgData name="李 鼎基" userId="e6049a4411daca1f" providerId="LiveId" clId="{508C8963-BCBB-461C-B9C0-6FCF106B037D}" dt="2020-05-18T08:26:16.029" v="9" actId="478"/>
          <ac:spMkLst>
            <pc:docMk/>
            <pc:sldMk cId="1034927288" sldId="2668"/>
            <ac:spMk id="11" creationId="{0D3AA5B5-1CE1-564D-93F8-D8FBBFAC6235}"/>
          </ac:spMkLst>
        </pc:spChg>
        <pc:spChg chg="del">
          <ac:chgData name="李 鼎基" userId="e6049a4411daca1f" providerId="LiveId" clId="{508C8963-BCBB-461C-B9C0-6FCF106B037D}" dt="2020-05-18T08:26:16.029" v="9" actId="478"/>
          <ac:spMkLst>
            <pc:docMk/>
            <pc:sldMk cId="1034927288" sldId="2668"/>
            <ac:spMk id="12" creationId="{E9DC54D0-1A02-E144-9B14-BBA2D67E7468}"/>
          </ac:spMkLst>
        </pc:spChg>
        <pc:spChg chg="del">
          <ac:chgData name="李 鼎基" userId="e6049a4411daca1f" providerId="LiveId" clId="{508C8963-BCBB-461C-B9C0-6FCF106B037D}" dt="2020-05-18T08:26:16.029" v="9" actId="478"/>
          <ac:spMkLst>
            <pc:docMk/>
            <pc:sldMk cId="1034927288" sldId="2668"/>
            <ac:spMk id="13" creationId="{FCFA422A-CF26-DC4C-AD42-10189D2DA749}"/>
          </ac:spMkLst>
        </pc:spChg>
        <pc:spChg chg="add mod">
          <ac:chgData name="李 鼎基" userId="e6049a4411daca1f" providerId="LiveId" clId="{508C8963-BCBB-461C-B9C0-6FCF106B037D}" dt="2020-05-18T08:50:55.013" v="264" actId="1076"/>
          <ac:spMkLst>
            <pc:docMk/>
            <pc:sldMk cId="1034927288" sldId="2668"/>
            <ac:spMk id="18" creationId="{E532A311-30EC-4BD3-922F-9FA0FEFEC66D}"/>
          </ac:spMkLst>
        </pc:spChg>
        <pc:spChg chg="add mod">
          <ac:chgData name="李 鼎基" userId="e6049a4411daca1f" providerId="LiveId" clId="{508C8963-BCBB-461C-B9C0-6FCF106B037D}" dt="2020-05-18T10:09:16.770" v="457" actId="1076"/>
          <ac:spMkLst>
            <pc:docMk/>
            <pc:sldMk cId="1034927288" sldId="2668"/>
            <ac:spMk id="31" creationId="{8465717C-98EC-46AE-B656-A29C2FC6A0B0}"/>
          </ac:spMkLst>
        </pc:spChg>
        <pc:spChg chg="add mod">
          <ac:chgData name="李 鼎基" userId="e6049a4411daca1f" providerId="LiveId" clId="{508C8963-BCBB-461C-B9C0-6FCF106B037D}" dt="2020-05-18T08:50:42.750" v="263" actId="1076"/>
          <ac:spMkLst>
            <pc:docMk/>
            <pc:sldMk cId="1034927288" sldId="2668"/>
            <ac:spMk id="32" creationId="{9E6D9F63-0521-479B-8CC3-838CA8322F01}"/>
          </ac:spMkLst>
        </pc:spChg>
        <pc:grpChg chg="add del mod">
          <ac:chgData name="李 鼎基" userId="e6049a4411daca1f" providerId="LiveId" clId="{508C8963-BCBB-461C-B9C0-6FCF106B037D}" dt="2020-05-18T08:48:31.135" v="233" actId="165"/>
          <ac:grpSpMkLst>
            <pc:docMk/>
            <pc:sldMk cId="1034927288" sldId="2668"/>
            <ac:grpSpMk id="6" creationId="{BC31020A-A92D-491E-A9E4-17326AC1D12C}"/>
          </ac:grpSpMkLst>
        </pc:grpChg>
        <pc:grpChg chg="add mod">
          <ac:chgData name="李 鼎基" userId="e6049a4411daca1f" providerId="LiveId" clId="{508C8963-BCBB-461C-B9C0-6FCF106B037D}" dt="2020-05-18T08:49:09.858" v="240" actId="1076"/>
          <ac:grpSpMkLst>
            <pc:docMk/>
            <pc:sldMk cId="1034927288" sldId="2668"/>
            <ac:grpSpMk id="7" creationId="{AE139071-CE0D-458A-A70C-C642C2EC9876}"/>
          </ac:grpSpMkLst>
        </pc:grpChg>
        <pc:grpChg chg="add mod">
          <ac:chgData name="李 鼎基" userId="e6049a4411daca1f" providerId="LiveId" clId="{508C8963-BCBB-461C-B9C0-6FCF106B037D}" dt="2020-05-18T09:20:08.284" v="267" actId="1076"/>
          <ac:grpSpMkLst>
            <pc:docMk/>
            <pc:sldMk cId="1034927288" sldId="2668"/>
            <ac:grpSpMk id="9" creationId="{FBAC7D3C-134E-4954-A755-6578D59977F1}"/>
          </ac:grpSpMkLst>
        </pc:grpChg>
        <pc:grpChg chg="add del mod">
          <ac:chgData name="李 鼎基" userId="e6049a4411daca1f" providerId="LiveId" clId="{508C8963-BCBB-461C-B9C0-6FCF106B037D}" dt="2020-05-18T08:48:31.135" v="233" actId="165"/>
          <ac:grpSpMkLst>
            <pc:docMk/>
            <pc:sldMk cId="1034927288" sldId="2668"/>
            <ac:grpSpMk id="33" creationId="{757983EA-CF3E-45AE-9DD2-1414AA3BADAF}"/>
          </ac:grpSpMkLst>
        </pc:grpChg>
        <pc:grpChg chg="add del mod">
          <ac:chgData name="李 鼎基" userId="e6049a4411daca1f" providerId="LiveId" clId="{508C8963-BCBB-461C-B9C0-6FCF106B037D}" dt="2020-05-18T08:42:36.532" v="173" actId="165"/>
          <ac:grpSpMkLst>
            <pc:docMk/>
            <pc:sldMk cId="1034927288" sldId="2668"/>
            <ac:grpSpMk id="36" creationId="{28CC49FE-008E-4078-80C3-D965681B2803}"/>
          </ac:grpSpMkLst>
        </pc:grpChg>
        <pc:grpChg chg="add del mod">
          <ac:chgData name="李 鼎基" userId="e6049a4411daca1f" providerId="LiveId" clId="{508C8963-BCBB-461C-B9C0-6FCF106B037D}" dt="2020-05-18T08:48:31.135" v="233" actId="165"/>
          <ac:grpSpMkLst>
            <pc:docMk/>
            <pc:sldMk cId="1034927288" sldId="2668"/>
            <ac:grpSpMk id="44" creationId="{B208FE92-F5D9-4DC9-830B-7587E45D6D46}"/>
          </ac:grpSpMkLst>
        </pc:grpChg>
        <pc:grpChg chg="add del mod">
          <ac:chgData name="李 鼎基" userId="e6049a4411daca1f" providerId="LiveId" clId="{508C8963-BCBB-461C-B9C0-6FCF106B037D}" dt="2020-05-18T08:48:21.866" v="232" actId="165"/>
          <ac:grpSpMkLst>
            <pc:docMk/>
            <pc:sldMk cId="1034927288" sldId="2668"/>
            <ac:grpSpMk id="47" creationId="{720FACF2-4944-45D4-99D0-92364E10882B}"/>
          </ac:grpSpMkLst>
        </pc:grpChg>
        <pc:grpChg chg="add del mod">
          <ac:chgData name="李 鼎基" userId="e6049a4411daca1f" providerId="LiveId" clId="{508C8963-BCBB-461C-B9C0-6FCF106B037D}" dt="2020-05-18T08:48:31.135" v="233" actId="165"/>
          <ac:grpSpMkLst>
            <pc:docMk/>
            <pc:sldMk cId="1034927288" sldId="2668"/>
            <ac:grpSpMk id="50" creationId="{F22D3F37-728E-4563-8BC4-C5E379AC975B}"/>
          </ac:grpSpMkLst>
        </pc:grpChg>
        <pc:grpChg chg="add del mod">
          <ac:chgData name="李 鼎基" userId="e6049a4411daca1f" providerId="LiveId" clId="{508C8963-BCBB-461C-B9C0-6FCF106B037D}" dt="2020-05-18T08:48:31.135" v="233" actId="165"/>
          <ac:grpSpMkLst>
            <pc:docMk/>
            <pc:sldMk cId="1034927288" sldId="2668"/>
            <ac:grpSpMk id="53" creationId="{3C60EA74-10AA-4EDC-B806-8FF30BC49E84}"/>
          </ac:grpSpMkLst>
        </pc:grpChg>
        <pc:grpChg chg="add mod">
          <ac:chgData name="李 鼎基" userId="e6049a4411daca1f" providerId="LiveId" clId="{508C8963-BCBB-461C-B9C0-6FCF106B037D}" dt="2020-05-18T08:50:28.699" v="260" actId="1076"/>
          <ac:grpSpMkLst>
            <pc:docMk/>
            <pc:sldMk cId="1034927288" sldId="2668"/>
            <ac:grpSpMk id="59" creationId="{A306AB1A-5CBC-438E-80E0-931878ECBD4D}"/>
          </ac:grpSpMkLst>
        </pc:grpChg>
        <pc:grpChg chg="add mod">
          <ac:chgData name="李 鼎基" userId="e6049a4411daca1f" providerId="LiveId" clId="{508C8963-BCBB-461C-B9C0-6FCF106B037D}" dt="2020-05-18T08:50:10.942" v="256" actId="1076"/>
          <ac:grpSpMkLst>
            <pc:docMk/>
            <pc:sldMk cId="1034927288" sldId="2668"/>
            <ac:grpSpMk id="63" creationId="{6C5CBE42-D5DC-48CC-91F5-167942C65CAE}"/>
          </ac:grpSpMkLst>
        </pc:grpChg>
        <pc:picChg chg="del">
          <ac:chgData name="李 鼎基" userId="e6049a4411daca1f" providerId="LiveId" clId="{508C8963-BCBB-461C-B9C0-6FCF106B037D}" dt="2020-05-18T08:26:16.029" v="9" actId="478"/>
          <ac:picMkLst>
            <pc:docMk/>
            <pc:sldMk cId="1034927288" sldId="2668"/>
            <ac:picMk id="8" creationId="{2E40904B-53BD-484B-8D8C-993DE01CEC4D}"/>
          </ac:picMkLst>
        </pc:picChg>
        <pc:picChg chg="add mod">
          <ac:chgData name="李 鼎基" userId="e6049a4411daca1f" providerId="LiveId" clId="{508C8963-BCBB-461C-B9C0-6FCF106B037D}" dt="2020-05-18T09:23:08.001" v="304" actId="1076"/>
          <ac:picMkLst>
            <pc:docMk/>
            <pc:sldMk cId="1034927288" sldId="2668"/>
            <ac:picMk id="22" creationId="{EFBFFE3E-82F0-429D-B1CE-4AF7E2BFFFAA}"/>
          </ac:picMkLst>
        </pc:picChg>
        <pc:picChg chg="add del mod topLvl">
          <ac:chgData name="李 鼎基" userId="e6049a4411daca1f" providerId="LiveId" clId="{508C8963-BCBB-461C-B9C0-6FCF106B037D}" dt="2020-05-18T08:48:39.969" v="234" actId="478"/>
          <ac:picMkLst>
            <pc:docMk/>
            <pc:sldMk cId="1034927288" sldId="2668"/>
            <ac:picMk id="24" creationId="{A4A92248-1AA0-457B-A5FA-8705FA7C517D}"/>
          </ac:picMkLst>
        </pc:picChg>
        <pc:picChg chg="add mod topLvl">
          <ac:chgData name="李 鼎基" userId="e6049a4411daca1f" providerId="LiveId" clId="{508C8963-BCBB-461C-B9C0-6FCF106B037D}" dt="2020-05-18T08:49:02.852" v="238" actId="164"/>
          <ac:picMkLst>
            <pc:docMk/>
            <pc:sldMk cId="1034927288" sldId="2668"/>
            <ac:picMk id="25" creationId="{A36860D0-0ECA-4519-B9FF-797B7BF4899A}"/>
          </ac:picMkLst>
        </pc:picChg>
        <pc:picChg chg="add mod">
          <ac:chgData name="李 鼎基" userId="e6049a4411daca1f" providerId="LiveId" clId="{508C8963-BCBB-461C-B9C0-6FCF106B037D}" dt="2020-05-18T08:49:50.326" v="248" actId="164"/>
          <ac:picMkLst>
            <pc:docMk/>
            <pc:sldMk cId="1034927288" sldId="2668"/>
            <ac:picMk id="26" creationId="{401E609B-6DF2-481A-ACE1-65D7489D7E7F}"/>
          </ac:picMkLst>
        </pc:picChg>
        <pc:picChg chg="del">
          <ac:chgData name="李 鼎基" userId="e6049a4411daca1f" providerId="LiveId" clId="{508C8963-BCBB-461C-B9C0-6FCF106B037D}" dt="2020-05-18T08:26:16.029" v="9" actId="478"/>
          <ac:picMkLst>
            <pc:docMk/>
            <pc:sldMk cId="1034927288" sldId="2668"/>
            <ac:picMk id="27" creationId="{F405381C-083C-1342-AC6F-02CE7EA46902}"/>
          </ac:picMkLst>
        </pc:picChg>
        <pc:picChg chg="del">
          <ac:chgData name="李 鼎基" userId="e6049a4411daca1f" providerId="LiveId" clId="{508C8963-BCBB-461C-B9C0-6FCF106B037D}" dt="2020-05-18T08:26:16.029" v="9" actId="478"/>
          <ac:picMkLst>
            <pc:docMk/>
            <pc:sldMk cId="1034927288" sldId="2668"/>
            <ac:picMk id="28" creationId="{B40074BB-9217-EF43-AAB5-F4F1FFDA2DE5}"/>
          </ac:picMkLst>
        </pc:picChg>
        <pc:picChg chg="add del mod">
          <ac:chgData name="李 鼎基" userId="e6049a4411daca1f" providerId="LiveId" clId="{508C8963-BCBB-461C-B9C0-6FCF106B037D}" dt="2020-05-18T08:49:51.819" v="249" actId="478"/>
          <ac:picMkLst>
            <pc:docMk/>
            <pc:sldMk cId="1034927288" sldId="2668"/>
            <ac:picMk id="29" creationId="{0123132D-FE38-4CCB-9C53-5AD2E5D3C02B}"/>
          </ac:picMkLst>
        </pc:picChg>
        <pc:picChg chg="add del mod">
          <ac:chgData name="李 鼎基" userId="e6049a4411daca1f" providerId="LiveId" clId="{508C8963-BCBB-461C-B9C0-6FCF106B037D}" dt="2020-05-18T08:50:00.940" v="254" actId="478"/>
          <ac:picMkLst>
            <pc:docMk/>
            <pc:sldMk cId="1034927288" sldId="2668"/>
            <ac:picMk id="30" creationId="{68225C77-E027-46EC-AC18-4EE4277D564B}"/>
          </ac:picMkLst>
        </pc:picChg>
        <pc:picChg chg="del mod topLvl">
          <ac:chgData name="李 鼎基" userId="e6049a4411daca1f" providerId="LiveId" clId="{508C8963-BCBB-461C-B9C0-6FCF106B037D}" dt="2020-05-18T08:48:39.969" v="234" actId="478"/>
          <ac:picMkLst>
            <pc:docMk/>
            <pc:sldMk cId="1034927288" sldId="2668"/>
            <ac:picMk id="34" creationId="{2E7BEAA1-C2FE-46C3-9E2B-84A19DD2125B}"/>
          </ac:picMkLst>
        </pc:picChg>
        <pc:picChg chg="mod topLvl">
          <ac:chgData name="李 鼎基" userId="e6049a4411daca1f" providerId="LiveId" clId="{508C8963-BCBB-461C-B9C0-6FCF106B037D}" dt="2020-05-18T08:49:02.852" v="238" actId="164"/>
          <ac:picMkLst>
            <pc:docMk/>
            <pc:sldMk cId="1034927288" sldId="2668"/>
            <ac:picMk id="35" creationId="{E4F8ECAC-558D-4D8D-8484-D5F3CB79D05E}"/>
          </ac:picMkLst>
        </pc:picChg>
        <pc:picChg chg="del mod ord topLvl">
          <ac:chgData name="李 鼎基" userId="e6049a4411daca1f" providerId="LiveId" clId="{508C8963-BCBB-461C-B9C0-6FCF106B037D}" dt="2020-05-18T08:43:34.232" v="190" actId="478"/>
          <ac:picMkLst>
            <pc:docMk/>
            <pc:sldMk cId="1034927288" sldId="2668"/>
            <ac:picMk id="37" creationId="{4C251364-6DE9-4EA6-95AE-D83FDCC5D039}"/>
          </ac:picMkLst>
        </pc:picChg>
        <pc:picChg chg="del">
          <ac:chgData name="李 鼎基" userId="e6049a4411daca1f" providerId="LiveId" clId="{508C8963-BCBB-461C-B9C0-6FCF106B037D}" dt="2020-05-18T08:26:16.029" v="9" actId="478"/>
          <ac:picMkLst>
            <pc:docMk/>
            <pc:sldMk cId="1034927288" sldId="2668"/>
            <ac:picMk id="38" creationId="{D6F40067-116D-5440-B5E8-BB8CA0D93B01}"/>
          </ac:picMkLst>
        </pc:picChg>
        <pc:picChg chg="add del mod topLvl">
          <ac:chgData name="李 鼎基" userId="e6049a4411daca1f" providerId="LiveId" clId="{508C8963-BCBB-461C-B9C0-6FCF106B037D}" dt="2020-05-18T08:43:41.224" v="192" actId="478"/>
          <ac:picMkLst>
            <pc:docMk/>
            <pc:sldMk cId="1034927288" sldId="2668"/>
            <ac:picMk id="39" creationId="{77B2E64B-1CDF-4B79-B709-B05A7213B9A0}"/>
          </ac:picMkLst>
        </pc:picChg>
        <pc:picChg chg="add del mod">
          <ac:chgData name="李 鼎基" userId="e6049a4411daca1f" providerId="LiveId" clId="{508C8963-BCBB-461C-B9C0-6FCF106B037D}" dt="2020-05-18T08:43:41.224" v="192" actId="478"/>
          <ac:picMkLst>
            <pc:docMk/>
            <pc:sldMk cId="1034927288" sldId="2668"/>
            <ac:picMk id="40" creationId="{6F5E499F-EFF7-4C33-881E-CFD0B60B41BB}"/>
          </ac:picMkLst>
        </pc:picChg>
        <pc:picChg chg="del">
          <ac:chgData name="李 鼎基" userId="e6049a4411daca1f" providerId="LiveId" clId="{508C8963-BCBB-461C-B9C0-6FCF106B037D}" dt="2020-05-18T08:26:16.029" v="9" actId="478"/>
          <ac:picMkLst>
            <pc:docMk/>
            <pc:sldMk cId="1034927288" sldId="2668"/>
            <ac:picMk id="42" creationId="{FEAF793C-EB16-014F-9277-21623F29FEB3}"/>
          </ac:picMkLst>
        </pc:picChg>
        <pc:picChg chg="del">
          <ac:chgData name="李 鼎基" userId="e6049a4411daca1f" providerId="LiveId" clId="{508C8963-BCBB-461C-B9C0-6FCF106B037D}" dt="2020-05-18T08:26:16.029" v="9" actId="478"/>
          <ac:picMkLst>
            <pc:docMk/>
            <pc:sldMk cId="1034927288" sldId="2668"/>
            <ac:picMk id="43" creationId="{400D2D0D-DCE1-EF4D-AECD-B6A958F73FFE}"/>
          </ac:picMkLst>
        </pc:picChg>
        <pc:picChg chg="del mod topLvl">
          <ac:chgData name="李 鼎基" userId="e6049a4411daca1f" providerId="LiveId" clId="{508C8963-BCBB-461C-B9C0-6FCF106B037D}" dt="2020-05-18T08:48:39.969" v="234" actId="478"/>
          <ac:picMkLst>
            <pc:docMk/>
            <pc:sldMk cId="1034927288" sldId="2668"/>
            <ac:picMk id="45" creationId="{11545CCA-0E60-4D5A-8259-C23F3A5685DE}"/>
          </ac:picMkLst>
        </pc:picChg>
        <pc:picChg chg="mod topLvl">
          <ac:chgData name="李 鼎基" userId="e6049a4411daca1f" providerId="LiveId" clId="{508C8963-BCBB-461C-B9C0-6FCF106B037D}" dt="2020-05-18T08:49:02.852" v="238" actId="164"/>
          <ac:picMkLst>
            <pc:docMk/>
            <pc:sldMk cId="1034927288" sldId="2668"/>
            <ac:picMk id="46" creationId="{911795E9-AF96-4D30-B29C-E47C379ECCC3}"/>
          </ac:picMkLst>
        </pc:picChg>
        <pc:picChg chg="del mod topLvl">
          <ac:chgData name="李 鼎基" userId="e6049a4411daca1f" providerId="LiveId" clId="{508C8963-BCBB-461C-B9C0-6FCF106B037D}" dt="2020-05-18T08:48:39.969" v="234" actId="478"/>
          <ac:picMkLst>
            <pc:docMk/>
            <pc:sldMk cId="1034927288" sldId="2668"/>
            <ac:picMk id="48" creationId="{42F1BA06-8570-4E73-9894-06CD619C05D2}"/>
          </ac:picMkLst>
        </pc:picChg>
        <pc:picChg chg="mod topLvl">
          <ac:chgData name="李 鼎基" userId="e6049a4411daca1f" providerId="LiveId" clId="{508C8963-BCBB-461C-B9C0-6FCF106B037D}" dt="2020-05-18T08:49:02.852" v="238" actId="164"/>
          <ac:picMkLst>
            <pc:docMk/>
            <pc:sldMk cId="1034927288" sldId="2668"/>
            <ac:picMk id="49" creationId="{C3BB071E-2D08-4F4F-A919-BFDA1C07CEFF}"/>
          </ac:picMkLst>
        </pc:picChg>
        <pc:picChg chg="del mod topLvl">
          <ac:chgData name="李 鼎基" userId="e6049a4411daca1f" providerId="LiveId" clId="{508C8963-BCBB-461C-B9C0-6FCF106B037D}" dt="2020-05-18T08:48:39.969" v="234" actId="478"/>
          <ac:picMkLst>
            <pc:docMk/>
            <pc:sldMk cId="1034927288" sldId="2668"/>
            <ac:picMk id="51" creationId="{C521CA24-C03E-498D-87A4-9657728973A4}"/>
          </ac:picMkLst>
        </pc:picChg>
        <pc:picChg chg="mod topLvl">
          <ac:chgData name="李 鼎基" userId="e6049a4411daca1f" providerId="LiveId" clId="{508C8963-BCBB-461C-B9C0-6FCF106B037D}" dt="2020-05-18T08:49:02.852" v="238" actId="164"/>
          <ac:picMkLst>
            <pc:docMk/>
            <pc:sldMk cId="1034927288" sldId="2668"/>
            <ac:picMk id="52" creationId="{3FD3EE8F-CD1D-40F0-8F3C-F2A3E26B3C79}"/>
          </ac:picMkLst>
        </pc:picChg>
        <pc:picChg chg="del mod topLvl">
          <ac:chgData name="李 鼎基" userId="e6049a4411daca1f" providerId="LiveId" clId="{508C8963-BCBB-461C-B9C0-6FCF106B037D}" dt="2020-05-18T08:48:39.969" v="234" actId="478"/>
          <ac:picMkLst>
            <pc:docMk/>
            <pc:sldMk cId="1034927288" sldId="2668"/>
            <ac:picMk id="54" creationId="{F20590A5-B11E-4F7F-A664-028896E5398A}"/>
          </ac:picMkLst>
        </pc:picChg>
        <pc:picChg chg="mod topLvl">
          <ac:chgData name="李 鼎基" userId="e6049a4411daca1f" providerId="LiveId" clId="{508C8963-BCBB-461C-B9C0-6FCF106B037D}" dt="2020-05-18T08:49:02.852" v="238" actId="164"/>
          <ac:picMkLst>
            <pc:docMk/>
            <pc:sldMk cId="1034927288" sldId="2668"/>
            <ac:picMk id="55" creationId="{FA9E3475-6EEE-4DDD-BDC9-6BEEB4211ACB}"/>
          </ac:picMkLst>
        </pc:picChg>
        <pc:picChg chg="add mod">
          <ac:chgData name="李 鼎基" userId="e6049a4411daca1f" providerId="LiveId" clId="{508C8963-BCBB-461C-B9C0-6FCF106B037D}" dt="2020-05-18T08:49:50.326" v="248" actId="164"/>
          <ac:picMkLst>
            <pc:docMk/>
            <pc:sldMk cId="1034927288" sldId="2668"/>
            <ac:picMk id="56" creationId="{DBDC5AA2-3EFF-4984-B848-E0058958B7A0}"/>
          </ac:picMkLst>
        </pc:picChg>
        <pc:picChg chg="add del mod">
          <ac:chgData name="李 鼎基" userId="e6049a4411daca1f" providerId="LiveId" clId="{508C8963-BCBB-461C-B9C0-6FCF106B037D}" dt="2020-05-18T08:49:15.694" v="241" actId="478"/>
          <ac:picMkLst>
            <pc:docMk/>
            <pc:sldMk cId="1034927288" sldId="2668"/>
            <ac:picMk id="57" creationId="{1A8BA617-EFCB-461B-BB0E-05BBF0361457}"/>
          </ac:picMkLst>
        </pc:picChg>
        <pc:picChg chg="add mod">
          <ac:chgData name="李 鼎基" userId="e6049a4411daca1f" providerId="LiveId" clId="{508C8963-BCBB-461C-B9C0-6FCF106B037D}" dt="2020-05-18T08:49:50.326" v="248" actId="164"/>
          <ac:picMkLst>
            <pc:docMk/>
            <pc:sldMk cId="1034927288" sldId="2668"/>
            <ac:picMk id="58" creationId="{42B5E61D-22C1-4613-B190-7C2E080558B9}"/>
          </ac:picMkLst>
        </pc:picChg>
        <pc:picChg chg="mod">
          <ac:chgData name="李 鼎基" userId="e6049a4411daca1f" providerId="LiveId" clId="{508C8963-BCBB-461C-B9C0-6FCF106B037D}" dt="2020-05-18T08:49:57.983" v="252"/>
          <ac:picMkLst>
            <pc:docMk/>
            <pc:sldMk cId="1034927288" sldId="2668"/>
            <ac:picMk id="60" creationId="{6917526B-1FEC-4384-8F6A-4A188C0F724C}"/>
          </ac:picMkLst>
        </pc:picChg>
        <pc:picChg chg="mod">
          <ac:chgData name="李 鼎基" userId="e6049a4411daca1f" providerId="LiveId" clId="{508C8963-BCBB-461C-B9C0-6FCF106B037D}" dt="2020-05-18T08:49:57.983" v="252"/>
          <ac:picMkLst>
            <pc:docMk/>
            <pc:sldMk cId="1034927288" sldId="2668"/>
            <ac:picMk id="61" creationId="{C4AEE195-DC9E-4245-AEE4-FF9253B269FC}"/>
          </ac:picMkLst>
        </pc:picChg>
        <pc:picChg chg="mod">
          <ac:chgData name="李 鼎基" userId="e6049a4411daca1f" providerId="LiveId" clId="{508C8963-BCBB-461C-B9C0-6FCF106B037D}" dt="2020-05-18T08:49:57.983" v="252"/>
          <ac:picMkLst>
            <pc:docMk/>
            <pc:sldMk cId="1034927288" sldId="2668"/>
            <ac:picMk id="62" creationId="{37907C3A-C780-4661-9876-14DEF86DEA58}"/>
          </ac:picMkLst>
        </pc:picChg>
        <pc:picChg chg="mod">
          <ac:chgData name="李 鼎基" userId="e6049a4411daca1f" providerId="LiveId" clId="{508C8963-BCBB-461C-B9C0-6FCF106B037D}" dt="2020-05-18T08:50:02.924" v="255"/>
          <ac:picMkLst>
            <pc:docMk/>
            <pc:sldMk cId="1034927288" sldId="2668"/>
            <ac:picMk id="64" creationId="{2E0057FA-1BE8-4531-83D7-DA07252E6792}"/>
          </ac:picMkLst>
        </pc:picChg>
        <pc:picChg chg="mod">
          <ac:chgData name="李 鼎基" userId="e6049a4411daca1f" providerId="LiveId" clId="{508C8963-BCBB-461C-B9C0-6FCF106B037D}" dt="2020-05-18T08:50:02.924" v="255"/>
          <ac:picMkLst>
            <pc:docMk/>
            <pc:sldMk cId="1034927288" sldId="2668"/>
            <ac:picMk id="65" creationId="{580C1297-6D3F-4047-83B2-975E30954249}"/>
          </ac:picMkLst>
        </pc:picChg>
        <pc:picChg chg="mod">
          <ac:chgData name="李 鼎基" userId="e6049a4411daca1f" providerId="LiveId" clId="{508C8963-BCBB-461C-B9C0-6FCF106B037D}" dt="2020-05-18T08:50:02.924" v="255"/>
          <ac:picMkLst>
            <pc:docMk/>
            <pc:sldMk cId="1034927288" sldId="2668"/>
            <ac:picMk id="66" creationId="{A0652E97-BEFB-4593-B841-DF0017D38AD4}"/>
          </ac:picMkLst>
        </pc:picChg>
        <pc:picChg chg="add mod">
          <ac:chgData name="李 鼎基" userId="e6049a4411daca1f" providerId="LiveId" clId="{508C8963-BCBB-461C-B9C0-6FCF106B037D}" dt="2020-05-18T09:23:08.001" v="304" actId="1076"/>
          <ac:picMkLst>
            <pc:docMk/>
            <pc:sldMk cId="1034927288" sldId="2668"/>
            <ac:picMk id="89" creationId="{0F5E89C0-4932-4650-911E-32C314247C0C}"/>
          </ac:picMkLst>
        </pc:picChg>
        <pc:picChg chg="add mod">
          <ac:chgData name="李 鼎基" userId="e6049a4411daca1f" providerId="LiveId" clId="{508C8963-BCBB-461C-B9C0-6FCF106B037D}" dt="2020-05-18T09:23:08.001" v="304" actId="1076"/>
          <ac:picMkLst>
            <pc:docMk/>
            <pc:sldMk cId="1034927288" sldId="2668"/>
            <ac:picMk id="90" creationId="{93AFB3A5-9E8A-4D8D-98F6-293B99212130}"/>
          </ac:picMkLst>
        </pc:picChg>
        <pc:cxnChg chg="del mod">
          <ac:chgData name="李 鼎基" userId="e6049a4411daca1f" providerId="LiveId" clId="{508C8963-BCBB-461C-B9C0-6FCF106B037D}" dt="2020-05-18T08:26:16.029" v="9" actId="478"/>
          <ac:cxnSpMkLst>
            <pc:docMk/>
            <pc:sldMk cId="1034927288" sldId="2668"/>
            <ac:cxnSpMk id="14" creationId="{BAB7876B-1849-794D-A846-5ACAA381765F}"/>
          </ac:cxnSpMkLst>
        </pc:cxnChg>
        <pc:cxnChg chg="add mod">
          <ac:chgData name="李 鼎基" userId="e6049a4411daca1f" providerId="LiveId" clId="{508C8963-BCBB-461C-B9C0-6FCF106B037D}" dt="2020-05-18T09:23:15.335" v="306" actId="14100"/>
          <ac:cxnSpMkLst>
            <pc:docMk/>
            <pc:sldMk cId="1034927288" sldId="2668"/>
            <ac:cxnSpMk id="19" creationId="{505282EA-2187-41AA-892D-EAB0BCA8308C}"/>
          </ac:cxnSpMkLst>
        </pc:cxnChg>
        <pc:cxnChg chg="del">
          <ac:chgData name="李 鼎基" userId="e6049a4411daca1f" providerId="LiveId" clId="{508C8963-BCBB-461C-B9C0-6FCF106B037D}" dt="2020-05-18T08:26:16.029" v="9" actId="478"/>
          <ac:cxnSpMkLst>
            <pc:docMk/>
            <pc:sldMk cId="1034927288" sldId="2668"/>
            <ac:cxnSpMk id="20" creationId="{B9FD8CC5-20E9-5040-B407-A180BC9C8404}"/>
          </ac:cxnSpMkLst>
        </pc:cxnChg>
        <pc:cxnChg chg="add mod">
          <ac:chgData name="李 鼎基" userId="e6049a4411daca1f" providerId="LiveId" clId="{508C8963-BCBB-461C-B9C0-6FCF106B037D}" dt="2020-05-18T09:22:03.482" v="286" actId="14100"/>
          <ac:cxnSpMkLst>
            <pc:docMk/>
            <pc:sldMk cId="1034927288" sldId="2668"/>
            <ac:cxnSpMk id="21" creationId="{CFC810C5-0799-4927-9774-A1F04546943C}"/>
          </ac:cxnSpMkLst>
        </pc:cxnChg>
        <pc:cxnChg chg="add mod">
          <ac:chgData name="李 鼎基" userId="e6049a4411daca1f" providerId="LiveId" clId="{508C8963-BCBB-461C-B9C0-6FCF106B037D}" dt="2020-05-18T09:23:20.263" v="308" actId="14100"/>
          <ac:cxnSpMkLst>
            <pc:docMk/>
            <pc:sldMk cId="1034927288" sldId="2668"/>
            <ac:cxnSpMk id="23" creationId="{8A5701D1-CFC1-4215-BFD0-1ABBD6F07C76}"/>
          </ac:cxnSpMkLst>
        </pc:cxnChg>
        <pc:cxnChg chg="del">
          <ac:chgData name="李 鼎基" userId="e6049a4411daca1f" providerId="LiveId" clId="{508C8963-BCBB-461C-B9C0-6FCF106B037D}" dt="2020-05-18T08:26:16.029" v="9" actId="478"/>
          <ac:cxnSpMkLst>
            <pc:docMk/>
            <pc:sldMk cId="1034927288" sldId="2668"/>
            <ac:cxnSpMk id="41" creationId="{9022E4A7-8DBC-814C-9662-07F04A799D00}"/>
          </ac:cxnSpMkLst>
        </pc:cxnChg>
        <pc:cxnChg chg="add mod">
          <ac:chgData name="李 鼎基" userId="e6049a4411daca1f" providerId="LiveId" clId="{508C8963-BCBB-461C-B9C0-6FCF106B037D}" dt="2020-05-18T09:21:32.049" v="281" actId="14100"/>
          <ac:cxnSpMkLst>
            <pc:docMk/>
            <pc:sldMk cId="1034927288" sldId="2668"/>
            <ac:cxnSpMk id="67" creationId="{762BFED2-9208-42AB-B84C-6A3E83D00AF1}"/>
          </ac:cxnSpMkLst>
        </pc:cxnChg>
        <pc:cxnChg chg="add mod">
          <ac:chgData name="李 鼎基" userId="e6049a4411daca1f" providerId="LiveId" clId="{508C8963-BCBB-461C-B9C0-6FCF106B037D}" dt="2020-05-18T09:21:09.685" v="280" actId="14100"/>
          <ac:cxnSpMkLst>
            <pc:docMk/>
            <pc:sldMk cId="1034927288" sldId="2668"/>
            <ac:cxnSpMk id="68" creationId="{7059B421-783E-499C-A26D-A59B102BE0E2}"/>
          </ac:cxnSpMkLst>
        </pc:cxnChg>
        <pc:cxnChg chg="add mod">
          <ac:chgData name="李 鼎基" userId="e6049a4411daca1f" providerId="LiveId" clId="{508C8963-BCBB-461C-B9C0-6FCF106B037D}" dt="2020-05-18T09:20:52.213" v="278" actId="14100"/>
          <ac:cxnSpMkLst>
            <pc:docMk/>
            <pc:sldMk cId="1034927288" sldId="2668"/>
            <ac:cxnSpMk id="70" creationId="{9F1A0089-BBDD-48AF-BE94-54F42F20DE17}"/>
          </ac:cxnSpMkLst>
        </pc:cxnChg>
        <pc:cxnChg chg="add mod">
          <ac:chgData name="李 鼎基" userId="e6049a4411daca1f" providerId="LiveId" clId="{508C8963-BCBB-461C-B9C0-6FCF106B037D}" dt="2020-05-18T09:21:51.940" v="284" actId="14100"/>
          <ac:cxnSpMkLst>
            <pc:docMk/>
            <pc:sldMk cId="1034927288" sldId="2668"/>
            <ac:cxnSpMk id="76" creationId="{825896F2-DE64-4AF8-AF96-5514CE2CB226}"/>
          </ac:cxnSpMkLst>
        </pc:cxnChg>
        <pc:cxnChg chg="add mod">
          <ac:chgData name="李 鼎基" userId="e6049a4411daca1f" providerId="LiveId" clId="{508C8963-BCBB-461C-B9C0-6FCF106B037D}" dt="2020-05-18T09:22:33.797" v="294" actId="14100"/>
          <ac:cxnSpMkLst>
            <pc:docMk/>
            <pc:sldMk cId="1034927288" sldId="2668"/>
            <ac:cxnSpMk id="81" creationId="{BEB97F80-27E1-4BB6-B8FA-7A67CAF48933}"/>
          </ac:cxnSpMkLst>
        </pc:cxnChg>
        <pc:cxnChg chg="add mod">
          <ac:chgData name="李 鼎基" userId="e6049a4411daca1f" providerId="LiveId" clId="{508C8963-BCBB-461C-B9C0-6FCF106B037D}" dt="2020-05-18T09:22:21.561" v="292" actId="14100"/>
          <ac:cxnSpMkLst>
            <pc:docMk/>
            <pc:sldMk cId="1034927288" sldId="2668"/>
            <ac:cxnSpMk id="84" creationId="{8F32E3EC-5AB9-4FEE-AAEB-C640F4DC004F}"/>
          </ac:cxnSpMkLst>
        </pc:cxnChg>
      </pc:sldChg>
      <pc:sldChg chg="del">
        <pc:chgData name="李 鼎基" userId="e6049a4411daca1f" providerId="LiveId" clId="{508C8963-BCBB-461C-B9C0-6FCF106B037D}" dt="2020-05-18T10:52:39.778" v="916" actId="47"/>
        <pc:sldMkLst>
          <pc:docMk/>
          <pc:sldMk cId="911690671" sldId="2669"/>
        </pc:sldMkLst>
      </pc:sldChg>
      <pc:sldChg chg="modSp add mod">
        <pc:chgData name="李 鼎基" userId="e6049a4411daca1f" providerId="LiveId" clId="{508C8963-BCBB-461C-B9C0-6FCF106B037D}" dt="2020-05-18T10:56:34.351" v="939"/>
        <pc:sldMkLst>
          <pc:docMk/>
          <pc:sldMk cId="3112287188" sldId="2765"/>
        </pc:sldMkLst>
        <pc:spChg chg="mod">
          <ac:chgData name="李 鼎基" userId="e6049a4411daca1f" providerId="LiveId" clId="{508C8963-BCBB-461C-B9C0-6FCF106B037D}" dt="2020-05-18T10:24:34.087" v="652" actId="21"/>
          <ac:spMkLst>
            <pc:docMk/>
            <pc:sldMk cId="3112287188" sldId="2765"/>
            <ac:spMk id="2" creationId="{71324B83-A61A-1E4C-8AD1-8D266EB62FE1}"/>
          </ac:spMkLst>
        </pc:spChg>
        <pc:spChg chg="mod">
          <ac:chgData name="李 鼎基" userId="e6049a4411daca1f" providerId="LiveId" clId="{508C8963-BCBB-461C-B9C0-6FCF106B037D}" dt="2020-05-18T10:56:34.351" v="939"/>
          <ac:spMkLst>
            <pc:docMk/>
            <pc:sldMk cId="3112287188" sldId="2765"/>
            <ac:spMk id="3" creationId="{2A6FECEE-93E6-0F4F-933B-5CAA756AFABC}"/>
          </ac:spMkLst>
        </pc:spChg>
        <pc:spChg chg="mod">
          <ac:chgData name="李 鼎基" userId="e6049a4411daca1f" providerId="LiveId" clId="{508C8963-BCBB-461C-B9C0-6FCF106B037D}" dt="2020-05-18T10:09:25.029" v="458" actId="1076"/>
          <ac:spMkLst>
            <pc:docMk/>
            <pc:sldMk cId="3112287188" sldId="2765"/>
            <ac:spMk id="31" creationId="{8465717C-98EC-46AE-B656-A29C2FC6A0B0}"/>
          </ac:spMkLst>
        </pc:spChg>
      </pc:sldChg>
      <pc:sldChg chg="modSp new mod">
        <pc:chgData name="李 鼎基" userId="e6049a4411daca1f" providerId="LiveId" clId="{508C8963-BCBB-461C-B9C0-6FCF106B037D}" dt="2020-05-18T11:08:32.508" v="1100"/>
        <pc:sldMkLst>
          <pc:docMk/>
          <pc:sldMk cId="715154468" sldId="2766"/>
        </pc:sldMkLst>
        <pc:spChg chg="mod">
          <ac:chgData name="李 鼎基" userId="e6049a4411daca1f" providerId="LiveId" clId="{508C8963-BCBB-461C-B9C0-6FCF106B037D}" dt="2020-05-18T10:52:48.047" v="918"/>
          <ac:spMkLst>
            <pc:docMk/>
            <pc:sldMk cId="715154468" sldId="2766"/>
            <ac:spMk id="2" creationId="{179A18B2-4B3B-4C46-B30C-9C75620727DD}"/>
          </ac:spMkLst>
        </pc:spChg>
        <pc:spChg chg="mod">
          <ac:chgData name="李 鼎基" userId="e6049a4411daca1f" providerId="LiveId" clId="{508C8963-BCBB-461C-B9C0-6FCF106B037D}" dt="2020-05-18T11:08:32.508" v="1100"/>
          <ac:spMkLst>
            <pc:docMk/>
            <pc:sldMk cId="715154468" sldId="2766"/>
            <ac:spMk id="3" creationId="{229CF3B3-8661-4A03-B1C0-387465F68D4B}"/>
          </ac:spMkLst>
        </pc:spChg>
      </pc:sldChg>
      <pc:sldChg chg="new">
        <pc:chgData name="李 鼎基" userId="e6049a4411daca1f" providerId="LiveId" clId="{508C8963-BCBB-461C-B9C0-6FCF106B037D}" dt="2020-05-18T13:23:55.455" v="1101" actId="680"/>
        <pc:sldMkLst>
          <pc:docMk/>
          <pc:sldMk cId="2650555672" sldId="2767"/>
        </pc:sldMkLst>
      </pc:sldChg>
    </pc:docChg>
  </pc:docChgLst>
  <pc:docChgLst>
    <pc:chgData name="李 鼎基" userId="e6049a4411daca1f" providerId="LiveId" clId="{844D5A83-E05C-AF41-96C1-06865B493B94}"/>
    <pc:docChg chg="undo redo custSel addSld delSld modSld sldOrd">
      <pc:chgData name="李 鼎基" userId="e6049a4411daca1f" providerId="LiveId" clId="{844D5A83-E05C-AF41-96C1-06865B493B94}" dt="2020-05-22T14:02:50.587" v="14441"/>
      <pc:docMkLst>
        <pc:docMk/>
      </pc:docMkLst>
      <pc:sldChg chg="del">
        <pc:chgData name="李 鼎基" userId="e6049a4411daca1f" providerId="LiveId" clId="{844D5A83-E05C-AF41-96C1-06865B493B94}" dt="2020-05-22T13:07:30.132" v="13413" actId="2696"/>
        <pc:sldMkLst>
          <pc:docMk/>
          <pc:sldMk cId="3880652232" sldId="502"/>
        </pc:sldMkLst>
      </pc:sldChg>
      <pc:sldChg chg="modSp">
        <pc:chgData name="李 鼎基" userId="e6049a4411daca1f" providerId="LiveId" clId="{844D5A83-E05C-AF41-96C1-06865B493B94}" dt="2020-05-21T04:37:34.684" v="207" actId="20577"/>
        <pc:sldMkLst>
          <pc:docMk/>
          <pc:sldMk cId="256381600" sldId="1371"/>
        </pc:sldMkLst>
        <pc:spChg chg="mod">
          <ac:chgData name="李 鼎基" userId="e6049a4411daca1f" providerId="LiveId" clId="{844D5A83-E05C-AF41-96C1-06865B493B94}" dt="2020-05-21T04:37:34.684" v="207" actId="20577"/>
          <ac:spMkLst>
            <pc:docMk/>
            <pc:sldMk cId="256381600" sldId="1371"/>
            <ac:spMk id="5" creationId="{7C3CFBB2-29A4-9845-909C-D2C6211C1301}"/>
          </ac:spMkLst>
        </pc:spChg>
      </pc:sldChg>
      <pc:sldChg chg="del">
        <pc:chgData name="李 鼎基" userId="e6049a4411daca1f" providerId="LiveId" clId="{844D5A83-E05C-AF41-96C1-06865B493B94}" dt="2020-05-22T13:07:30.856" v="13448" actId="2696"/>
        <pc:sldMkLst>
          <pc:docMk/>
          <pc:sldMk cId="3770712851" sldId="2227"/>
        </pc:sldMkLst>
      </pc:sldChg>
      <pc:sldChg chg="addSp delSp modSp ord">
        <pc:chgData name="李 鼎基" userId="e6049a4411daca1f" providerId="LiveId" clId="{844D5A83-E05C-AF41-96C1-06865B493B94}" dt="2020-05-21T06:15:17.511" v="1245"/>
        <pc:sldMkLst>
          <pc:docMk/>
          <pc:sldMk cId="4270716737" sldId="2670"/>
        </pc:sldMkLst>
        <pc:spChg chg="mod">
          <ac:chgData name="李 鼎基" userId="e6049a4411daca1f" providerId="LiveId" clId="{844D5A83-E05C-AF41-96C1-06865B493B94}" dt="2020-05-21T04:24:34.533" v="46" actId="20577"/>
          <ac:spMkLst>
            <pc:docMk/>
            <pc:sldMk cId="4270716737" sldId="2670"/>
            <ac:spMk id="2" creationId="{D3339C4A-EDA5-B44F-8E9E-3F9CB18D8174}"/>
          </ac:spMkLst>
        </pc:spChg>
        <pc:spChg chg="mod">
          <ac:chgData name="李 鼎基" userId="e6049a4411daca1f" providerId="LiveId" clId="{844D5A83-E05C-AF41-96C1-06865B493B94}" dt="2020-05-21T05:05:55.477" v="736" actId="6549"/>
          <ac:spMkLst>
            <pc:docMk/>
            <pc:sldMk cId="4270716737" sldId="2670"/>
            <ac:spMk id="3" creationId="{21900C59-98FF-B746-90F7-D81FF9C53DD0}"/>
          </ac:spMkLst>
        </pc:spChg>
        <pc:spChg chg="mod">
          <ac:chgData name="李 鼎基" userId="e6049a4411daca1f" providerId="LiveId" clId="{844D5A83-E05C-AF41-96C1-06865B493B94}" dt="2020-05-21T05:44:55.151" v="950" actId="20577"/>
          <ac:spMkLst>
            <pc:docMk/>
            <pc:sldMk cId="4270716737" sldId="2670"/>
            <ac:spMk id="6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8" creationId="{00000000-0000-0000-0000-000000000000}"/>
          </ac:spMkLst>
        </pc:spChg>
        <pc:spChg chg="del mod">
          <ac:chgData name="李 鼎基" userId="e6049a4411daca1f" providerId="LiveId" clId="{844D5A83-E05C-AF41-96C1-06865B493B94}" dt="2020-05-21T04:43:06.813" v="269" actId="478"/>
          <ac:spMkLst>
            <pc:docMk/>
            <pc:sldMk cId="4270716737" sldId="2670"/>
            <ac:spMk id="17" creationId="{E9B1E56E-08EF-7D4B-8DD6-CA8A1F03C38C}"/>
          </ac:spMkLst>
        </pc:spChg>
        <pc:spChg chg="mod">
          <ac:chgData name="李 鼎基" userId="e6049a4411daca1f" providerId="LiveId" clId="{844D5A83-E05C-AF41-96C1-06865B493B94}" dt="2020-05-21T05:45:00.679" v="953" actId="20577"/>
          <ac:spMkLst>
            <pc:docMk/>
            <pc:sldMk cId="4270716737" sldId="2670"/>
            <ac:spMk id="19" creationId="{00000000-0000-0000-0000-000000000000}"/>
          </ac:spMkLst>
        </pc:spChg>
        <pc:spChg chg="mod">
          <ac:chgData name="李 鼎基" userId="e6049a4411daca1f" providerId="LiveId" clId="{844D5A83-E05C-AF41-96C1-06865B493B94}" dt="2020-05-21T05:45:04.679" v="956" actId="20577"/>
          <ac:spMkLst>
            <pc:docMk/>
            <pc:sldMk cId="4270716737" sldId="2670"/>
            <ac:spMk id="20" creationId="{00000000-0000-0000-0000-000000000000}"/>
          </ac:spMkLst>
        </pc:spChg>
        <pc:spChg chg="mod">
          <ac:chgData name="李 鼎基" userId="e6049a4411daca1f" providerId="LiveId" clId="{844D5A83-E05C-AF41-96C1-06865B493B94}" dt="2020-05-21T05:45:08.055" v="959" actId="20577"/>
          <ac:spMkLst>
            <pc:docMk/>
            <pc:sldMk cId="4270716737" sldId="2670"/>
            <ac:spMk id="21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24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25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26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27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28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29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30" creationId="{00000000-0000-0000-0000-000000000000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31" creationId="{B1B3784A-5BB9-914E-B7A2-D9BF64A23CC3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32" creationId="{B1B3784A-5BB9-914E-B7A2-D9BF64A23CC3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33" creationId="{B1B3784A-5BB9-914E-B7A2-D9BF64A23CC3}"/>
          </ac:spMkLst>
        </pc:spChg>
        <pc:spChg chg="add mod">
          <ac:chgData name="李 鼎基" userId="e6049a4411daca1f" providerId="LiveId" clId="{844D5A83-E05C-AF41-96C1-06865B493B94}" dt="2020-05-21T04:54:06.962" v="573" actId="1036"/>
          <ac:spMkLst>
            <pc:docMk/>
            <pc:sldMk cId="4270716737" sldId="2670"/>
            <ac:spMk id="34" creationId="{C1DC8AFD-D46D-2A48-819F-CF362D97491B}"/>
          </ac:spMkLst>
        </pc:spChg>
        <pc:spChg chg="add mod">
          <ac:chgData name="李 鼎基" userId="e6049a4411daca1f" providerId="LiveId" clId="{844D5A83-E05C-AF41-96C1-06865B493B94}" dt="2020-05-21T04:54:06.962" v="573" actId="1036"/>
          <ac:spMkLst>
            <pc:docMk/>
            <pc:sldMk cId="4270716737" sldId="2670"/>
            <ac:spMk id="35" creationId="{EB007028-7777-0345-9022-98140C9BFC26}"/>
          </ac:spMkLst>
        </pc:spChg>
        <pc:spChg chg="del mod">
          <ac:chgData name="李 鼎基" userId="e6049a4411daca1f" providerId="LiveId" clId="{844D5A83-E05C-AF41-96C1-06865B493B94}" dt="2020-05-21T04:54:00.557" v="566" actId="478"/>
          <ac:spMkLst>
            <pc:docMk/>
            <pc:sldMk cId="4270716737" sldId="2670"/>
            <ac:spMk id="40" creationId="{EAEAD3EC-A15B-2E49-97CD-DC29C0155771}"/>
          </ac:spMkLst>
        </pc:spChg>
        <pc:spChg chg="mod">
          <ac:chgData name="李 鼎基" userId="e6049a4411daca1f" providerId="LiveId" clId="{844D5A83-E05C-AF41-96C1-06865B493B94}" dt="2020-05-21T04:54:12.339" v="579" actId="1036"/>
          <ac:spMkLst>
            <pc:docMk/>
            <pc:sldMk cId="4270716737" sldId="2670"/>
            <ac:spMk id="76" creationId="{B1B3784A-5BB9-914E-B7A2-D9BF64A23CC3}"/>
          </ac:spMkLst>
        </pc:spChg>
        <pc:cxnChg chg="mod">
          <ac:chgData name="李 鼎基" userId="e6049a4411daca1f" providerId="LiveId" clId="{844D5A83-E05C-AF41-96C1-06865B493B94}" dt="2020-05-21T04:54:06.962" v="573" actId="1036"/>
          <ac:cxnSpMkLst>
            <pc:docMk/>
            <pc:sldMk cId="4270716737" sldId="2670"/>
            <ac:cxnSpMk id="44" creationId="{7AEA9143-D4E9-C54B-A073-7A37F5F97782}"/>
          </ac:cxnSpMkLst>
        </pc:cxnChg>
      </pc:sldChg>
      <pc:sldChg chg="modSp">
        <pc:chgData name="李 鼎基" userId="e6049a4411daca1f" providerId="LiveId" clId="{844D5A83-E05C-AF41-96C1-06865B493B94}" dt="2020-05-21T06:12:54.029" v="1243" actId="20577"/>
        <pc:sldMkLst>
          <pc:docMk/>
          <pc:sldMk cId="463792602" sldId="2671"/>
        </pc:sldMkLst>
        <pc:spChg chg="mod">
          <ac:chgData name="李 鼎基" userId="e6049a4411daca1f" providerId="LiveId" clId="{844D5A83-E05C-AF41-96C1-06865B493B94}" dt="2020-05-21T06:12:38.983" v="1215" actId="20577"/>
          <ac:spMkLst>
            <pc:docMk/>
            <pc:sldMk cId="463792602" sldId="2671"/>
            <ac:spMk id="2" creationId="{DB49A20D-6AFB-374D-B02C-6FD4AAB5774B}"/>
          </ac:spMkLst>
        </pc:spChg>
        <pc:spChg chg="mod">
          <ac:chgData name="李 鼎基" userId="e6049a4411daca1f" providerId="LiveId" clId="{844D5A83-E05C-AF41-96C1-06865B493B94}" dt="2020-05-21T06:12:54.029" v="1243" actId="20577"/>
          <ac:spMkLst>
            <pc:docMk/>
            <pc:sldMk cId="463792602" sldId="2671"/>
            <ac:spMk id="3" creationId="{F91D87ED-5525-6549-A999-F69059084CB8}"/>
          </ac:spMkLst>
        </pc:spChg>
      </pc:sldChg>
      <pc:sldChg chg="del">
        <pc:chgData name="李 鼎基" userId="e6049a4411daca1f" providerId="LiveId" clId="{844D5A83-E05C-AF41-96C1-06865B493B94}" dt="2020-05-21T04:37:16.936" v="190" actId="2696"/>
        <pc:sldMkLst>
          <pc:docMk/>
          <pc:sldMk cId="1681306832" sldId="2672"/>
        </pc:sldMkLst>
      </pc:sldChg>
      <pc:sldChg chg="del">
        <pc:chgData name="李 鼎基" userId="e6049a4411daca1f" providerId="LiveId" clId="{844D5A83-E05C-AF41-96C1-06865B493B94}" dt="2020-05-21T04:56:11.167" v="586" actId="2696"/>
        <pc:sldMkLst>
          <pc:docMk/>
          <pc:sldMk cId="3913413219" sldId="2673"/>
        </pc:sldMkLst>
      </pc:sldChg>
      <pc:sldChg chg="modSp del">
        <pc:chgData name="李 鼎基" userId="e6049a4411daca1f" providerId="LiveId" clId="{844D5A83-E05C-AF41-96C1-06865B493B94}" dt="2020-05-22T13:07:30.004" v="13406" actId="2696"/>
        <pc:sldMkLst>
          <pc:docMk/>
          <pc:sldMk cId="577074551" sldId="2675"/>
        </pc:sldMkLst>
        <pc:spChg chg="mod">
          <ac:chgData name="李 鼎基" userId="e6049a4411daca1f" providerId="LiveId" clId="{844D5A83-E05C-AF41-96C1-06865B493B94}" dt="2020-05-22T08:03:20.590" v="8068" actId="1076"/>
          <ac:spMkLst>
            <pc:docMk/>
            <pc:sldMk cId="577074551" sldId="2675"/>
            <ac:spMk id="5" creationId="{6D078D78-9422-3C49-9254-BABF778B2963}"/>
          </ac:spMkLst>
        </pc:spChg>
      </pc:sldChg>
      <pc:sldChg chg="del">
        <pc:chgData name="李 鼎基" userId="e6049a4411daca1f" providerId="LiveId" clId="{844D5A83-E05C-AF41-96C1-06865B493B94}" dt="2020-05-22T13:07:30.072" v="13410" actId="2696"/>
        <pc:sldMkLst>
          <pc:docMk/>
          <pc:sldMk cId="1118980307" sldId="2678"/>
        </pc:sldMkLst>
      </pc:sldChg>
      <pc:sldChg chg="del">
        <pc:chgData name="李 鼎基" userId="e6049a4411daca1f" providerId="LiveId" clId="{844D5A83-E05C-AF41-96C1-06865B493B94}" dt="2020-05-21T04:56:11.123" v="580" actId="2696"/>
        <pc:sldMkLst>
          <pc:docMk/>
          <pc:sldMk cId="1015420496" sldId="2682"/>
        </pc:sldMkLst>
      </pc:sldChg>
      <pc:sldChg chg="del">
        <pc:chgData name="李 鼎基" userId="e6049a4411daca1f" providerId="LiveId" clId="{844D5A83-E05C-AF41-96C1-06865B493B94}" dt="2020-05-21T04:37:16.944" v="191" actId="2696"/>
        <pc:sldMkLst>
          <pc:docMk/>
          <pc:sldMk cId="3547219943" sldId="2686"/>
        </pc:sldMkLst>
      </pc:sldChg>
      <pc:sldChg chg="del">
        <pc:chgData name="李 鼎基" userId="e6049a4411daca1f" providerId="LiveId" clId="{844D5A83-E05C-AF41-96C1-06865B493B94}" dt="2020-05-21T04:37:16.950" v="192" actId="2696"/>
        <pc:sldMkLst>
          <pc:docMk/>
          <pc:sldMk cId="3851428030" sldId="2687"/>
        </pc:sldMkLst>
      </pc:sldChg>
      <pc:sldChg chg="del">
        <pc:chgData name="李 鼎基" userId="e6049a4411daca1f" providerId="LiveId" clId="{844D5A83-E05C-AF41-96C1-06865B493B94}" dt="2020-05-21T04:37:16.963" v="193" actId="2696"/>
        <pc:sldMkLst>
          <pc:docMk/>
          <pc:sldMk cId="4164873862" sldId="2688"/>
        </pc:sldMkLst>
      </pc:sldChg>
      <pc:sldChg chg="del">
        <pc:chgData name="李 鼎基" userId="e6049a4411daca1f" providerId="LiveId" clId="{844D5A83-E05C-AF41-96C1-06865B493B94}" dt="2020-05-21T04:56:11.144" v="583" actId="2696"/>
        <pc:sldMkLst>
          <pc:docMk/>
          <pc:sldMk cId="3008187592" sldId="2711"/>
        </pc:sldMkLst>
      </pc:sldChg>
      <pc:sldChg chg="del">
        <pc:chgData name="李 鼎基" userId="e6049a4411daca1f" providerId="LiveId" clId="{844D5A83-E05C-AF41-96C1-06865B493B94}" dt="2020-05-21T04:56:11.130" v="581" actId="2696"/>
        <pc:sldMkLst>
          <pc:docMk/>
          <pc:sldMk cId="944336849" sldId="2712"/>
        </pc:sldMkLst>
      </pc:sldChg>
      <pc:sldChg chg="del">
        <pc:chgData name="李 鼎基" userId="e6049a4411daca1f" providerId="LiveId" clId="{844D5A83-E05C-AF41-96C1-06865B493B94}" dt="2020-05-21T04:56:11.136" v="582" actId="2696"/>
        <pc:sldMkLst>
          <pc:docMk/>
          <pc:sldMk cId="3852723416" sldId="2713"/>
        </pc:sldMkLst>
      </pc:sldChg>
      <pc:sldChg chg="del">
        <pc:chgData name="李 鼎基" userId="e6049a4411daca1f" providerId="LiveId" clId="{844D5A83-E05C-AF41-96C1-06865B493B94}" dt="2020-05-21T04:56:11.150" v="584" actId="2696"/>
        <pc:sldMkLst>
          <pc:docMk/>
          <pc:sldMk cId="2274315642" sldId="2714"/>
        </pc:sldMkLst>
      </pc:sldChg>
      <pc:sldChg chg="del">
        <pc:chgData name="李 鼎基" userId="e6049a4411daca1f" providerId="LiveId" clId="{844D5A83-E05C-AF41-96C1-06865B493B94}" dt="2020-05-21T04:56:11.157" v="585" actId="2696"/>
        <pc:sldMkLst>
          <pc:docMk/>
          <pc:sldMk cId="848157117" sldId="2715"/>
        </pc:sldMkLst>
      </pc:sldChg>
      <pc:sldChg chg="modSp del ord">
        <pc:chgData name="李 鼎基" userId="e6049a4411daca1f" providerId="LiveId" clId="{844D5A83-E05C-AF41-96C1-06865B493B94}" dt="2020-05-21T08:30:07.632" v="2694" actId="2696"/>
        <pc:sldMkLst>
          <pc:docMk/>
          <pc:sldMk cId="1934595936" sldId="2716"/>
        </pc:sldMkLst>
        <pc:spChg chg="mod">
          <ac:chgData name="李 鼎基" userId="e6049a4411daca1f" providerId="LiveId" clId="{844D5A83-E05C-AF41-96C1-06865B493B94}" dt="2020-05-21T08:22:56.631" v="2384" actId="20577"/>
          <ac:spMkLst>
            <pc:docMk/>
            <pc:sldMk cId="1934595936" sldId="2716"/>
            <ac:spMk id="5" creationId="{7C3CFBB2-29A4-9845-909C-D2C6211C1301}"/>
          </ac:spMkLst>
        </pc:spChg>
      </pc:sldChg>
      <pc:sldChg chg="addSp delSp modSp ord modTransition modAnim">
        <pc:chgData name="李 鼎基" userId="e6049a4411daca1f" providerId="LiveId" clId="{844D5A83-E05C-AF41-96C1-06865B493B94}" dt="2020-05-21T11:35:23.838" v="4155" actId="20577"/>
        <pc:sldMkLst>
          <pc:docMk/>
          <pc:sldMk cId="2338316493" sldId="2717"/>
        </pc:sldMkLst>
        <pc:spChg chg="mod">
          <ac:chgData name="李 鼎基" userId="e6049a4411daca1f" providerId="LiveId" clId="{844D5A83-E05C-AF41-96C1-06865B493B94}" dt="2020-05-21T11:35:23.838" v="4155" actId="20577"/>
          <ac:spMkLst>
            <pc:docMk/>
            <pc:sldMk cId="2338316493" sldId="2717"/>
            <ac:spMk id="2" creationId="{CC2B93B7-95B2-C647-A672-CFE64BE40018}"/>
          </ac:spMkLst>
        </pc:spChg>
        <pc:spChg chg="mod">
          <ac:chgData name="李 鼎基" userId="e6049a4411daca1f" providerId="LiveId" clId="{844D5A83-E05C-AF41-96C1-06865B493B94}" dt="2020-05-21T08:50:13.377" v="3144" actId="20577"/>
          <ac:spMkLst>
            <pc:docMk/>
            <pc:sldMk cId="2338316493" sldId="2717"/>
            <ac:spMk id="3" creationId="{463171EC-F059-CC43-8601-4FF2D09158C6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6" creationId="{93553D00-3639-DE45-AF3C-613C7E7E5159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7" creationId="{AC892504-E7AC-1F4C-A2F9-D686CC9B7672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8" creationId="{E7353EFD-B5CE-9243-B478-909B177BB420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9" creationId="{4E51E0F4-26B2-964A-88B4-6135757A4EA5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11" creationId="{92443C1F-9B62-2D40-949B-FA463A751109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12" creationId="{1B242DDF-C20A-2944-8F69-EEF2E2DABC2D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13" creationId="{2CFF1932-04A9-FB42-A3EA-ACCC7D46F4C4}"/>
          </ac:spMkLst>
        </pc:spChg>
        <pc:spChg chg="del">
          <ac:chgData name="李 鼎基" userId="e6049a4411daca1f" providerId="LiveId" clId="{844D5A83-E05C-AF41-96C1-06865B493B94}" dt="2020-05-21T08:13:05.972" v="2231" actId="478"/>
          <ac:spMkLst>
            <pc:docMk/>
            <pc:sldMk cId="2338316493" sldId="2717"/>
            <ac:spMk id="14" creationId="{0C03E120-5D83-3F46-8CCB-52BFCF5A5B45}"/>
          </ac:spMkLst>
        </pc:spChg>
        <pc:spChg chg="add mod">
          <ac:chgData name="李 鼎基" userId="e6049a4411daca1f" providerId="LiveId" clId="{844D5A83-E05C-AF41-96C1-06865B493B94}" dt="2020-05-21T08:50:21.487" v="3147" actId="1036"/>
          <ac:spMkLst>
            <pc:docMk/>
            <pc:sldMk cId="2338316493" sldId="2717"/>
            <ac:spMk id="15" creationId="{3D6215CC-54D4-614C-B890-B65E043EE60B}"/>
          </ac:spMkLst>
        </pc:spChg>
        <pc:spChg chg="add del mod">
          <ac:chgData name="李 鼎基" userId="e6049a4411daca1f" providerId="LiveId" clId="{844D5A83-E05C-AF41-96C1-06865B493B94}" dt="2020-05-21T08:15:30.459" v="2242"/>
          <ac:spMkLst>
            <pc:docMk/>
            <pc:sldMk cId="2338316493" sldId="2717"/>
            <ac:spMk id="16" creationId="{7391B99F-5FE7-7541-866B-BA69F96D5380}"/>
          </ac:spMkLst>
        </pc:spChg>
        <pc:spChg chg="add del mod">
          <ac:chgData name="李 鼎基" userId="e6049a4411daca1f" providerId="LiveId" clId="{844D5A83-E05C-AF41-96C1-06865B493B94}" dt="2020-05-21T08:15:31.178" v="2244"/>
          <ac:spMkLst>
            <pc:docMk/>
            <pc:sldMk cId="2338316493" sldId="2717"/>
            <ac:spMk id="17" creationId="{7194EE30-03CE-3649-ADA8-3F72FC34D548}"/>
          </ac:spMkLst>
        </pc:spChg>
        <pc:spChg chg="add mod">
          <ac:chgData name="李 鼎基" userId="e6049a4411daca1f" providerId="LiveId" clId="{844D5A83-E05C-AF41-96C1-06865B493B94}" dt="2020-05-21T08:50:21.487" v="3147" actId="1036"/>
          <ac:spMkLst>
            <pc:docMk/>
            <pc:sldMk cId="2338316493" sldId="2717"/>
            <ac:spMk id="18" creationId="{C679E30B-1721-6A4B-ADB2-B59C7C03912A}"/>
          </ac:spMkLst>
        </pc:spChg>
        <pc:spChg chg="add mod">
          <ac:chgData name="李 鼎基" userId="e6049a4411daca1f" providerId="LiveId" clId="{844D5A83-E05C-AF41-96C1-06865B493B94}" dt="2020-05-21T08:50:21.487" v="3147" actId="1036"/>
          <ac:spMkLst>
            <pc:docMk/>
            <pc:sldMk cId="2338316493" sldId="2717"/>
            <ac:spMk id="19" creationId="{E0BE8934-A77D-5248-9CAB-C6312878294D}"/>
          </ac:spMkLst>
        </pc:spChg>
        <pc:spChg chg="add mod">
          <ac:chgData name="李 鼎基" userId="e6049a4411daca1f" providerId="LiveId" clId="{844D5A83-E05C-AF41-96C1-06865B493B94}" dt="2020-05-21T08:50:21.487" v="3147" actId="1036"/>
          <ac:spMkLst>
            <pc:docMk/>
            <pc:sldMk cId="2338316493" sldId="2717"/>
            <ac:spMk id="20" creationId="{495FADA6-02B0-4C46-8EFF-0E2D9FA1EEB9}"/>
          </ac:spMkLst>
        </pc:spChg>
        <pc:spChg chg="add mod">
          <ac:chgData name="李 鼎基" userId="e6049a4411daca1f" providerId="LiveId" clId="{844D5A83-E05C-AF41-96C1-06865B493B94}" dt="2020-05-21T08:50:21.487" v="3147" actId="1036"/>
          <ac:spMkLst>
            <pc:docMk/>
            <pc:sldMk cId="2338316493" sldId="2717"/>
            <ac:spMk id="21" creationId="{719522B4-C6F9-664E-81A7-6C9A9ED0FE13}"/>
          </ac:spMkLst>
        </pc:spChg>
        <pc:spChg chg="add mod">
          <ac:chgData name="李 鼎基" userId="e6049a4411daca1f" providerId="LiveId" clId="{844D5A83-E05C-AF41-96C1-06865B493B94}" dt="2020-05-21T08:50:21.487" v="3147" actId="1036"/>
          <ac:spMkLst>
            <pc:docMk/>
            <pc:sldMk cId="2338316493" sldId="2717"/>
            <ac:spMk id="22" creationId="{EFB72E59-C09E-8141-9B6F-FBA7611C2FBD}"/>
          </ac:spMkLst>
        </pc:spChg>
        <pc:spChg chg="add del mod">
          <ac:chgData name="李 鼎基" userId="e6049a4411daca1f" providerId="LiveId" clId="{844D5A83-E05C-AF41-96C1-06865B493B94}" dt="2020-05-21T08:44:43.853" v="2986" actId="478"/>
          <ac:spMkLst>
            <pc:docMk/>
            <pc:sldMk cId="2338316493" sldId="2717"/>
            <ac:spMk id="40" creationId="{BABFF37D-41F7-D54B-9A73-C966FC7F985E}"/>
          </ac:spMkLst>
        </pc:spChg>
        <pc:spChg chg="add del mod">
          <ac:chgData name="李 鼎基" userId="e6049a4411daca1f" providerId="LiveId" clId="{844D5A83-E05C-AF41-96C1-06865B493B94}" dt="2020-05-21T08:44:43.853" v="2986" actId="478"/>
          <ac:spMkLst>
            <pc:docMk/>
            <pc:sldMk cId="2338316493" sldId="2717"/>
            <ac:spMk id="41" creationId="{11A46096-2C3F-F343-99C6-569A241BF189}"/>
          </ac:spMkLst>
        </pc:spChg>
        <pc:spChg chg="add del mod">
          <ac:chgData name="李 鼎基" userId="e6049a4411daca1f" providerId="LiveId" clId="{844D5A83-E05C-AF41-96C1-06865B493B94}" dt="2020-05-21T08:44:43.853" v="2986" actId="478"/>
          <ac:spMkLst>
            <pc:docMk/>
            <pc:sldMk cId="2338316493" sldId="2717"/>
            <ac:spMk id="42" creationId="{DC5D4424-0F00-EF4F-BC5D-E857903F0119}"/>
          </ac:spMkLst>
        </pc:spChg>
        <pc:spChg chg="add del mod">
          <ac:chgData name="李 鼎基" userId="e6049a4411daca1f" providerId="LiveId" clId="{844D5A83-E05C-AF41-96C1-06865B493B94}" dt="2020-05-21T08:44:43.853" v="2986" actId="478"/>
          <ac:spMkLst>
            <pc:docMk/>
            <pc:sldMk cId="2338316493" sldId="2717"/>
            <ac:spMk id="43" creationId="{87850C1D-1B83-6046-B6E3-93CEB8621BF4}"/>
          </ac:spMkLst>
        </pc:spChg>
        <pc:spChg chg="add del mod">
          <ac:chgData name="李 鼎基" userId="e6049a4411daca1f" providerId="LiveId" clId="{844D5A83-E05C-AF41-96C1-06865B493B94}" dt="2020-05-21T08:44:43.853" v="2986" actId="478"/>
          <ac:spMkLst>
            <pc:docMk/>
            <pc:sldMk cId="2338316493" sldId="2717"/>
            <ac:spMk id="44" creationId="{1BCA065A-DACF-304C-9D0E-78AF452EA43D}"/>
          </ac:spMkLst>
        </pc:spChg>
        <pc:spChg chg="add del mod">
          <ac:chgData name="李 鼎基" userId="e6049a4411daca1f" providerId="LiveId" clId="{844D5A83-E05C-AF41-96C1-06865B493B94}" dt="2020-05-21T08:44:43.853" v="2986" actId="478"/>
          <ac:spMkLst>
            <pc:docMk/>
            <pc:sldMk cId="2338316493" sldId="2717"/>
            <ac:spMk id="45" creationId="{9D6FFD45-C89F-D74B-A05D-EE30507547D0}"/>
          </ac:spMkLst>
        </pc:spChg>
        <pc:spChg chg="add mod">
          <ac:chgData name="李 鼎基" userId="e6049a4411daca1f" providerId="LiveId" clId="{844D5A83-E05C-AF41-96C1-06865B493B94}" dt="2020-05-21T08:50:21.487" v="3147" actId="1036"/>
          <ac:spMkLst>
            <pc:docMk/>
            <pc:sldMk cId="2338316493" sldId="2717"/>
            <ac:spMk id="51" creationId="{5BADF5F5-E2A2-954A-9D85-14C2C7399B4A}"/>
          </ac:spMkLst>
        </pc:spChg>
        <pc:spChg chg="add del mod">
          <ac:chgData name="李 鼎基" userId="e6049a4411daca1f" providerId="LiveId" clId="{844D5A83-E05C-AF41-96C1-06865B493B94}" dt="2020-05-21T08:44:43.853" v="2986" actId="478"/>
          <ac:spMkLst>
            <pc:docMk/>
            <pc:sldMk cId="2338316493" sldId="2717"/>
            <ac:spMk id="52" creationId="{AFBACB6D-9B5C-914C-BEA9-ED46804004AF}"/>
          </ac:spMkLst>
        </pc:spChg>
        <pc:spChg chg="add del mod">
          <ac:chgData name="李 鼎基" userId="e6049a4411daca1f" providerId="LiveId" clId="{844D5A83-E05C-AF41-96C1-06865B493B94}" dt="2020-05-21T08:45:36.022" v="2992" actId="478"/>
          <ac:spMkLst>
            <pc:docMk/>
            <pc:sldMk cId="2338316493" sldId="2717"/>
            <ac:spMk id="53" creationId="{43E72406-C23E-8F4E-8243-E074499E969D}"/>
          </ac:spMkLst>
        </pc:spChg>
        <pc:spChg chg="add del mod">
          <ac:chgData name="李 鼎基" userId="e6049a4411daca1f" providerId="LiveId" clId="{844D5A83-E05C-AF41-96C1-06865B493B94}" dt="2020-05-21T08:47:09.559" v="2998" actId="478"/>
          <ac:spMkLst>
            <pc:docMk/>
            <pc:sldMk cId="2338316493" sldId="2717"/>
            <ac:spMk id="54" creationId="{976B7207-B82D-0D4A-BF2F-4124BC820AE6}"/>
          </ac:spMkLst>
        </pc:spChg>
        <pc:cxnChg chg="del">
          <ac:chgData name="李 鼎基" userId="e6049a4411daca1f" providerId="LiveId" clId="{844D5A83-E05C-AF41-96C1-06865B493B94}" dt="2020-05-21T08:13:05.972" v="2231" actId="478"/>
          <ac:cxnSpMkLst>
            <pc:docMk/>
            <pc:sldMk cId="2338316493" sldId="2717"/>
            <ac:cxnSpMk id="10" creationId="{3F653704-23E1-5742-AE73-9CC45C25D335}"/>
          </ac:cxnSpMkLst>
        </pc:cxnChg>
        <pc:cxnChg chg="add mod">
          <ac:chgData name="李 鼎基" userId="e6049a4411daca1f" providerId="LiveId" clId="{844D5A83-E05C-AF41-96C1-06865B493B94}" dt="2020-05-21T08:50:21.487" v="3147" actId="1036"/>
          <ac:cxnSpMkLst>
            <pc:docMk/>
            <pc:sldMk cId="2338316493" sldId="2717"/>
            <ac:cxnSpMk id="24" creationId="{AC0034CA-B807-2C4A-92B1-E9B24DE6D442}"/>
          </ac:cxnSpMkLst>
        </pc:cxnChg>
        <pc:cxnChg chg="add mod">
          <ac:chgData name="李 鼎基" userId="e6049a4411daca1f" providerId="LiveId" clId="{844D5A83-E05C-AF41-96C1-06865B493B94}" dt="2020-05-21T08:50:21.487" v="3147" actId="1036"/>
          <ac:cxnSpMkLst>
            <pc:docMk/>
            <pc:sldMk cId="2338316493" sldId="2717"/>
            <ac:cxnSpMk id="25" creationId="{B8B09E33-7C37-B548-A97A-329A33FDB228}"/>
          </ac:cxnSpMkLst>
        </pc:cxnChg>
        <pc:cxnChg chg="add mod">
          <ac:chgData name="李 鼎基" userId="e6049a4411daca1f" providerId="LiveId" clId="{844D5A83-E05C-AF41-96C1-06865B493B94}" dt="2020-05-21T08:50:21.487" v="3147" actId="1036"/>
          <ac:cxnSpMkLst>
            <pc:docMk/>
            <pc:sldMk cId="2338316493" sldId="2717"/>
            <ac:cxnSpMk id="28" creationId="{110A2FD1-F543-9449-93F4-F1842C6531DF}"/>
          </ac:cxnSpMkLst>
        </pc:cxnChg>
        <pc:cxnChg chg="add mod">
          <ac:chgData name="李 鼎基" userId="e6049a4411daca1f" providerId="LiveId" clId="{844D5A83-E05C-AF41-96C1-06865B493B94}" dt="2020-05-21T08:50:21.487" v="3147" actId="1036"/>
          <ac:cxnSpMkLst>
            <pc:docMk/>
            <pc:sldMk cId="2338316493" sldId="2717"/>
            <ac:cxnSpMk id="32" creationId="{1BF6E504-C7B4-E142-8386-293D9BC03D52}"/>
          </ac:cxnSpMkLst>
        </pc:cxnChg>
        <pc:cxnChg chg="add mod">
          <ac:chgData name="李 鼎基" userId="e6049a4411daca1f" providerId="LiveId" clId="{844D5A83-E05C-AF41-96C1-06865B493B94}" dt="2020-05-21T08:50:21.487" v="3147" actId="1036"/>
          <ac:cxnSpMkLst>
            <pc:docMk/>
            <pc:sldMk cId="2338316493" sldId="2717"/>
            <ac:cxnSpMk id="35" creationId="{C3EEE55B-0B3B-7446-8AC4-7DFBD26AAFA9}"/>
          </ac:cxnSpMkLst>
        </pc:cxnChg>
        <pc:cxnChg chg="add del mod">
          <ac:chgData name="李 鼎基" userId="e6049a4411daca1f" providerId="LiveId" clId="{844D5A83-E05C-AF41-96C1-06865B493B94}" dt="2020-05-21T08:44:43.853" v="2986" actId="478"/>
          <ac:cxnSpMkLst>
            <pc:docMk/>
            <pc:sldMk cId="2338316493" sldId="2717"/>
            <ac:cxnSpMk id="46" creationId="{13E9BC6F-6BC4-DC49-8C4B-0A3A01D7D091}"/>
          </ac:cxnSpMkLst>
        </pc:cxnChg>
        <pc:cxnChg chg="add del mod">
          <ac:chgData name="李 鼎基" userId="e6049a4411daca1f" providerId="LiveId" clId="{844D5A83-E05C-AF41-96C1-06865B493B94}" dt="2020-05-21T08:44:43.853" v="2986" actId="478"/>
          <ac:cxnSpMkLst>
            <pc:docMk/>
            <pc:sldMk cId="2338316493" sldId="2717"/>
            <ac:cxnSpMk id="47" creationId="{E67F5E56-16DB-7F48-83D5-80B1F7CAA175}"/>
          </ac:cxnSpMkLst>
        </pc:cxnChg>
        <pc:cxnChg chg="add del mod">
          <ac:chgData name="李 鼎基" userId="e6049a4411daca1f" providerId="LiveId" clId="{844D5A83-E05C-AF41-96C1-06865B493B94}" dt="2020-05-21T08:44:43.853" v="2986" actId="478"/>
          <ac:cxnSpMkLst>
            <pc:docMk/>
            <pc:sldMk cId="2338316493" sldId="2717"/>
            <ac:cxnSpMk id="48" creationId="{71B763AC-C7A3-1E4E-B900-8A5167B76F17}"/>
          </ac:cxnSpMkLst>
        </pc:cxnChg>
        <pc:cxnChg chg="add del mod">
          <ac:chgData name="李 鼎基" userId="e6049a4411daca1f" providerId="LiveId" clId="{844D5A83-E05C-AF41-96C1-06865B493B94}" dt="2020-05-21T08:44:43.853" v="2986" actId="478"/>
          <ac:cxnSpMkLst>
            <pc:docMk/>
            <pc:sldMk cId="2338316493" sldId="2717"/>
            <ac:cxnSpMk id="49" creationId="{F7F4CC9B-DC56-4D45-97FE-55E210E19E85}"/>
          </ac:cxnSpMkLst>
        </pc:cxnChg>
        <pc:cxnChg chg="add del mod">
          <ac:chgData name="李 鼎基" userId="e6049a4411daca1f" providerId="LiveId" clId="{844D5A83-E05C-AF41-96C1-06865B493B94}" dt="2020-05-21T08:44:43.853" v="2986" actId="478"/>
          <ac:cxnSpMkLst>
            <pc:docMk/>
            <pc:sldMk cId="2338316493" sldId="2717"/>
            <ac:cxnSpMk id="50" creationId="{BBD6FDB3-8A32-1944-9416-928F737AB824}"/>
          </ac:cxnSpMkLst>
        </pc:cxnChg>
      </pc:sldChg>
      <pc:sldChg chg="del">
        <pc:chgData name="李 鼎基" userId="e6049a4411daca1f" providerId="LiveId" clId="{844D5A83-E05C-AF41-96C1-06865B493B94}" dt="2020-05-21T11:36:05.040" v="4174" actId="2696"/>
        <pc:sldMkLst>
          <pc:docMk/>
          <pc:sldMk cId="1762716975" sldId="2718"/>
        </pc:sldMkLst>
      </pc:sldChg>
      <pc:sldChg chg="del">
        <pc:chgData name="李 鼎基" userId="e6049a4411daca1f" providerId="LiveId" clId="{844D5A83-E05C-AF41-96C1-06865B493B94}" dt="2020-05-21T11:36:05.053" v="4175" actId="2696"/>
        <pc:sldMkLst>
          <pc:docMk/>
          <pc:sldMk cId="853773826" sldId="2719"/>
        </pc:sldMkLst>
      </pc:sldChg>
      <pc:sldChg chg="del">
        <pc:chgData name="李 鼎基" userId="e6049a4411daca1f" providerId="LiveId" clId="{844D5A83-E05C-AF41-96C1-06865B493B94}" dt="2020-05-22T13:07:29.979" v="13405" actId="2696"/>
        <pc:sldMkLst>
          <pc:docMk/>
          <pc:sldMk cId="528826065" sldId="2721"/>
        </pc:sldMkLst>
      </pc:sldChg>
      <pc:sldChg chg="del">
        <pc:chgData name="李 鼎基" userId="e6049a4411daca1f" providerId="LiveId" clId="{844D5A83-E05C-AF41-96C1-06865B493B94}" dt="2020-05-22T13:07:30.022" v="13407" actId="2696"/>
        <pc:sldMkLst>
          <pc:docMk/>
          <pc:sldMk cId="3490898619" sldId="2722"/>
        </pc:sldMkLst>
      </pc:sldChg>
      <pc:sldChg chg="del">
        <pc:chgData name="李 鼎基" userId="e6049a4411daca1f" providerId="LiveId" clId="{844D5A83-E05C-AF41-96C1-06865B493B94}" dt="2020-05-22T13:07:30.097" v="13411" actId="2696"/>
        <pc:sldMkLst>
          <pc:docMk/>
          <pc:sldMk cId="197390457" sldId="2723"/>
        </pc:sldMkLst>
      </pc:sldChg>
      <pc:sldChg chg="del">
        <pc:chgData name="李 鼎基" userId="e6049a4411daca1f" providerId="LiveId" clId="{844D5A83-E05C-AF41-96C1-06865B493B94}" dt="2020-05-22T13:07:30.034" v="13408" actId="2696"/>
        <pc:sldMkLst>
          <pc:docMk/>
          <pc:sldMk cId="1208777252" sldId="2724"/>
        </pc:sldMkLst>
      </pc:sldChg>
      <pc:sldChg chg="del">
        <pc:chgData name="李 鼎基" userId="e6049a4411daca1f" providerId="LiveId" clId="{844D5A83-E05C-AF41-96C1-06865B493B94}" dt="2020-05-22T13:07:30.050" v="13409" actId="2696"/>
        <pc:sldMkLst>
          <pc:docMk/>
          <pc:sldMk cId="1793565982" sldId="2725"/>
        </pc:sldMkLst>
      </pc:sldChg>
      <pc:sldChg chg="del">
        <pc:chgData name="李 鼎基" userId="e6049a4411daca1f" providerId="LiveId" clId="{844D5A83-E05C-AF41-96C1-06865B493B94}" dt="2020-05-22T13:07:30.117" v="13412" actId="2696"/>
        <pc:sldMkLst>
          <pc:docMk/>
          <pc:sldMk cId="274649917" sldId="2726"/>
        </pc:sldMkLst>
      </pc:sldChg>
      <pc:sldChg chg="del">
        <pc:chgData name="李 鼎基" userId="e6049a4411daca1f" providerId="LiveId" clId="{844D5A83-E05C-AF41-96C1-06865B493B94}" dt="2020-05-22T13:07:30.147" v="13414" actId="2696"/>
        <pc:sldMkLst>
          <pc:docMk/>
          <pc:sldMk cId="3516240702" sldId="2727"/>
        </pc:sldMkLst>
      </pc:sldChg>
      <pc:sldChg chg="del">
        <pc:chgData name="李 鼎基" userId="e6049a4411daca1f" providerId="LiveId" clId="{844D5A83-E05C-AF41-96C1-06865B493B94}" dt="2020-05-22T13:07:30.179" v="13415" actId="2696"/>
        <pc:sldMkLst>
          <pc:docMk/>
          <pc:sldMk cId="2751601536" sldId="2728"/>
        </pc:sldMkLst>
      </pc:sldChg>
      <pc:sldChg chg="del">
        <pc:chgData name="李 鼎基" userId="e6049a4411daca1f" providerId="LiveId" clId="{844D5A83-E05C-AF41-96C1-06865B493B94}" dt="2020-05-22T13:07:30.196" v="13416" actId="2696"/>
        <pc:sldMkLst>
          <pc:docMk/>
          <pc:sldMk cId="1733021990" sldId="2729"/>
        </pc:sldMkLst>
      </pc:sldChg>
      <pc:sldChg chg="del">
        <pc:chgData name="李 鼎基" userId="e6049a4411daca1f" providerId="LiveId" clId="{844D5A83-E05C-AF41-96C1-06865B493B94}" dt="2020-05-22T13:07:30.211" v="13417" actId="2696"/>
        <pc:sldMkLst>
          <pc:docMk/>
          <pc:sldMk cId="582350567" sldId="2730"/>
        </pc:sldMkLst>
      </pc:sldChg>
      <pc:sldChg chg="del">
        <pc:chgData name="李 鼎基" userId="e6049a4411daca1f" providerId="LiveId" clId="{844D5A83-E05C-AF41-96C1-06865B493B94}" dt="2020-05-22T13:07:30.245" v="13418" actId="2696"/>
        <pc:sldMkLst>
          <pc:docMk/>
          <pc:sldMk cId="3060476746" sldId="2731"/>
        </pc:sldMkLst>
      </pc:sldChg>
      <pc:sldChg chg="del">
        <pc:chgData name="李 鼎基" userId="e6049a4411daca1f" providerId="LiveId" clId="{844D5A83-E05C-AF41-96C1-06865B493B94}" dt="2020-05-22T13:07:30.264" v="13419" actId="2696"/>
        <pc:sldMkLst>
          <pc:docMk/>
          <pc:sldMk cId="864745044" sldId="2732"/>
        </pc:sldMkLst>
      </pc:sldChg>
      <pc:sldChg chg="del">
        <pc:chgData name="李 鼎基" userId="e6049a4411daca1f" providerId="LiveId" clId="{844D5A83-E05C-AF41-96C1-06865B493B94}" dt="2020-05-22T13:07:30.281" v="13420" actId="2696"/>
        <pc:sldMkLst>
          <pc:docMk/>
          <pc:sldMk cId="1876457114" sldId="2733"/>
        </pc:sldMkLst>
      </pc:sldChg>
      <pc:sldChg chg="del">
        <pc:chgData name="李 鼎基" userId="e6049a4411daca1f" providerId="LiveId" clId="{844D5A83-E05C-AF41-96C1-06865B493B94}" dt="2020-05-22T13:07:30.295" v="13421" actId="2696"/>
        <pc:sldMkLst>
          <pc:docMk/>
          <pc:sldMk cId="3960602590" sldId="2734"/>
        </pc:sldMkLst>
      </pc:sldChg>
      <pc:sldChg chg="del">
        <pc:chgData name="李 鼎基" userId="e6049a4411daca1f" providerId="LiveId" clId="{844D5A83-E05C-AF41-96C1-06865B493B94}" dt="2020-05-22T13:07:30.334" v="13423" actId="2696"/>
        <pc:sldMkLst>
          <pc:docMk/>
          <pc:sldMk cId="2215403461" sldId="2735"/>
        </pc:sldMkLst>
      </pc:sldChg>
      <pc:sldChg chg="del">
        <pc:chgData name="李 鼎基" userId="e6049a4411daca1f" providerId="LiveId" clId="{844D5A83-E05C-AF41-96C1-06865B493B94}" dt="2020-05-22T13:07:30.486" v="13429" actId="2696"/>
        <pc:sldMkLst>
          <pc:docMk/>
          <pc:sldMk cId="870497999" sldId="2736"/>
        </pc:sldMkLst>
      </pc:sldChg>
      <pc:sldChg chg="del">
        <pc:chgData name="李 鼎基" userId="e6049a4411daca1f" providerId="LiveId" clId="{844D5A83-E05C-AF41-96C1-06865B493B94}" dt="2020-05-22T13:07:30.506" v="13430" actId="2696"/>
        <pc:sldMkLst>
          <pc:docMk/>
          <pc:sldMk cId="1991035842" sldId="2737"/>
        </pc:sldMkLst>
      </pc:sldChg>
      <pc:sldChg chg="del">
        <pc:chgData name="李 鼎基" userId="e6049a4411daca1f" providerId="LiveId" clId="{844D5A83-E05C-AF41-96C1-06865B493B94}" dt="2020-05-22T13:07:30.529" v="13431" actId="2696"/>
        <pc:sldMkLst>
          <pc:docMk/>
          <pc:sldMk cId="2911360332" sldId="2738"/>
        </pc:sldMkLst>
      </pc:sldChg>
      <pc:sldChg chg="del">
        <pc:chgData name="李 鼎基" userId="e6049a4411daca1f" providerId="LiveId" clId="{844D5A83-E05C-AF41-96C1-06865B493B94}" dt="2020-05-22T13:07:30.546" v="13432" actId="2696"/>
        <pc:sldMkLst>
          <pc:docMk/>
          <pc:sldMk cId="3388238722" sldId="2739"/>
        </pc:sldMkLst>
      </pc:sldChg>
      <pc:sldChg chg="del">
        <pc:chgData name="李 鼎基" userId="e6049a4411daca1f" providerId="LiveId" clId="{844D5A83-E05C-AF41-96C1-06865B493B94}" dt="2020-05-22T13:07:30.569" v="13433" actId="2696"/>
        <pc:sldMkLst>
          <pc:docMk/>
          <pc:sldMk cId="3677992218" sldId="2740"/>
        </pc:sldMkLst>
      </pc:sldChg>
      <pc:sldChg chg="del">
        <pc:chgData name="李 鼎基" userId="e6049a4411daca1f" providerId="LiveId" clId="{844D5A83-E05C-AF41-96C1-06865B493B94}" dt="2020-05-22T13:07:30.587" v="13434" actId="2696"/>
        <pc:sldMkLst>
          <pc:docMk/>
          <pc:sldMk cId="4093451416" sldId="2741"/>
        </pc:sldMkLst>
      </pc:sldChg>
      <pc:sldChg chg="del">
        <pc:chgData name="李 鼎基" userId="e6049a4411daca1f" providerId="LiveId" clId="{844D5A83-E05C-AF41-96C1-06865B493B94}" dt="2020-05-22T13:07:30.606" v="13435" actId="2696"/>
        <pc:sldMkLst>
          <pc:docMk/>
          <pc:sldMk cId="2494834992" sldId="2742"/>
        </pc:sldMkLst>
      </pc:sldChg>
      <pc:sldChg chg="del">
        <pc:chgData name="李 鼎基" userId="e6049a4411daca1f" providerId="LiveId" clId="{844D5A83-E05C-AF41-96C1-06865B493B94}" dt="2020-05-22T13:07:30.642" v="13436" actId="2696"/>
        <pc:sldMkLst>
          <pc:docMk/>
          <pc:sldMk cId="3807653009" sldId="2743"/>
        </pc:sldMkLst>
      </pc:sldChg>
      <pc:sldChg chg="del">
        <pc:chgData name="李 鼎基" userId="e6049a4411daca1f" providerId="LiveId" clId="{844D5A83-E05C-AF41-96C1-06865B493B94}" dt="2020-05-22T13:07:30.360" v="13424" actId="2696"/>
        <pc:sldMkLst>
          <pc:docMk/>
          <pc:sldMk cId="3208183987" sldId="2744"/>
        </pc:sldMkLst>
      </pc:sldChg>
      <pc:sldChg chg="del">
        <pc:chgData name="李 鼎基" userId="e6049a4411daca1f" providerId="LiveId" clId="{844D5A83-E05C-AF41-96C1-06865B493B94}" dt="2020-05-22T13:07:30.412" v="13426" actId="2696"/>
        <pc:sldMkLst>
          <pc:docMk/>
          <pc:sldMk cId="3853761062" sldId="2745"/>
        </pc:sldMkLst>
      </pc:sldChg>
      <pc:sldChg chg="del">
        <pc:chgData name="李 鼎基" userId="e6049a4411daca1f" providerId="LiveId" clId="{844D5A83-E05C-AF41-96C1-06865B493B94}" dt="2020-05-22T13:07:30.435" v="13427" actId="2696"/>
        <pc:sldMkLst>
          <pc:docMk/>
          <pc:sldMk cId="2836912484" sldId="2746"/>
        </pc:sldMkLst>
      </pc:sldChg>
      <pc:sldChg chg="del">
        <pc:chgData name="李 鼎基" userId="e6049a4411daca1f" providerId="LiveId" clId="{844D5A83-E05C-AF41-96C1-06865B493B94}" dt="2020-05-22T13:07:30.454" v="13428" actId="2696"/>
        <pc:sldMkLst>
          <pc:docMk/>
          <pc:sldMk cId="3006174075" sldId="2747"/>
        </pc:sldMkLst>
      </pc:sldChg>
      <pc:sldChg chg="del">
        <pc:chgData name="李 鼎基" userId="e6049a4411daca1f" providerId="LiveId" clId="{844D5A83-E05C-AF41-96C1-06865B493B94}" dt="2020-05-22T13:07:30.393" v="13425" actId="2696"/>
        <pc:sldMkLst>
          <pc:docMk/>
          <pc:sldMk cId="3168240249" sldId="2748"/>
        </pc:sldMkLst>
      </pc:sldChg>
      <pc:sldChg chg="del">
        <pc:chgData name="李 鼎基" userId="e6049a4411daca1f" providerId="LiveId" clId="{844D5A83-E05C-AF41-96C1-06865B493B94}" dt="2020-05-22T13:07:30.654" v="13437" actId="2696"/>
        <pc:sldMkLst>
          <pc:docMk/>
          <pc:sldMk cId="634361072" sldId="2749"/>
        </pc:sldMkLst>
      </pc:sldChg>
      <pc:sldChg chg="del">
        <pc:chgData name="李 鼎基" userId="e6049a4411daca1f" providerId="LiveId" clId="{844D5A83-E05C-AF41-96C1-06865B493B94}" dt="2020-05-22T13:07:30.315" v="13422" actId="2696"/>
        <pc:sldMkLst>
          <pc:docMk/>
          <pc:sldMk cId="2192738374" sldId="2750"/>
        </pc:sldMkLst>
      </pc:sldChg>
      <pc:sldChg chg="del">
        <pc:chgData name="李 鼎基" userId="e6049a4411daca1f" providerId="LiveId" clId="{844D5A83-E05C-AF41-96C1-06865B493B94}" dt="2020-05-22T13:07:30.835" v="13446" actId="2696"/>
        <pc:sldMkLst>
          <pc:docMk/>
          <pc:sldMk cId="4051711712" sldId="2751"/>
        </pc:sldMkLst>
      </pc:sldChg>
      <pc:sldChg chg="del">
        <pc:chgData name="李 鼎基" userId="e6049a4411daca1f" providerId="LiveId" clId="{844D5A83-E05C-AF41-96C1-06865B493B94}" dt="2020-05-22T13:07:30.732" v="13441" actId="2696"/>
        <pc:sldMkLst>
          <pc:docMk/>
          <pc:sldMk cId="1510005515" sldId="2754"/>
        </pc:sldMkLst>
      </pc:sldChg>
      <pc:sldChg chg="del">
        <pc:chgData name="李 鼎基" userId="e6049a4411daca1f" providerId="LiveId" clId="{844D5A83-E05C-AF41-96C1-06865B493B94}" dt="2020-05-22T13:07:30.752" v="13442" actId="2696"/>
        <pc:sldMkLst>
          <pc:docMk/>
          <pc:sldMk cId="126953883" sldId="2756"/>
        </pc:sldMkLst>
      </pc:sldChg>
      <pc:sldChg chg="del">
        <pc:chgData name="李 鼎基" userId="e6049a4411daca1f" providerId="LiveId" clId="{844D5A83-E05C-AF41-96C1-06865B493B94}" dt="2020-05-22T13:07:30.771" v="13443" actId="2696"/>
        <pc:sldMkLst>
          <pc:docMk/>
          <pc:sldMk cId="1203859216" sldId="2757"/>
        </pc:sldMkLst>
      </pc:sldChg>
      <pc:sldChg chg="del">
        <pc:chgData name="李 鼎基" userId="e6049a4411daca1f" providerId="LiveId" clId="{844D5A83-E05C-AF41-96C1-06865B493B94}" dt="2020-05-22T13:07:30.814" v="13445" actId="2696"/>
        <pc:sldMkLst>
          <pc:docMk/>
          <pc:sldMk cId="4049327256" sldId="2758"/>
        </pc:sldMkLst>
      </pc:sldChg>
      <pc:sldChg chg="del">
        <pc:chgData name="李 鼎基" userId="e6049a4411daca1f" providerId="LiveId" clId="{844D5A83-E05C-AF41-96C1-06865B493B94}" dt="2020-05-22T13:07:30.792" v="13444" actId="2696"/>
        <pc:sldMkLst>
          <pc:docMk/>
          <pc:sldMk cId="3616558477" sldId="2759"/>
        </pc:sldMkLst>
      </pc:sldChg>
      <pc:sldChg chg="del">
        <pc:chgData name="李 鼎基" userId="e6049a4411daca1f" providerId="LiveId" clId="{844D5A83-E05C-AF41-96C1-06865B493B94}" dt="2020-05-22T13:07:30.671" v="13438" actId="2696"/>
        <pc:sldMkLst>
          <pc:docMk/>
          <pc:sldMk cId="3032972552" sldId="2760"/>
        </pc:sldMkLst>
      </pc:sldChg>
      <pc:sldChg chg="del">
        <pc:chgData name="李 鼎基" userId="e6049a4411daca1f" providerId="LiveId" clId="{844D5A83-E05C-AF41-96C1-06865B493B94}" dt="2020-05-22T13:07:30.846" v="13447" actId="2696"/>
        <pc:sldMkLst>
          <pc:docMk/>
          <pc:sldMk cId="2746988975" sldId="2761"/>
        </pc:sldMkLst>
      </pc:sldChg>
      <pc:sldChg chg="del">
        <pc:chgData name="李 鼎基" userId="e6049a4411daca1f" providerId="LiveId" clId="{844D5A83-E05C-AF41-96C1-06865B493B94}" dt="2020-05-22T13:07:30.708" v="13440" actId="2696"/>
        <pc:sldMkLst>
          <pc:docMk/>
          <pc:sldMk cId="4152971060" sldId="2763"/>
        </pc:sldMkLst>
      </pc:sldChg>
      <pc:sldChg chg="del">
        <pc:chgData name="李 鼎基" userId="e6049a4411daca1f" providerId="LiveId" clId="{844D5A83-E05C-AF41-96C1-06865B493B94}" dt="2020-05-22T13:07:30.691" v="13439" actId="2696"/>
        <pc:sldMkLst>
          <pc:docMk/>
          <pc:sldMk cId="1869871833" sldId="2764"/>
        </pc:sldMkLst>
      </pc:sldChg>
      <pc:sldChg chg="modSp ord">
        <pc:chgData name="李 鼎基" userId="e6049a4411daca1f" providerId="LiveId" clId="{844D5A83-E05C-AF41-96C1-06865B493B94}" dt="2020-05-21T06:15:37.803" v="1267" actId="6549"/>
        <pc:sldMkLst>
          <pc:docMk/>
          <pc:sldMk cId="2650555672" sldId="2767"/>
        </pc:sldMkLst>
        <pc:spChg chg="mod">
          <ac:chgData name="李 鼎基" userId="e6049a4411daca1f" providerId="LiveId" clId="{844D5A83-E05C-AF41-96C1-06865B493B94}" dt="2020-05-21T06:15:37.803" v="1267" actId="6549"/>
          <ac:spMkLst>
            <pc:docMk/>
            <pc:sldMk cId="2650555672" sldId="2767"/>
            <ac:spMk id="2" creationId="{28EAE439-D8BF-41D7-8F29-1545AC5992FB}"/>
          </ac:spMkLst>
        </pc:spChg>
        <pc:spChg chg="mod">
          <ac:chgData name="李 鼎基" userId="e6049a4411daca1f" providerId="LiveId" clId="{844D5A83-E05C-AF41-96C1-06865B493B94}" dt="2020-05-21T04:48:39.276" v="458" actId="20577"/>
          <ac:spMkLst>
            <pc:docMk/>
            <pc:sldMk cId="2650555672" sldId="2767"/>
            <ac:spMk id="3" creationId="{04598B5E-43EE-4D17-B8CB-AAF14FD001DC}"/>
          </ac:spMkLst>
        </pc:spChg>
      </pc:sldChg>
      <pc:sldChg chg="add del">
        <pc:chgData name="李 鼎基" userId="e6049a4411daca1f" providerId="LiveId" clId="{844D5A83-E05C-AF41-96C1-06865B493B94}" dt="2020-05-21T05:09:28.294" v="740" actId="2696"/>
        <pc:sldMkLst>
          <pc:docMk/>
          <pc:sldMk cId="2064775647" sldId="2768"/>
        </pc:sldMkLst>
      </pc:sldChg>
      <pc:sldChg chg="modSp del">
        <pc:chgData name="李 鼎基" userId="e6049a4411daca1f" providerId="LiveId" clId="{844D5A83-E05C-AF41-96C1-06865B493B94}" dt="2020-05-21T04:39:03.807" v="208" actId="2696"/>
        <pc:sldMkLst>
          <pc:docMk/>
          <pc:sldMk cId="2672626686" sldId="2768"/>
        </pc:sldMkLst>
        <pc:spChg chg="mod">
          <ac:chgData name="李 鼎基" userId="e6049a4411daca1f" providerId="LiveId" clId="{844D5A83-E05C-AF41-96C1-06865B493B94}" dt="2020-05-21T04:35:18.379" v="189" actId="20577"/>
          <ac:spMkLst>
            <pc:docMk/>
            <pc:sldMk cId="2672626686" sldId="2768"/>
            <ac:spMk id="2" creationId="{00000000-0000-0000-0000-000000000000}"/>
          </ac:spMkLst>
        </pc:spChg>
      </pc:sldChg>
      <pc:sldChg chg="add del">
        <pc:chgData name="李 鼎基" userId="e6049a4411daca1f" providerId="LiveId" clId="{844D5A83-E05C-AF41-96C1-06865B493B94}" dt="2020-05-21T05:06:52.698" v="738" actId="2696"/>
        <pc:sldMkLst>
          <pc:docMk/>
          <pc:sldMk cId="2412482969" sldId="2769"/>
        </pc:sldMkLst>
      </pc:sldChg>
      <pc:sldChg chg="modSp add">
        <pc:chgData name="李 鼎基" userId="e6049a4411daca1f" providerId="LiveId" clId="{844D5A83-E05C-AF41-96C1-06865B493B94}" dt="2020-05-21T08:08:20.112" v="2089" actId="6549"/>
        <pc:sldMkLst>
          <pc:docMk/>
          <pc:sldMk cId="3073709391" sldId="2769"/>
        </pc:sldMkLst>
        <pc:spChg chg="mod">
          <ac:chgData name="李 鼎基" userId="e6049a4411daca1f" providerId="LiveId" clId="{844D5A83-E05C-AF41-96C1-06865B493B94}" dt="2020-05-21T06:18:10.747" v="1303" actId="20577"/>
          <ac:spMkLst>
            <pc:docMk/>
            <pc:sldMk cId="3073709391" sldId="2769"/>
            <ac:spMk id="2" creationId="{651A2A80-1C29-5644-A6AE-67890DF90554}"/>
          </ac:spMkLst>
        </pc:spChg>
        <pc:spChg chg="mod">
          <ac:chgData name="李 鼎基" userId="e6049a4411daca1f" providerId="LiveId" clId="{844D5A83-E05C-AF41-96C1-06865B493B94}" dt="2020-05-21T08:08:20.112" v="2089" actId="6549"/>
          <ac:spMkLst>
            <pc:docMk/>
            <pc:sldMk cId="3073709391" sldId="2769"/>
            <ac:spMk id="3" creationId="{388877A1-B2AA-2B47-A1EE-843B2B15A6B3}"/>
          </ac:spMkLst>
        </pc:spChg>
      </pc:sldChg>
      <pc:sldChg chg="delSp modSp add">
        <pc:chgData name="李 鼎基" userId="e6049a4411daca1f" providerId="LiveId" clId="{844D5A83-E05C-AF41-96C1-06865B493B94}" dt="2020-05-22T02:23:01.592" v="5595" actId="5793"/>
        <pc:sldMkLst>
          <pc:docMk/>
          <pc:sldMk cId="127672844" sldId="2770"/>
        </pc:sldMkLst>
        <pc:spChg chg="mod">
          <ac:chgData name="李 鼎基" userId="e6049a4411daca1f" providerId="LiveId" clId="{844D5A83-E05C-AF41-96C1-06865B493B94}" dt="2020-05-21T12:38:55.639" v="4540" actId="20577"/>
          <ac:spMkLst>
            <pc:docMk/>
            <pc:sldMk cId="127672844" sldId="2770"/>
            <ac:spMk id="2" creationId="{CC2B93B7-95B2-C647-A672-CFE64BE40018}"/>
          </ac:spMkLst>
        </pc:spChg>
        <pc:spChg chg="mod">
          <ac:chgData name="李 鼎基" userId="e6049a4411daca1f" providerId="LiveId" clId="{844D5A83-E05C-AF41-96C1-06865B493B94}" dt="2020-05-22T02:23:01.592" v="5595" actId="5793"/>
          <ac:spMkLst>
            <pc:docMk/>
            <pc:sldMk cId="127672844" sldId="2770"/>
            <ac:spMk id="3" creationId="{463171EC-F059-CC43-8601-4FF2D09158C6}"/>
          </ac:spMkLst>
        </pc:spChg>
        <pc:spChg chg="del">
          <ac:chgData name="李 鼎基" userId="e6049a4411daca1f" providerId="LiveId" clId="{844D5A83-E05C-AF41-96C1-06865B493B94}" dt="2020-05-21T08:21:45.877" v="2322" actId="478"/>
          <ac:spMkLst>
            <pc:docMk/>
            <pc:sldMk cId="127672844" sldId="2770"/>
            <ac:spMk id="15" creationId="{3D6215CC-54D4-614C-B890-B65E043EE60B}"/>
          </ac:spMkLst>
        </pc:spChg>
        <pc:spChg chg="del">
          <ac:chgData name="李 鼎基" userId="e6049a4411daca1f" providerId="LiveId" clId="{844D5A83-E05C-AF41-96C1-06865B493B94}" dt="2020-05-21T08:21:45.877" v="2322" actId="478"/>
          <ac:spMkLst>
            <pc:docMk/>
            <pc:sldMk cId="127672844" sldId="2770"/>
            <ac:spMk id="18" creationId="{C679E30B-1721-6A4B-ADB2-B59C7C03912A}"/>
          </ac:spMkLst>
        </pc:spChg>
        <pc:spChg chg="del">
          <ac:chgData name="李 鼎基" userId="e6049a4411daca1f" providerId="LiveId" clId="{844D5A83-E05C-AF41-96C1-06865B493B94}" dt="2020-05-21T08:21:45.877" v="2322" actId="478"/>
          <ac:spMkLst>
            <pc:docMk/>
            <pc:sldMk cId="127672844" sldId="2770"/>
            <ac:spMk id="19" creationId="{E0BE8934-A77D-5248-9CAB-C6312878294D}"/>
          </ac:spMkLst>
        </pc:spChg>
        <pc:spChg chg="del">
          <ac:chgData name="李 鼎基" userId="e6049a4411daca1f" providerId="LiveId" clId="{844D5A83-E05C-AF41-96C1-06865B493B94}" dt="2020-05-21T08:21:45.877" v="2322" actId="478"/>
          <ac:spMkLst>
            <pc:docMk/>
            <pc:sldMk cId="127672844" sldId="2770"/>
            <ac:spMk id="20" creationId="{495FADA6-02B0-4C46-8EFF-0E2D9FA1EEB9}"/>
          </ac:spMkLst>
        </pc:spChg>
        <pc:spChg chg="del">
          <ac:chgData name="李 鼎基" userId="e6049a4411daca1f" providerId="LiveId" clId="{844D5A83-E05C-AF41-96C1-06865B493B94}" dt="2020-05-21T08:21:45.877" v="2322" actId="478"/>
          <ac:spMkLst>
            <pc:docMk/>
            <pc:sldMk cId="127672844" sldId="2770"/>
            <ac:spMk id="21" creationId="{719522B4-C6F9-664E-81A7-6C9A9ED0FE13}"/>
          </ac:spMkLst>
        </pc:spChg>
        <pc:spChg chg="del">
          <ac:chgData name="李 鼎基" userId="e6049a4411daca1f" providerId="LiveId" clId="{844D5A83-E05C-AF41-96C1-06865B493B94}" dt="2020-05-21T08:21:45.877" v="2322" actId="478"/>
          <ac:spMkLst>
            <pc:docMk/>
            <pc:sldMk cId="127672844" sldId="2770"/>
            <ac:spMk id="22" creationId="{EFB72E59-C09E-8141-9B6F-FBA7611C2FBD}"/>
          </ac:spMkLst>
        </pc:spChg>
        <pc:cxnChg chg="del mod">
          <ac:chgData name="李 鼎基" userId="e6049a4411daca1f" providerId="LiveId" clId="{844D5A83-E05C-AF41-96C1-06865B493B94}" dt="2020-05-21T08:21:45.877" v="2322" actId="478"/>
          <ac:cxnSpMkLst>
            <pc:docMk/>
            <pc:sldMk cId="127672844" sldId="2770"/>
            <ac:cxnSpMk id="24" creationId="{AC0034CA-B807-2C4A-92B1-E9B24DE6D442}"/>
          </ac:cxnSpMkLst>
        </pc:cxnChg>
        <pc:cxnChg chg="del mod">
          <ac:chgData name="李 鼎基" userId="e6049a4411daca1f" providerId="LiveId" clId="{844D5A83-E05C-AF41-96C1-06865B493B94}" dt="2020-05-21T08:21:45.877" v="2322" actId="478"/>
          <ac:cxnSpMkLst>
            <pc:docMk/>
            <pc:sldMk cId="127672844" sldId="2770"/>
            <ac:cxnSpMk id="25" creationId="{B8B09E33-7C37-B548-A97A-329A33FDB228}"/>
          </ac:cxnSpMkLst>
        </pc:cxnChg>
        <pc:cxnChg chg="del mod">
          <ac:chgData name="李 鼎基" userId="e6049a4411daca1f" providerId="LiveId" clId="{844D5A83-E05C-AF41-96C1-06865B493B94}" dt="2020-05-21T08:21:45.877" v="2322" actId="478"/>
          <ac:cxnSpMkLst>
            <pc:docMk/>
            <pc:sldMk cId="127672844" sldId="2770"/>
            <ac:cxnSpMk id="28" creationId="{110A2FD1-F543-9449-93F4-F1842C6531DF}"/>
          </ac:cxnSpMkLst>
        </pc:cxnChg>
        <pc:cxnChg chg="del mod">
          <ac:chgData name="李 鼎基" userId="e6049a4411daca1f" providerId="LiveId" clId="{844D5A83-E05C-AF41-96C1-06865B493B94}" dt="2020-05-21T08:21:45.877" v="2322" actId="478"/>
          <ac:cxnSpMkLst>
            <pc:docMk/>
            <pc:sldMk cId="127672844" sldId="2770"/>
            <ac:cxnSpMk id="32" creationId="{1BF6E504-C7B4-E142-8386-293D9BC03D52}"/>
          </ac:cxnSpMkLst>
        </pc:cxnChg>
        <pc:cxnChg chg="del mod">
          <ac:chgData name="李 鼎基" userId="e6049a4411daca1f" providerId="LiveId" clId="{844D5A83-E05C-AF41-96C1-06865B493B94}" dt="2020-05-21T08:21:45.877" v="2322" actId="478"/>
          <ac:cxnSpMkLst>
            <pc:docMk/>
            <pc:sldMk cId="127672844" sldId="2770"/>
            <ac:cxnSpMk id="35" creationId="{C3EEE55B-0B3B-7446-8AC4-7DFBD26AAFA9}"/>
          </ac:cxnSpMkLst>
        </pc:cxnChg>
      </pc:sldChg>
      <pc:sldChg chg="modSp add ord">
        <pc:chgData name="李 鼎基" userId="e6049a4411daca1f" providerId="LiveId" clId="{844D5A83-E05C-AF41-96C1-06865B493B94}" dt="2020-05-21T12:38:16.092" v="4538" actId="20577"/>
        <pc:sldMkLst>
          <pc:docMk/>
          <pc:sldMk cId="670874152" sldId="2771"/>
        </pc:sldMkLst>
        <pc:spChg chg="mod">
          <ac:chgData name="李 鼎基" userId="e6049a4411daca1f" providerId="LiveId" clId="{844D5A83-E05C-AF41-96C1-06865B493B94}" dt="2020-05-21T12:38:16.092" v="4538" actId="20577"/>
          <ac:spMkLst>
            <pc:docMk/>
            <pc:sldMk cId="670874152" sldId="2771"/>
            <ac:spMk id="5" creationId="{7C3CFBB2-29A4-9845-909C-D2C6211C1301}"/>
          </ac:spMkLst>
        </pc:spChg>
      </pc:sldChg>
      <pc:sldChg chg="modSp add del">
        <pc:chgData name="李 鼎基" userId="e6049a4411daca1f" providerId="LiveId" clId="{844D5A83-E05C-AF41-96C1-06865B493B94}" dt="2020-05-21T13:29:21.740" v="5396" actId="2696"/>
        <pc:sldMkLst>
          <pc:docMk/>
          <pc:sldMk cId="345650957" sldId="2772"/>
        </pc:sldMkLst>
        <pc:spChg chg="mod">
          <ac:chgData name="李 鼎基" userId="e6049a4411daca1f" providerId="LiveId" clId="{844D5A83-E05C-AF41-96C1-06865B493B94}" dt="2020-05-21T08:29:37.144" v="2692" actId="20577"/>
          <ac:spMkLst>
            <pc:docMk/>
            <pc:sldMk cId="345650957" sldId="2772"/>
            <ac:spMk id="5" creationId="{7C3CFBB2-29A4-9845-909C-D2C6211C1301}"/>
          </ac:spMkLst>
        </pc:spChg>
      </pc:sldChg>
      <pc:sldChg chg="addSp delSp modSp add modAnim">
        <pc:chgData name="李 鼎基" userId="e6049a4411daca1f" providerId="LiveId" clId="{844D5A83-E05C-AF41-96C1-06865B493B94}" dt="2020-05-21T11:35:10.623" v="4144" actId="20577"/>
        <pc:sldMkLst>
          <pc:docMk/>
          <pc:sldMk cId="962753197" sldId="2773"/>
        </pc:sldMkLst>
        <pc:spChg chg="mod">
          <ac:chgData name="李 鼎基" userId="e6049a4411daca1f" providerId="LiveId" clId="{844D5A83-E05C-AF41-96C1-06865B493B94}" dt="2020-05-21T11:35:10.623" v="4144" actId="20577"/>
          <ac:spMkLst>
            <pc:docMk/>
            <pc:sldMk cId="962753197" sldId="2773"/>
            <ac:spMk id="2" creationId="{CC2B93B7-95B2-C647-A672-CFE64BE40018}"/>
          </ac:spMkLst>
        </pc:spChg>
        <pc:spChg chg="mod">
          <ac:chgData name="李 鼎基" userId="e6049a4411daca1f" providerId="LiveId" clId="{844D5A83-E05C-AF41-96C1-06865B493B94}" dt="2020-05-21T11:31:38.721" v="4138" actId="20577"/>
          <ac:spMkLst>
            <pc:docMk/>
            <pc:sldMk cId="962753197" sldId="2773"/>
            <ac:spMk id="3" creationId="{463171EC-F059-CC43-8601-4FF2D09158C6}"/>
          </ac:spMkLst>
        </pc:spChg>
        <pc:spChg chg="add mod">
          <ac:chgData name="李 鼎基" userId="e6049a4411daca1f" providerId="LiveId" clId="{844D5A83-E05C-AF41-96C1-06865B493B94}" dt="2020-05-21T11:30:00.694" v="3986" actId="1076"/>
          <ac:spMkLst>
            <pc:docMk/>
            <pc:sldMk cId="962753197" sldId="2773"/>
            <ac:spMk id="14" creationId="{A555BA9B-4766-FD42-A636-CE9149DE761A}"/>
          </ac:spMkLst>
        </pc:spChg>
        <pc:spChg chg="del">
          <ac:chgData name="李 鼎基" userId="e6049a4411daca1f" providerId="LiveId" clId="{844D5A83-E05C-AF41-96C1-06865B493B94}" dt="2020-05-21T09:20:37.279" v="3264" actId="478"/>
          <ac:spMkLst>
            <pc:docMk/>
            <pc:sldMk cId="962753197" sldId="2773"/>
            <ac:spMk id="15" creationId="{3D6215CC-54D4-614C-B890-B65E043EE60B}"/>
          </ac:spMkLst>
        </pc:spChg>
        <pc:spChg chg="add mod">
          <ac:chgData name="李 鼎基" userId="e6049a4411daca1f" providerId="LiveId" clId="{844D5A83-E05C-AF41-96C1-06865B493B94}" dt="2020-05-21T11:29:56.679" v="3985" actId="1076"/>
          <ac:spMkLst>
            <pc:docMk/>
            <pc:sldMk cId="962753197" sldId="2773"/>
            <ac:spMk id="16" creationId="{6DA2BA04-63C5-DE4E-A8B3-58994FFA5D70}"/>
          </ac:spMkLst>
        </pc:spChg>
        <pc:spChg chg="add mod">
          <ac:chgData name="李 鼎基" userId="e6049a4411daca1f" providerId="LiveId" clId="{844D5A83-E05C-AF41-96C1-06865B493B94}" dt="2020-05-21T10:59:01.016" v="3830" actId="1076"/>
          <ac:spMkLst>
            <pc:docMk/>
            <pc:sldMk cId="962753197" sldId="2773"/>
            <ac:spMk id="17" creationId="{7F5193BE-6271-2D4D-A381-1EFB62E9DC5F}"/>
          </ac:spMkLst>
        </pc:spChg>
        <pc:spChg chg="del">
          <ac:chgData name="李 鼎基" userId="e6049a4411daca1f" providerId="LiveId" clId="{844D5A83-E05C-AF41-96C1-06865B493B94}" dt="2020-05-21T09:20:37.279" v="3264" actId="478"/>
          <ac:spMkLst>
            <pc:docMk/>
            <pc:sldMk cId="962753197" sldId="2773"/>
            <ac:spMk id="18" creationId="{C679E30B-1721-6A4B-ADB2-B59C7C03912A}"/>
          </ac:spMkLst>
        </pc:spChg>
        <pc:spChg chg="del">
          <ac:chgData name="李 鼎基" userId="e6049a4411daca1f" providerId="LiveId" clId="{844D5A83-E05C-AF41-96C1-06865B493B94}" dt="2020-05-21T09:20:37.279" v="3264" actId="478"/>
          <ac:spMkLst>
            <pc:docMk/>
            <pc:sldMk cId="962753197" sldId="2773"/>
            <ac:spMk id="19" creationId="{E0BE8934-A77D-5248-9CAB-C6312878294D}"/>
          </ac:spMkLst>
        </pc:spChg>
        <pc:spChg chg="del">
          <ac:chgData name="李 鼎基" userId="e6049a4411daca1f" providerId="LiveId" clId="{844D5A83-E05C-AF41-96C1-06865B493B94}" dt="2020-05-21T09:20:37.279" v="3264" actId="478"/>
          <ac:spMkLst>
            <pc:docMk/>
            <pc:sldMk cId="962753197" sldId="2773"/>
            <ac:spMk id="20" creationId="{495FADA6-02B0-4C46-8EFF-0E2D9FA1EEB9}"/>
          </ac:spMkLst>
        </pc:spChg>
        <pc:spChg chg="del">
          <ac:chgData name="李 鼎基" userId="e6049a4411daca1f" providerId="LiveId" clId="{844D5A83-E05C-AF41-96C1-06865B493B94}" dt="2020-05-21T09:20:37.279" v="3264" actId="478"/>
          <ac:spMkLst>
            <pc:docMk/>
            <pc:sldMk cId="962753197" sldId="2773"/>
            <ac:spMk id="21" creationId="{719522B4-C6F9-664E-81A7-6C9A9ED0FE13}"/>
          </ac:spMkLst>
        </pc:spChg>
        <pc:spChg chg="del">
          <ac:chgData name="李 鼎基" userId="e6049a4411daca1f" providerId="LiveId" clId="{844D5A83-E05C-AF41-96C1-06865B493B94}" dt="2020-05-21T09:20:37.279" v="3264" actId="478"/>
          <ac:spMkLst>
            <pc:docMk/>
            <pc:sldMk cId="962753197" sldId="2773"/>
            <ac:spMk id="22" creationId="{EFB72E59-C09E-8141-9B6F-FBA7611C2FBD}"/>
          </ac:spMkLst>
        </pc:spChg>
        <pc:spChg chg="add mod">
          <ac:chgData name="李 鼎基" userId="e6049a4411daca1f" providerId="LiveId" clId="{844D5A83-E05C-AF41-96C1-06865B493B94}" dt="2020-05-21T10:59:01.016" v="3830" actId="1076"/>
          <ac:spMkLst>
            <pc:docMk/>
            <pc:sldMk cId="962753197" sldId="2773"/>
            <ac:spMk id="23" creationId="{7A021B11-7DA2-BE4B-AF5B-FF7CA607B471}"/>
          </ac:spMkLst>
        </pc:spChg>
        <pc:spChg chg="add mod">
          <ac:chgData name="李 鼎基" userId="e6049a4411daca1f" providerId="LiveId" clId="{844D5A83-E05C-AF41-96C1-06865B493B94}" dt="2020-05-21T10:59:01.016" v="3830" actId="1076"/>
          <ac:spMkLst>
            <pc:docMk/>
            <pc:sldMk cId="962753197" sldId="2773"/>
            <ac:spMk id="26" creationId="{0D8F963F-3CCD-684C-97E2-4C66EDECF87B}"/>
          </ac:spMkLst>
        </pc:spChg>
        <pc:spChg chg="add mod">
          <ac:chgData name="李 鼎基" userId="e6049a4411daca1f" providerId="LiveId" clId="{844D5A83-E05C-AF41-96C1-06865B493B94}" dt="2020-05-21T10:59:01.016" v="3830" actId="1076"/>
          <ac:spMkLst>
            <pc:docMk/>
            <pc:sldMk cId="962753197" sldId="2773"/>
            <ac:spMk id="27" creationId="{35D266E7-1D0A-9E44-9870-F3CD4CC1AA35}"/>
          </ac:spMkLst>
        </pc:spChg>
        <pc:spChg chg="add del mod">
          <ac:chgData name="李 鼎基" userId="e6049a4411daca1f" providerId="LiveId" clId="{844D5A83-E05C-AF41-96C1-06865B493B94}" dt="2020-05-21T10:45:30.341" v="3736" actId="478"/>
          <ac:spMkLst>
            <pc:docMk/>
            <pc:sldMk cId="962753197" sldId="2773"/>
            <ac:spMk id="29" creationId="{6490EB67-A7D9-F949-AB04-87F549C4F5D8}"/>
          </ac:spMkLst>
        </pc:spChg>
        <pc:spChg chg="add mod">
          <ac:chgData name="李 鼎基" userId="e6049a4411daca1f" providerId="LiveId" clId="{844D5A83-E05C-AF41-96C1-06865B493B94}" dt="2020-05-21T10:59:01.016" v="3830" actId="1076"/>
          <ac:spMkLst>
            <pc:docMk/>
            <pc:sldMk cId="962753197" sldId="2773"/>
            <ac:spMk id="41" creationId="{55943B8D-CC8E-CA49-B919-2EBF689F6E74}"/>
          </ac:spMkLst>
        </pc:spChg>
        <pc:spChg chg="add mod">
          <ac:chgData name="李 鼎基" userId="e6049a4411daca1f" providerId="LiveId" clId="{844D5A83-E05C-AF41-96C1-06865B493B94}" dt="2020-05-21T10:59:01.016" v="3830" actId="1076"/>
          <ac:spMkLst>
            <pc:docMk/>
            <pc:sldMk cId="962753197" sldId="2773"/>
            <ac:spMk id="42" creationId="{430EB4F8-BC8F-004A-BE06-C874B9937D10}"/>
          </ac:spMkLst>
        </pc:spChg>
        <pc:spChg chg="add del mod">
          <ac:chgData name="李 鼎基" userId="e6049a4411daca1f" providerId="LiveId" clId="{844D5A83-E05C-AF41-96C1-06865B493B94}" dt="2020-05-21T11:22:01.958" v="3938" actId="478"/>
          <ac:spMkLst>
            <pc:docMk/>
            <pc:sldMk cId="962753197" sldId="2773"/>
            <ac:spMk id="58" creationId="{D9535E16-D1DE-0447-B356-D145C184CB33}"/>
          </ac:spMkLst>
        </pc:spChg>
        <pc:spChg chg="add mod">
          <ac:chgData name="李 鼎基" userId="e6049a4411daca1f" providerId="LiveId" clId="{844D5A83-E05C-AF41-96C1-06865B493B94}" dt="2020-05-21T11:30:20.190" v="3988" actId="1076"/>
          <ac:spMkLst>
            <pc:docMk/>
            <pc:sldMk cId="962753197" sldId="2773"/>
            <ac:spMk id="73" creationId="{3DC287F5-2297-FC46-8B2A-E34FF7CB054D}"/>
          </ac:spMkLst>
        </pc:spChg>
        <pc:cxnChg chg="add del mod">
          <ac:chgData name="李 鼎基" userId="e6049a4411daca1f" providerId="LiveId" clId="{844D5A83-E05C-AF41-96C1-06865B493B94}" dt="2020-05-21T11:24:50.047" v="3957" actId="478"/>
          <ac:cxnSpMkLst>
            <pc:docMk/>
            <pc:sldMk cId="962753197" sldId="2773"/>
            <ac:cxnSpMk id="7" creationId="{B002657A-5946-D648-9A2E-F9BB7DA49A4D}"/>
          </ac:cxnSpMkLst>
        </pc:cxnChg>
        <pc:cxnChg chg="add mod">
          <ac:chgData name="李 鼎基" userId="e6049a4411daca1f" providerId="LiveId" clId="{844D5A83-E05C-AF41-96C1-06865B493B94}" dt="2020-05-21T10:59:01.016" v="3830" actId="1076"/>
          <ac:cxnSpMkLst>
            <pc:docMk/>
            <pc:sldMk cId="962753197" sldId="2773"/>
            <ac:cxnSpMk id="12" creationId="{E9E6BA1E-6139-E54E-AC95-D16A4AF2ED8B}"/>
          </ac:cxnSpMkLst>
        </pc:cxnChg>
        <pc:cxnChg chg="del mod">
          <ac:chgData name="李 鼎基" userId="e6049a4411daca1f" providerId="LiveId" clId="{844D5A83-E05C-AF41-96C1-06865B493B94}" dt="2020-05-21T09:20:37.279" v="3264" actId="478"/>
          <ac:cxnSpMkLst>
            <pc:docMk/>
            <pc:sldMk cId="962753197" sldId="2773"/>
            <ac:cxnSpMk id="24" creationId="{AC0034CA-B807-2C4A-92B1-E9B24DE6D442}"/>
          </ac:cxnSpMkLst>
        </pc:cxnChg>
        <pc:cxnChg chg="del mod">
          <ac:chgData name="李 鼎基" userId="e6049a4411daca1f" providerId="LiveId" clId="{844D5A83-E05C-AF41-96C1-06865B493B94}" dt="2020-05-21T09:20:37.279" v="3264" actId="478"/>
          <ac:cxnSpMkLst>
            <pc:docMk/>
            <pc:sldMk cId="962753197" sldId="2773"/>
            <ac:cxnSpMk id="25" creationId="{B8B09E33-7C37-B548-A97A-329A33FDB228}"/>
          </ac:cxnSpMkLst>
        </pc:cxnChg>
        <pc:cxnChg chg="del mod">
          <ac:chgData name="李 鼎基" userId="e6049a4411daca1f" providerId="LiveId" clId="{844D5A83-E05C-AF41-96C1-06865B493B94}" dt="2020-05-21T09:20:37.279" v="3264" actId="478"/>
          <ac:cxnSpMkLst>
            <pc:docMk/>
            <pc:sldMk cId="962753197" sldId="2773"/>
            <ac:cxnSpMk id="28" creationId="{110A2FD1-F543-9449-93F4-F1842C6531DF}"/>
          </ac:cxnSpMkLst>
        </pc:cxnChg>
        <pc:cxnChg chg="add mod">
          <ac:chgData name="李 鼎基" userId="e6049a4411daca1f" providerId="LiveId" clId="{844D5A83-E05C-AF41-96C1-06865B493B94}" dt="2020-05-21T11:29:50.160" v="3984" actId="14100"/>
          <ac:cxnSpMkLst>
            <pc:docMk/>
            <pc:sldMk cId="962753197" sldId="2773"/>
            <ac:cxnSpMk id="30" creationId="{4DE96020-F80E-E542-BBBA-D58CCCEC2EA2}"/>
          </ac:cxnSpMkLst>
        </pc:cxnChg>
        <pc:cxnChg chg="del mod">
          <ac:chgData name="李 鼎基" userId="e6049a4411daca1f" providerId="LiveId" clId="{844D5A83-E05C-AF41-96C1-06865B493B94}" dt="2020-05-21T09:20:37.279" v="3264" actId="478"/>
          <ac:cxnSpMkLst>
            <pc:docMk/>
            <pc:sldMk cId="962753197" sldId="2773"/>
            <ac:cxnSpMk id="32" creationId="{1BF6E504-C7B4-E142-8386-293D9BC03D52}"/>
          </ac:cxnSpMkLst>
        </pc:cxnChg>
        <pc:cxnChg chg="del mod">
          <ac:chgData name="李 鼎基" userId="e6049a4411daca1f" providerId="LiveId" clId="{844D5A83-E05C-AF41-96C1-06865B493B94}" dt="2020-05-21T09:20:37.279" v="3264" actId="478"/>
          <ac:cxnSpMkLst>
            <pc:docMk/>
            <pc:sldMk cId="962753197" sldId="2773"/>
            <ac:cxnSpMk id="35" creationId="{C3EEE55B-0B3B-7446-8AC4-7DFBD26AAFA9}"/>
          </ac:cxnSpMkLst>
        </pc:cxnChg>
        <pc:cxnChg chg="add mod">
          <ac:chgData name="李 鼎基" userId="e6049a4411daca1f" providerId="LiveId" clId="{844D5A83-E05C-AF41-96C1-06865B493B94}" dt="2020-05-21T10:59:01.016" v="3830" actId="1076"/>
          <ac:cxnSpMkLst>
            <pc:docMk/>
            <pc:sldMk cId="962753197" sldId="2773"/>
            <ac:cxnSpMk id="40" creationId="{962C19A7-3E7A-5945-9C52-A5941376B573}"/>
          </ac:cxnSpMkLst>
        </pc:cxnChg>
        <pc:cxnChg chg="add del mod">
          <ac:chgData name="李 鼎基" userId="e6049a4411daca1f" providerId="LiveId" clId="{844D5A83-E05C-AF41-96C1-06865B493B94}" dt="2020-05-21T11:21:32.339" v="3933" actId="478"/>
          <ac:cxnSpMkLst>
            <pc:docMk/>
            <pc:sldMk cId="962753197" sldId="2773"/>
            <ac:cxnSpMk id="46" creationId="{EAA66EEC-FAC0-4F4E-B898-F692C0C1C5C3}"/>
          </ac:cxnSpMkLst>
        </pc:cxnChg>
        <pc:cxnChg chg="add del mod">
          <ac:chgData name="李 鼎基" userId="e6049a4411daca1f" providerId="LiveId" clId="{844D5A83-E05C-AF41-96C1-06865B493B94}" dt="2020-05-21T11:21:45.957" v="3936" actId="478"/>
          <ac:cxnSpMkLst>
            <pc:docMk/>
            <pc:sldMk cId="962753197" sldId="2773"/>
            <ac:cxnSpMk id="57" creationId="{7BD663E0-3F87-9A4A-8542-9AAB18F6EBB3}"/>
          </ac:cxnSpMkLst>
        </pc:cxnChg>
        <pc:cxnChg chg="add del mod">
          <ac:chgData name="李 鼎基" userId="e6049a4411daca1f" providerId="LiveId" clId="{844D5A83-E05C-AF41-96C1-06865B493B94}" dt="2020-05-21T11:23:29.882" v="3953" actId="478"/>
          <ac:cxnSpMkLst>
            <pc:docMk/>
            <pc:sldMk cId="962753197" sldId="2773"/>
            <ac:cxnSpMk id="60" creationId="{8E95E183-69F0-8646-AA6E-748DD69068E6}"/>
          </ac:cxnSpMkLst>
        </pc:cxnChg>
      </pc:sldChg>
      <pc:sldChg chg="addSp delSp modSp add ord modAnim">
        <pc:chgData name="李 鼎基" userId="e6049a4411daca1f" providerId="LiveId" clId="{844D5A83-E05C-AF41-96C1-06865B493B94}" dt="2020-05-22T03:04:06.883" v="5785"/>
        <pc:sldMkLst>
          <pc:docMk/>
          <pc:sldMk cId="3325839777" sldId="2774"/>
        </pc:sldMkLst>
        <pc:spChg chg="mod">
          <ac:chgData name="李 鼎基" userId="e6049a4411daca1f" providerId="LiveId" clId="{844D5A83-E05C-AF41-96C1-06865B493B94}" dt="2020-05-21T08:51:03.713" v="3162" actId="20577"/>
          <ac:spMkLst>
            <pc:docMk/>
            <pc:sldMk cId="3325839777" sldId="2774"/>
            <ac:spMk id="2" creationId="{BADE2068-9C5D-D545-9D78-0DE76A91CA15}"/>
          </ac:spMkLst>
        </pc:spChg>
        <pc:spChg chg="mod">
          <ac:chgData name="李 鼎基" userId="e6049a4411daca1f" providerId="LiveId" clId="{844D5A83-E05C-AF41-96C1-06865B493B94}" dt="2020-05-21T10:24:20.123" v="3594" actId="20577"/>
          <ac:spMkLst>
            <pc:docMk/>
            <pc:sldMk cId="3325839777" sldId="2774"/>
            <ac:spMk id="3" creationId="{F84F4785-20D2-584B-AEB5-A5E4B5FEADA4}"/>
          </ac:spMkLst>
        </pc:spChg>
        <pc:spChg chg="add del mod">
          <ac:chgData name="李 鼎基" userId="e6049a4411daca1f" providerId="LiveId" clId="{844D5A83-E05C-AF41-96C1-06865B493B94}" dt="2020-05-21T09:22:57.271" v="3266"/>
          <ac:spMkLst>
            <pc:docMk/>
            <pc:sldMk cId="3325839777" sldId="2774"/>
            <ac:spMk id="6" creationId="{A903BE73-2BCF-FC49-8732-0C7A719372F4}"/>
          </ac:spMkLst>
        </pc:spChg>
      </pc:sldChg>
      <pc:sldChg chg="addSp modSp add ord">
        <pc:chgData name="李 鼎基" userId="e6049a4411daca1f" providerId="LiveId" clId="{844D5A83-E05C-AF41-96C1-06865B493B94}" dt="2020-05-22T05:43:04.469" v="6890" actId="20577"/>
        <pc:sldMkLst>
          <pc:docMk/>
          <pc:sldMk cId="149737350" sldId="2775"/>
        </pc:sldMkLst>
        <pc:spChg chg="mod">
          <ac:chgData name="李 鼎基" userId="e6049a4411daca1f" providerId="LiveId" clId="{844D5A83-E05C-AF41-96C1-06865B493B94}" dt="2020-05-21T11:35:18.102" v="4153" actId="20577"/>
          <ac:spMkLst>
            <pc:docMk/>
            <pc:sldMk cId="149737350" sldId="2775"/>
            <ac:spMk id="2" creationId="{EB8E6B60-A469-1441-B125-2791BCEE6B17}"/>
          </ac:spMkLst>
        </pc:spChg>
        <pc:spChg chg="mod">
          <ac:chgData name="李 鼎基" userId="e6049a4411daca1f" providerId="LiveId" clId="{844D5A83-E05C-AF41-96C1-06865B493B94}" dt="2020-05-22T05:43:04.469" v="6890" actId="20577"/>
          <ac:spMkLst>
            <pc:docMk/>
            <pc:sldMk cId="149737350" sldId="2775"/>
            <ac:spMk id="3" creationId="{10A10819-2E2F-914B-AAC1-05C2FDECA7CF}"/>
          </ac:spMkLst>
        </pc:spChg>
        <pc:spChg chg="add mod">
          <ac:chgData name="李 鼎基" userId="e6049a4411daca1f" providerId="LiveId" clId="{844D5A83-E05C-AF41-96C1-06865B493B94}" dt="2020-05-22T05:34:13.425" v="6728" actId="1037"/>
          <ac:spMkLst>
            <pc:docMk/>
            <pc:sldMk cId="149737350" sldId="2775"/>
            <ac:spMk id="6" creationId="{5B7E51C2-4E2D-5C4F-ACEF-692ADA772270}"/>
          </ac:spMkLst>
        </pc:spChg>
        <pc:spChg chg="add mod">
          <ac:chgData name="李 鼎基" userId="e6049a4411daca1f" providerId="LiveId" clId="{844D5A83-E05C-AF41-96C1-06865B493B94}" dt="2020-05-22T05:34:13.425" v="6728" actId="1037"/>
          <ac:spMkLst>
            <pc:docMk/>
            <pc:sldMk cId="149737350" sldId="2775"/>
            <ac:spMk id="7" creationId="{396C5B7C-61D5-5241-8587-867C501D45BC}"/>
          </ac:spMkLst>
        </pc:spChg>
        <pc:spChg chg="add mod">
          <ac:chgData name="李 鼎基" userId="e6049a4411daca1f" providerId="LiveId" clId="{844D5A83-E05C-AF41-96C1-06865B493B94}" dt="2020-05-22T04:59:03.717" v="6552" actId="1076"/>
          <ac:spMkLst>
            <pc:docMk/>
            <pc:sldMk cId="149737350" sldId="2775"/>
            <ac:spMk id="8" creationId="{2970E423-485C-6D4E-BA79-8254C8396A2E}"/>
          </ac:spMkLst>
        </pc:spChg>
        <pc:spChg chg="add mod">
          <ac:chgData name="李 鼎基" userId="e6049a4411daca1f" providerId="LiveId" clId="{844D5A83-E05C-AF41-96C1-06865B493B94}" dt="2020-05-22T05:32:51.865" v="6715" actId="1076"/>
          <ac:spMkLst>
            <pc:docMk/>
            <pc:sldMk cId="149737350" sldId="2775"/>
            <ac:spMk id="9" creationId="{899AA950-DD30-8C43-AB5A-F8856A240DE2}"/>
          </ac:spMkLst>
        </pc:spChg>
        <pc:spChg chg="add mod">
          <ac:chgData name="李 鼎基" userId="e6049a4411daca1f" providerId="LiveId" clId="{844D5A83-E05C-AF41-96C1-06865B493B94}" dt="2020-05-22T04:58:55.475" v="6551" actId="1076"/>
          <ac:spMkLst>
            <pc:docMk/>
            <pc:sldMk cId="149737350" sldId="2775"/>
            <ac:spMk id="10" creationId="{89516804-83BE-AD43-BCF2-C3F5FDA4AE3D}"/>
          </ac:spMkLst>
        </pc:spChg>
        <pc:spChg chg="add mod">
          <ac:chgData name="李 鼎基" userId="e6049a4411daca1f" providerId="LiveId" clId="{844D5A83-E05C-AF41-96C1-06865B493B94}" dt="2020-05-22T05:32:58.323" v="6717" actId="1076"/>
          <ac:spMkLst>
            <pc:docMk/>
            <pc:sldMk cId="149737350" sldId="2775"/>
            <ac:spMk id="11" creationId="{363667B8-0633-1649-8B56-A5E770122CE5}"/>
          </ac:spMkLst>
        </pc:spChg>
        <pc:spChg chg="add mod">
          <ac:chgData name="李 鼎基" userId="e6049a4411daca1f" providerId="LiveId" clId="{844D5A83-E05C-AF41-96C1-06865B493B94}" dt="2020-05-22T05:00:10.030" v="6564" actId="20577"/>
          <ac:spMkLst>
            <pc:docMk/>
            <pc:sldMk cId="149737350" sldId="2775"/>
            <ac:spMk id="12" creationId="{83AF65C7-3854-2249-BBCE-B53CB1005528}"/>
          </ac:spMkLst>
        </pc:spChg>
        <pc:spChg chg="add mod">
          <ac:chgData name="李 鼎基" userId="e6049a4411daca1f" providerId="LiveId" clId="{844D5A83-E05C-AF41-96C1-06865B493B94}" dt="2020-05-22T04:59:23.562" v="6554" actId="1076"/>
          <ac:spMkLst>
            <pc:docMk/>
            <pc:sldMk cId="149737350" sldId="2775"/>
            <ac:spMk id="13" creationId="{01F917C0-235A-3447-9652-20C3A94EA29D}"/>
          </ac:spMkLst>
        </pc:spChg>
        <pc:spChg chg="add mod">
          <ac:chgData name="李 鼎基" userId="e6049a4411daca1f" providerId="LiveId" clId="{844D5A83-E05C-AF41-96C1-06865B493B94}" dt="2020-05-22T05:32:55.147" v="6716" actId="1076"/>
          <ac:spMkLst>
            <pc:docMk/>
            <pc:sldMk cId="149737350" sldId="2775"/>
            <ac:spMk id="14" creationId="{FF1F3119-FCE5-5B47-92F7-6368AEFF51E8}"/>
          </ac:spMkLst>
        </pc:spChg>
        <pc:spChg chg="add mod">
          <ac:chgData name="李 鼎基" userId="e6049a4411daca1f" providerId="LiveId" clId="{844D5A83-E05C-AF41-96C1-06865B493B94}" dt="2020-05-22T05:34:13.425" v="6728" actId="1037"/>
          <ac:spMkLst>
            <pc:docMk/>
            <pc:sldMk cId="149737350" sldId="2775"/>
            <ac:spMk id="36" creationId="{A2E2C105-F5F8-CE4B-B642-C8E972361208}"/>
          </ac:spMkLst>
        </pc:spChg>
        <pc:spChg chg="add mod">
          <ac:chgData name="李 鼎基" userId="e6049a4411daca1f" providerId="LiveId" clId="{844D5A83-E05C-AF41-96C1-06865B493B94}" dt="2020-05-22T05:22:22.840" v="6665" actId="1076"/>
          <ac:spMkLst>
            <pc:docMk/>
            <pc:sldMk cId="149737350" sldId="2775"/>
            <ac:spMk id="39" creationId="{A9FB7A08-9BEA-EC4D-8F48-B752C5B0CCB8}"/>
          </ac:spMkLst>
        </pc:spChg>
        <pc:spChg chg="add mod">
          <ac:chgData name="李 鼎基" userId="e6049a4411daca1f" providerId="LiveId" clId="{844D5A83-E05C-AF41-96C1-06865B493B94}" dt="2020-05-22T05:28:44.511" v="6667" actId="1076"/>
          <ac:spMkLst>
            <pc:docMk/>
            <pc:sldMk cId="149737350" sldId="2775"/>
            <ac:spMk id="40" creationId="{C0CEF6AF-6AB8-804C-8BCF-A3919CDAB16E}"/>
          </ac:spMkLst>
        </pc:spChg>
        <pc:spChg chg="add mod">
          <ac:chgData name="李 鼎基" userId="e6049a4411daca1f" providerId="LiveId" clId="{844D5A83-E05C-AF41-96C1-06865B493B94}" dt="2020-05-22T05:28:47.905" v="6668" actId="1076"/>
          <ac:spMkLst>
            <pc:docMk/>
            <pc:sldMk cId="149737350" sldId="2775"/>
            <ac:spMk id="41" creationId="{DE7A802B-44AD-7046-9793-31E998FB5CA8}"/>
          </ac:spMkLst>
        </pc:spChg>
        <pc:spChg chg="add mod">
          <ac:chgData name="李 鼎基" userId="e6049a4411daca1f" providerId="LiveId" clId="{844D5A83-E05C-AF41-96C1-06865B493B94}" dt="2020-05-22T05:22:09.890" v="6662" actId="1076"/>
          <ac:spMkLst>
            <pc:docMk/>
            <pc:sldMk cId="149737350" sldId="2775"/>
            <ac:spMk id="42" creationId="{13FF0D20-73EA-AE4B-9C89-76DBD87DCE96}"/>
          </ac:spMkLst>
        </pc:sp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16" creationId="{E19DF76B-C402-4D41-8C18-A3081256BFC7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17" creationId="{BF4401C4-1B7F-0343-A1A7-022A82EA6BC5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20" creationId="{84A14261-A73B-7640-962D-833ABE2AC2E0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24" creationId="{C490308C-7C1F-FC40-ADEC-D2AF6202EEE7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27" creationId="{362FAF63-A494-F640-9229-61F4C6FA0863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30" creationId="{7594E928-EDF2-234D-BC3F-15321D9BF554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33" creationId="{7D640EE3-8306-5446-888B-0F5B2EFFAD3F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43" creationId="{E8C0B8B4-6196-714C-8599-3B9097BF03EF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46" creationId="{CF0DAE4C-9BC5-CA4C-A13B-BC89CD2843B3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49" creationId="{2EAA007C-76A0-C245-8754-D69D2A505043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52" creationId="{D1A2C6C9-439A-9042-8823-0B451BEAEA9F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55" creationId="{C64AA5CE-D9F4-6C44-9520-50D25D262FFE}"/>
          </ac:cxnSpMkLst>
        </pc:cxnChg>
        <pc:cxnChg chg="add mod">
          <ac:chgData name="李 鼎基" userId="e6049a4411daca1f" providerId="LiveId" clId="{844D5A83-E05C-AF41-96C1-06865B493B94}" dt="2020-05-22T05:34:13.425" v="6728" actId="1037"/>
          <ac:cxnSpMkLst>
            <pc:docMk/>
            <pc:sldMk cId="149737350" sldId="2775"/>
            <ac:cxnSpMk id="58" creationId="{CB52D41A-59C8-0B46-99E1-C4933C217D9F}"/>
          </ac:cxnSpMkLst>
        </pc:cxnChg>
      </pc:sldChg>
      <pc:sldChg chg="modSp add del">
        <pc:chgData name="李 鼎基" userId="e6049a4411daca1f" providerId="LiveId" clId="{844D5A83-E05C-AF41-96C1-06865B493B94}" dt="2020-05-21T12:21:14.714" v="4215" actId="2696"/>
        <pc:sldMkLst>
          <pc:docMk/>
          <pc:sldMk cId="960360405" sldId="2776"/>
        </pc:sldMkLst>
        <pc:spChg chg="mod">
          <ac:chgData name="李 鼎基" userId="e6049a4411daca1f" providerId="LiveId" clId="{844D5A83-E05C-AF41-96C1-06865B493B94}" dt="2020-05-21T11:46:48.535" v="4214" actId="20577"/>
          <ac:spMkLst>
            <pc:docMk/>
            <pc:sldMk cId="960360405" sldId="2776"/>
            <ac:spMk id="2" creationId="{D9E54EB2-5094-9E44-AE7A-080E7B1A6488}"/>
          </ac:spMkLst>
        </pc:spChg>
      </pc:sldChg>
      <pc:sldChg chg="modSp add del">
        <pc:chgData name="李 鼎基" userId="e6049a4411daca1f" providerId="LiveId" clId="{844D5A83-E05C-AF41-96C1-06865B493B94}" dt="2020-05-21T11:35:50.276" v="4173" actId="2696"/>
        <pc:sldMkLst>
          <pc:docMk/>
          <pc:sldMk cId="4021356527" sldId="2776"/>
        </pc:sldMkLst>
        <pc:spChg chg="mod">
          <ac:chgData name="李 鼎基" userId="e6049a4411daca1f" providerId="LiveId" clId="{844D5A83-E05C-AF41-96C1-06865B493B94}" dt="2020-05-21T11:35:44.881" v="4172" actId="6549"/>
          <ac:spMkLst>
            <pc:docMk/>
            <pc:sldMk cId="4021356527" sldId="2776"/>
            <ac:spMk id="2" creationId="{EB8E6B60-A469-1441-B125-2791BCEE6B17}"/>
          </ac:spMkLst>
        </pc:spChg>
      </pc:sldChg>
      <pc:sldChg chg="modSp add modNotesTx">
        <pc:chgData name="李 鼎基" userId="e6049a4411daca1f" providerId="LiveId" clId="{844D5A83-E05C-AF41-96C1-06865B493B94}" dt="2020-05-22T02:32:01.824" v="5606" actId="20577"/>
        <pc:sldMkLst>
          <pc:docMk/>
          <pc:sldMk cId="4066334818" sldId="2776"/>
        </pc:sldMkLst>
        <pc:spChg chg="mod">
          <ac:chgData name="李 鼎基" userId="e6049a4411daca1f" providerId="LiveId" clId="{844D5A83-E05C-AF41-96C1-06865B493B94}" dt="2020-05-22T02:32:01.824" v="5606" actId="20577"/>
          <ac:spMkLst>
            <pc:docMk/>
            <pc:sldMk cId="4066334818" sldId="2776"/>
            <ac:spMk id="5" creationId="{7C3CFBB2-29A4-9845-909C-D2C6211C1301}"/>
          </ac:spMkLst>
        </pc:spChg>
      </pc:sldChg>
      <pc:sldChg chg="addSp delSp modSp add ord">
        <pc:chgData name="李 鼎基" userId="e6049a4411daca1f" providerId="LiveId" clId="{844D5A83-E05C-AF41-96C1-06865B493B94}" dt="2020-05-22T13:41:47.335" v="13771" actId="20577"/>
        <pc:sldMkLst>
          <pc:docMk/>
          <pc:sldMk cId="3203637902" sldId="2777"/>
        </pc:sldMkLst>
        <pc:spChg chg="mod">
          <ac:chgData name="李 鼎基" userId="e6049a4411daca1f" providerId="LiveId" clId="{844D5A83-E05C-AF41-96C1-06865B493B94}" dt="2020-05-21T12:39:49.711" v="4571" actId="20577"/>
          <ac:spMkLst>
            <pc:docMk/>
            <pc:sldMk cId="3203637902" sldId="2777"/>
            <ac:spMk id="2" creationId="{121B30FF-B9D7-994F-910D-577DE7801F22}"/>
          </ac:spMkLst>
        </pc:spChg>
        <pc:spChg chg="mod">
          <ac:chgData name="李 鼎基" userId="e6049a4411daca1f" providerId="LiveId" clId="{844D5A83-E05C-AF41-96C1-06865B493B94}" dt="2020-05-22T13:37:56.282" v="13517" actId="20577"/>
          <ac:spMkLst>
            <pc:docMk/>
            <pc:sldMk cId="3203637902" sldId="2777"/>
            <ac:spMk id="3" creationId="{6FDF084F-0067-0647-B5A3-B1E6C753A8BB}"/>
          </ac:spMkLst>
        </pc:spChg>
        <pc:spChg chg="add mod">
          <ac:chgData name="李 鼎基" userId="e6049a4411daca1f" providerId="LiveId" clId="{844D5A83-E05C-AF41-96C1-06865B493B94}" dt="2020-05-21T13:18:55.401" v="4868" actId="14100"/>
          <ac:spMkLst>
            <pc:docMk/>
            <pc:sldMk cId="3203637902" sldId="2777"/>
            <ac:spMk id="6" creationId="{17CF4E84-C711-6A4A-80E1-0A9C05F8D603}"/>
          </ac:spMkLst>
        </pc:spChg>
        <pc:spChg chg="add del mod">
          <ac:chgData name="李 鼎基" userId="e6049a4411daca1f" providerId="LiveId" clId="{844D5A83-E05C-AF41-96C1-06865B493B94}" dt="2020-05-21T13:18:34.822" v="4863" actId="478"/>
          <ac:spMkLst>
            <pc:docMk/>
            <pc:sldMk cId="3203637902" sldId="2777"/>
            <ac:spMk id="7" creationId="{16FF46F7-03CE-C745-9C30-3309D7E9BB4B}"/>
          </ac:spMkLst>
        </pc:spChg>
        <pc:spChg chg="add mod">
          <ac:chgData name="李 鼎基" userId="e6049a4411daca1f" providerId="LiveId" clId="{844D5A83-E05C-AF41-96C1-06865B493B94}" dt="2020-05-21T13:18:32.878" v="4862" actId="1076"/>
          <ac:spMkLst>
            <pc:docMk/>
            <pc:sldMk cId="3203637902" sldId="2777"/>
            <ac:spMk id="8" creationId="{44EF3C47-637C-4E4D-962C-EFFA7D244029}"/>
          </ac:spMkLst>
        </pc:spChg>
        <pc:spChg chg="add mod">
          <ac:chgData name="李 鼎基" userId="e6049a4411daca1f" providerId="LiveId" clId="{844D5A83-E05C-AF41-96C1-06865B493B94}" dt="2020-05-21T13:18:42.355" v="4865" actId="1076"/>
          <ac:spMkLst>
            <pc:docMk/>
            <pc:sldMk cId="3203637902" sldId="2777"/>
            <ac:spMk id="9" creationId="{1C09C0B3-D939-A04C-970F-9A10E8EE59C5}"/>
          </ac:spMkLst>
        </pc:spChg>
        <pc:spChg chg="add mod">
          <ac:chgData name="李 鼎基" userId="e6049a4411daca1f" providerId="LiveId" clId="{844D5A83-E05C-AF41-96C1-06865B493B94}" dt="2020-05-21T13:22:03.081" v="5029" actId="20577"/>
          <ac:spMkLst>
            <pc:docMk/>
            <pc:sldMk cId="3203637902" sldId="2777"/>
            <ac:spMk id="10" creationId="{C89DBE0B-8FB4-1D4B-8443-4EED06788618}"/>
          </ac:spMkLst>
        </pc:spChg>
        <pc:spChg chg="add mod">
          <ac:chgData name="李 鼎基" userId="e6049a4411daca1f" providerId="LiveId" clId="{844D5A83-E05C-AF41-96C1-06865B493B94}" dt="2020-05-21T13:22:53.538" v="5050" actId="20577"/>
          <ac:spMkLst>
            <pc:docMk/>
            <pc:sldMk cId="3203637902" sldId="2777"/>
            <ac:spMk id="11" creationId="{A07058BB-1312-B948-A886-6C76C623868C}"/>
          </ac:spMkLst>
        </pc:spChg>
        <pc:spChg chg="add mod">
          <ac:chgData name="李 鼎基" userId="e6049a4411daca1f" providerId="LiveId" clId="{844D5A83-E05C-AF41-96C1-06865B493B94}" dt="2020-05-22T13:41:47.335" v="13771" actId="20577"/>
          <ac:spMkLst>
            <pc:docMk/>
            <pc:sldMk cId="3203637902" sldId="2777"/>
            <ac:spMk id="12" creationId="{A2C5A312-93C5-0B4B-A75F-70B28836100F}"/>
          </ac:spMkLst>
        </pc:spChg>
      </pc:sldChg>
      <pc:sldChg chg="add del">
        <pc:chgData name="李 鼎基" userId="e6049a4411daca1f" providerId="LiveId" clId="{844D5A83-E05C-AF41-96C1-06865B493B94}" dt="2020-05-21T12:39:02.393" v="4542"/>
        <pc:sldMkLst>
          <pc:docMk/>
          <pc:sldMk cId="4137394865" sldId="2777"/>
        </pc:sldMkLst>
      </pc:sldChg>
      <pc:sldChg chg="modSp add ord">
        <pc:chgData name="李 鼎基" userId="e6049a4411daca1f" providerId="LiveId" clId="{844D5A83-E05C-AF41-96C1-06865B493B94}" dt="2020-05-22T14:01:50.541" v="14440"/>
        <pc:sldMkLst>
          <pc:docMk/>
          <pc:sldMk cId="3892253594" sldId="2778"/>
        </pc:sldMkLst>
        <pc:spChg chg="mod">
          <ac:chgData name="李 鼎基" userId="e6049a4411daca1f" providerId="LiveId" clId="{844D5A83-E05C-AF41-96C1-06865B493B94}" dt="2020-05-22T13:43:36.560" v="13927" actId="20577"/>
          <ac:spMkLst>
            <pc:docMk/>
            <pc:sldMk cId="3892253594" sldId="2778"/>
            <ac:spMk id="2" creationId="{7FB696DA-0FF7-CC41-9F5A-E6C0BA79C92D}"/>
          </ac:spMkLst>
        </pc:spChg>
        <pc:spChg chg="mod">
          <ac:chgData name="李 鼎基" userId="e6049a4411daca1f" providerId="LiveId" clId="{844D5A83-E05C-AF41-96C1-06865B493B94}" dt="2020-05-22T13:48:07.175" v="14155" actId="20577"/>
          <ac:spMkLst>
            <pc:docMk/>
            <pc:sldMk cId="3892253594" sldId="2778"/>
            <ac:spMk id="3" creationId="{F2DCA4FC-7E8C-824A-BEA4-8A658E78FB99}"/>
          </ac:spMkLst>
        </pc:spChg>
      </pc:sldChg>
      <pc:sldChg chg="modSp add del ord">
        <pc:chgData name="李 鼎基" userId="e6049a4411daca1f" providerId="LiveId" clId="{844D5A83-E05C-AF41-96C1-06865B493B94}" dt="2020-05-22T02:23:30.530" v="5596" actId="2696"/>
        <pc:sldMkLst>
          <pc:docMk/>
          <pc:sldMk cId="142277898" sldId="2779"/>
        </pc:sldMkLst>
        <pc:spChg chg="mod">
          <ac:chgData name="李 鼎基" userId="e6049a4411daca1f" providerId="LiveId" clId="{844D5A83-E05C-AF41-96C1-06865B493B94}" dt="2020-05-21T13:30:05.298" v="5478" actId="20577"/>
          <ac:spMkLst>
            <pc:docMk/>
            <pc:sldMk cId="142277898" sldId="2779"/>
            <ac:spMk id="5" creationId="{7C3CFBB2-29A4-9845-909C-D2C6211C1301}"/>
          </ac:spMkLst>
        </pc:spChg>
      </pc:sldChg>
      <pc:sldChg chg="modSp add ord">
        <pc:chgData name="李 鼎基" userId="e6049a4411daca1f" providerId="LiveId" clId="{844D5A83-E05C-AF41-96C1-06865B493B94}" dt="2020-05-22T02:38:08.056" v="5677" actId="20577"/>
        <pc:sldMkLst>
          <pc:docMk/>
          <pc:sldMk cId="3966224462" sldId="2780"/>
        </pc:sldMkLst>
        <pc:spChg chg="mod">
          <ac:chgData name="李 鼎基" userId="e6049a4411daca1f" providerId="LiveId" clId="{844D5A83-E05C-AF41-96C1-06865B493B94}" dt="2020-05-22T02:38:08.056" v="5677" actId="20577"/>
          <ac:spMkLst>
            <pc:docMk/>
            <pc:sldMk cId="3966224462" sldId="2780"/>
            <ac:spMk id="5" creationId="{7C3CFBB2-29A4-9845-909C-D2C6211C1301}"/>
          </ac:spMkLst>
        </pc:spChg>
      </pc:sldChg>
      <pc:sldChg chg="addSp modSp add modNotesTx">
        <pc:chgData name="李 鼎基" userId="e6049a4411daca1f" providerId="LiveId" clId="{844D5A83-E05C-AF41-96C1-06865B493B94}" dt="2020-05-21T13:35:55.404" v="5573" actId="20577"/>
        <pc:sldMkLst>
          <pc:docMk/>
          <pc:sldMk cId="958548475" sldId="2781"/>
        </pc:sldMkLst>
        <pc:spChg chg="mod">
          <ac:chgData name="李 鼎基" userId="e6049a4411daca1f" providerId="LiveId" clId="{844D5A83-E05C-AF41-96C1-06865B493B94}" dt="2020-05-21T13:31:48.739" v="5513" actId="20577"/>
          <ac:spMkLst>
            <pc:docMk/>
            <pc:sldMk cId="958548475" sldId="2781"/>
            <ac:spMk id="2" creationId="{322A86B7-E845-D840-9589-A256DBEB53D7}"/>
          </ac:spMkLst>
        </pc:spChg>
        <pc:spChg chg="mod">
          <ac:chgData name="李 鼎基" userId="e6049a4411daca1f" providerId="LiveId" clId="{844D5A83-E05C-AF41-96C1-06865B493B94}" dt="2020-05-21T13:35:55.404" v="5573" actId="20577"/>
          <ac:spMkLst>
            <pc:docMk/>
            <pc:sldMk cId="958548475" sldId="2781"/>
            <ac:spMk id="3" creationId="{E4DB5EF6-1C0E-7F41-9B18-38EBCEAD47B7}"/>
          </ac:spMkLst>
        </pc:spChg>
        <pc:picChg chg="add mod">
          <ac:chgData name="李 鼎基" userId="e6049a4411daca1f" providerId="LiveId" clId="{844D5A83-E05C-AF41-96C1-06865B493B94}" dt="2020-05-21T13:34:37.158" v="5520" actId="1076"/>
          <ac:picMkLst>
            <pc:docMk/>
            <pc:sldMk cId="958548475" sldId="2781"/>
            <ac:picMk id="6" creationId="{3FBA3D1C-CEF8-D545-90B8-7D6C2C31FDA8}"/>
          </ac:picMkLst>
        </pc:picChg>
      </pc:sldChg>
      <pc:sldChg chg="add">
        <pc:chgData name="李 鼎基" userId="e6049a4411daca1f" providerId="LiveId" clId="{844D5A83-E05C-AF41-96C1-06865B493B94}" dt="2020-05-22T02:37:15.043" v="5607"/>
        <pc:sldMkLst>
          <pc:docMk/>
          <pc:sldMk cId="2124183400" sldId="2782"/>
        </pc:sldMkLst>
      </pc:sldChg>
      <pc:sldChg chg="addSp modSp add ord">
        <pc:chgData name="李 鼎基" userId="e6049a4411daca1f" providerId="LiveId" clId="{844D5A83-E05C-AF41-96C1-06865B493B94}" dt="2020-05-22T13:53:34.121" v="14243" actId="20577"/>
        <pc:sldMkLst>
          <pc:docMk/>
          <pc:sldMk cId="667916937" sldId="2783"/>
        </pc:sldMkLst>
        <pc:spChg chg="mod">
          <ac:chgData name="李 鼎基" userId="e6049a4411daca1f" providerId="LiveId" clId="{844D5A83-E05C-AF41-96C1-06865B493B94}" dt="2020-05-22T13:53:34.121" v="14243" actId="20577"/>
          <ac:spMkLst>
            <pc:docMk/>
            <pc:sldMk cId="667916937" sldId="2783"/>
            <ac:spMk id="2" creationId="{9CC1611E-B03E-1D49-855E-86395CB4F7D0}"/>
          </ac:spMkLst>
        </pc:spChg>
        <pc:spChg chg="mod">
          <ac:chgData name="李 鼎基" userId="e6049a4411daca1f" providerId="LiveId" clId="{844D5A83-E05C-AF41-96C1-06865B493B94}" dt="2020-05-22T13:51:36.962" v="14164" actId="20577"/>
          <ac:spMkLst>
            <pc:docMk/>
            <pc:sldMk cId="667916937" sldId="2783"/>
            <ac:spMk id="3" creationId="{ADF7395C-5118-7648-9CBB-7DF0A9610925}"/>
          </ac:spMkLst>
        </pc:spChg>
        <pc:spChg chg="add mod">
          <ac:chgData name="李 鼎基" userId="e6049a4411daca1f" providerId="LiveId" clId="{844D5A83-E05C-AF41-96C1-06865B493B94}" dt="2020-05-22T07:42:25.762" v="7658" actId="14100"/>
          <ac:spMkLst>
            <pc:docMk/>
            <pc:sldMk cId="667916937" sldId="2783"/>
            <ac:spMk id="6" creationId="{DE069757-5A90-8F4F-9D0C-85AF933BDF53}"/>
          </ac:spMkLst>
        </pc:spChg>
        <pc:spChg chg="add mod">
          <ac:chgData name="李 鼎基" userId="e6049a4411daca1f" providerId="LiveId" clId="{844D5A83-E05C-AF41-96C1-06865B493B94}" dt="2020-05-22T07:43:35.044" v="7704" actId="14100"/>
          <ac:spMkLst>
            <pc:docMk/>
            <pc:sldMk cId="667916937" sldId="2783"/>
            <ac:spMk id="7" creationId="{FA5AAE32-0216-8F48-9B22-D41B6A470520}"/>
          </ac:spMkLst>
        </pc:spChg>
        <pc:spChg chg="add mod">
          <ac:chgData name="李 鼎基" userId="e6049a4411daca1f" providerId="LiveId" clId="{844D5A83-E05C-AF41-96C1-06865B493B94}" dt="2020-05-22T07:48:38.419" v="7769" actId="20577"/>
          <ac:spMkLst>
            <pc:docMk/>
            <pc:sldMk cId="667916937" sldId="2783"/>
            <ac:spMk id="8" creationId="{B6C672B1-A71D-B240-902F-99C7802CF565}"/>
          </ac:spMkLst>
        </pc:spChg>
        <pc:spChg chg="add mod">
          <ac:chgData name="李 鼎基" userId="e6049a4411daca1f" providerId="LiveId" clId="{844D5A83-E05C-AF41-96C1-06865B493B94}" dt="2020-05-22T07:48:41.439" v="7772" actId="20577"/>
          <ac:spMkLst>
            <pc:docMk/>
            <pc:sldMk cId="667916937" sldId="2783"/>
            <ac:spMk id="9" creationId="{E0062B57-B0F9-374B-A4D0-F94FF11FAF44}"/>
          </ac:spMkLst>
        </pc:spChg>
      </pc:sldChg>
      <pc:sldChg chg="addSp delSp modSp add ord delAnim modAnim">
        <pc:chgData name="李 鼎基" userId="e6049a4411daca1f" providerId="LiveId" clId="{844D5A83-E05C-AF41-96C1-06865B493B94}" dt="2020-05-22T12:39:19.567" v="12636" actId="20577"/>
        <pc:sldMkLst>
          <pc:docMk/>
          <pc:sldMk cId="1110521338" sldId="2784"/>
        </pc:sldMkLst>
        <pc:spChg chg="mod">
          <ac:chgData name="李 鼎基" userId="e6049a4411daca1f" providerId="LiveId" clId="{844D5A83-E05C-AF41-96C1-06865B493B94}" dt="2020-05-22T08:40:15.486" v="8826" actId="20577"/>
          <ac:spMkLst>
            <pc:docMk/>
            <pc:sldMk cId="1110521338" sldId="2784"/>
            <ac:spMk id="2" creationId="{B4F3C66C-CFA8-2B44-9D62-B7F62759E485}"/>
          </ac:spMkLst>
        </pc:spChg>
        <pc:spChg chg="mod">
          <ac:chgData name="李 鼎基" userId="e6049a4411daca1f" providerId="LiveId" clId="{844D5A83-E05C-AF41-96C1-06865B493B94}" dt="2020-05-22T12:39:19.567" v="12636" actId="20577"/>
          <ac:spMkLst>
            <pc:docMk/>
            <pc:sldMk cId="1110521338" sldId="2784"/>
            <ac:spMk id="3" creationId="{9BA0B3F4-D0D1-FA4A-96FC-05361204516B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6" creationId="{A4544D14-37F4-324E-9B21-C6C1EE2D987F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7" creationId="{FC8309F9-50B6-6640-814A-D12B736C25AD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8" creationId="{E4A85688-ADFE-F84F-836A-B43CDE2925A4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10" creationId="{0D6596A2-6F08-C845-9DDF-5B80E52B37E9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11" creationId="{42D141A4-5602-CC4E-90C9-F00AEC3D35C2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12" creationId="{6BECB842-86DD-0247-97F7-BDB026E5C506}"/>
          </ac:spMkLst>
        </pc:spChg>
        <pc:spChg chg="add del mod">
          <ac:chgData name="李 鼎基" userId="e6049a4411daca1f" providerId="LiveId" clId="{844D5A83-E05C-AF41-96C1-06865B493B94}" dt="2020-05-22T08:08:57.167" v="8216" actId="478"/>
          <ac:spMkLst>
            <pc:docMk/>
            <pc:sldMk cId="1110521338" sldId="2784"/>
            <ac:spMk id="13" creationId="{3789260C-4452-1F49-893E-CA9C4873CAFB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0" creationId="{3512372B-BF97-7949-8310-E2DB557C11B2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1" creationId="{9270BF81-EC95-E045-8E66-CAFF6C001F1A}"/>
          </ac:spMkLst>
        </pc:spChg>
        <pc:spChg chg="add del mod">
          <ac:chgData name="李 鼎基" userId="e6049a4411daca1f" providerId="LiveId" clId="{844D5A83-E05C-AF41-96C1-06865B493B94}" dt="2020-05-22T08:07:12.078" v="8192"/>
          <ac:spMkLst>
            <pc:docMk/>
            <pc:sldMk cId="1110521338" sldId="2784"/>
            <ac:spMk id="22" creationId="{C542481F-8EB4-054A-8351-EA84AF4892B7}"/>
          </ac:spMkLst>
        </pc:spChg>
        <pc:spChg chg="add del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3" creationId="{C0BBF6D0-063E-A944-B4D5-3463A152C7BC}"/>
          </ac:spMkLst>
        </pc:spChg>
        <pc:spChg chg="add del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4" creationId="{955571EA-9EE0-B34D-AE0B-B881422651CD}"/>
          </ac:spMkLst>
        </pc:spChg>
        <pc:spChg chg="add del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5" creationId="{DC7FEA7C-6236-B249-968B-54AB1F86F25F}"/>
          </ac:spMkLst>
        </pc:spChg>
        <pc:spChg chg="add del mod">
          <ac:chgData name="李 鼎基" userId="e6049a4411daca1f" providerId="LiveId" clId="{844D5A83-E05C-AF41-96C1-06865B493B94}" dt="2020-05-22T08:09:35.651" v="8252" actId="478"/>
          <ac:spMkLst>
            <pc:docMk/>
            <pc:sldMk cId="1110521338" sldId="2784"/>
            <ac:spMk id="26" creationId="{32878276-784C-254B-AD3B-015548517BE0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7" creationId="{56684F9B-A5F5-7346-A56A-1D72B9D3E13B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8" creationId="{9F768E12-C59C-C84E-86C8-432F621EFB6B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29" creationId="{F2F05426-1F68-0446-A7D7-20CD750528A8}"/>
          </ac:spMkLst>
        </pc:spChg>
        <pc:spChg chg="add mod">
          <ac:chgData name="李 鼎基" userId="e6049a4411daca1f" providerId="LiveId" clId="{844D5A83-E05C-AF41-96C1-06865B493B94}" dt="2020-05-22T08:39:19.918" v="8798" actId="1076"/>
          <ac:spMkLst>
            <pc:docMk/>
            <pc:sldMk cId="1110521338" sldId="2784"/>
            <ac:spMk id="32" creationId="{6B7386CF-E813-A144-A587-28931813B72C}"/>
          </ac:spMkLst>
        </pc:spChg>
        <pc:cxnChg chg="add mod">
          <ac:chgData name="李 鼎基" userId="e6049a4411daca1f" providerId="LiveId" clId="{844D5A83-E05C-AF41-96C1-06865B493B94}" dt="2020-05-22T08:39:24.256" v="8799" actId="1076"/>
          <ac:cxnSpMkLst>
            <pc:docMk/>
            <pc:sldMk cId="1110521338" sldId="2784"/>
            <ac:cxnSpMk id="9" creationId="{E4243E15-A504-1244-8542-5B5C114AEE97}"/>
          </ac:cxnSpMkLst>
        </pc:cxnChg>
        <pc:cxnChg chg="add del mod">
          <ac:chgData name="李 鼎基" userId="e6049a4411daca1f" providerId="LiveId" clId="{844D5A83-E05C-AF41-96C1-06865B493B94}" dt="2020-05-22T08:04:00.601" v="8071" actId="478"/>
          <ac:cxnSpMkLst>
            <pc:docMk/>
            <pc:sldMk cId="1110521338" sldId="2784"/>
            <ac:cxnSpMk id="14" creationId="{D6CF14A6-AA22-1F4C-AA0F-D6FAFA05AB37}"/>
          </ac:cxnSpMkLst>
        </pc:cxnChg>
        <pc:cxnChg chg="add del mod">
          <ac:chgData name="李 鼎基" userId="e6049a4411daca1f" providerId="LiveId" clId="{844D5A83-E05C-AF41-96C1-06865B493B94}" dt="2020-05-22T08:06:10.117" v="8157" actId="478"/>
          <ac:cxnSpMkLst>
            <pc:docMk/>
            <pc:sldMk cId="1110521338" sldId="2784"/>
            <ac:cxnSpMk id="15" creationId="{05DC5EC2-701F-7848-85EC-655CF8D467A8}"/>
          </ac:cxnSpMkLst>
        </pc:cxnChg>
        <pc:cxnChg chg="add del mod">
          <ac:chgData name="李 鼎基" userId="e6049a4411daca1f" providerId="LiveId" clId="{844D5A83-E05C-AF41-96C1-06865B493B94}" dt="2020-05-22T08:06:10.117" v="8157" actId="478"/>
          <ac:cxnSpMkLst>
            <pc:docMk/>
            <pc:sldMk cId="1110521338" sldId="2784"/>
            <ac:cxnSpMk id="16" creationId="{A874C3F1-897B-6746-A8FC-B6AD65D6DA6A}"/>
          </ac:cxnSpMkLst>
        </pc:cxnChg>
        <pc:cxnChg chg="add del mod">
          <ac:chgData name="李 鼎基" userId="e6049a4411daca1f" providerId="LiveId" clId="{844D5A83-E05C-AF41-96C1-06865B493B94}" dt="2020-05-22T08:03:57.049" v="8070" actId="478"/>
          <ac:cxnSpMkLst>
            <pc:docMk/>
            <pc:sldMk cId="1110521338" sldId="2784"/>
            <ac:cxnSpMk id="17" creationId="{DD1F483B-C992-0343-AA3E-AF238EB725C3}"/>
          </ac:cxnSpMkLst>
        </pc:cxnChg>
        <pc:cxnChg chg="add del mod">
          <ac:chgData name="李 鼎基" userId="e6049a4411daca1f" providerId="LiveId" clId="{844D5A83-E05C-AF41-96C1-06865B493B94}" dt="2020-05-22T08:06:10.117" v="8157" actId="478"/>
          <ac:cxnSpMkLst>
            <pc:docMk/>
            <pc:sldMk cId="1110521338" sldId="2784"/>
            <ac:cxnSpMk id="18" creationId="{5975F5A3-A0CC-E541-91A1-293CFAADAD0C}"/>
          </ac:cxnSpMkLst>
        </pc:cxnChg>
        <pc:cxnChg chg="add del mod">
          <ac:chgData name="李 鼎基" userId="e6049a4411daca1f" providerId="LiveId" clId="{844D5A83-E05C-AF41-96C1-06865B493B94}" dt="2020-05-22T08:06:10.117" v="8157" actId="478"/>
          <ac:cxnSpMkLst>
            <pc:docMk/>
            <pc:sldMk cId="1110521338" sldId="2784"/>
            <ac:cxnSpMk id="19" creationId="{4CA5235F-E46B-6547-8457-AE4197161DC0}"/>
          </ac:cxnSpMkLst>
        </pc:cxnChg>
        <pc:cxnChg chg="add del mod">
          <ac:chgData name="李 鼎基" userId="e6049a4411daca1f" providerId="LiveId" clId="{844D5A83-E05C-AF41-96C1-06865B493B94}" dt="2020-05-22T08:28:52.923" v="8358" actId="478"/>
          <ac:cxnSpMkLst>
            <pc:docMk/>
            <pc:sldMk cId="1110521338" sldId="2784"/>
            <ac:cxnSpMk id="33" creationId="{3E136E4B-B2A8-C44A-914F-46E734A58DFF}"/>
          </ac:cxnSpMkLst>
        </pc:cxnChg>
        <pc:cxnChg chg="add mod">
          <ac:chgData name="李 鼎基" userId="e6049a4411daca1f" providerId="LiveId" clId="{844D5A83-E05C-AF41-96C1-06865B493B94}" dt="2020-05-22T08:39:19.918" v="8798" actId="1076"/>
          <ac:cxnSpMkLst>
            <pc:docMk/>
            <pc:sldMk cId="1110521338" sldId="2784"/>
            <ac:cxnSpMk id="34" creationId="{D2A04833-2036-D143-A11B-5B7056407316}"/>
          </ac:cxnSpMkLst>
        </pc:cxnChg>
        <pc:cxnChg chg="add mod">
          <ac:chgData name="李 鼎基" userId="e6049a4411daca1f" providerId="LiveId" clId="{844D5A83-E05C-AF41-96C1-06865B493B94}" dt="2020-05-22T08:39:19.918" v="8798" actId="1076"/>
          <ac:cxnSpMkLst>
            <pc:docMk/>
            <pc:sldMk cId="1110521338" sldId="2784"/>
            <ac:cxnSpMk id="36" creationId="{0102AB18-9652-E140-9FF9-3733F60A3059}"/>
          </ac:cxnSpMkLst>
        </pc:cxnChg>
      </pc:sldChg>
      <pc:sldChg chg="addSp delSp modSp add modAnim">
        <pc:chgData name="李 鼎基" userId="e6049a4411daca1f" providerId="LiveId" clId="{844D5A83-E05C-AF41-96C1-06865B493B94}" dt="2020-05-22T12:56:29.463" v="13295" actId="20577"/>
        <pc:sldMkLst>
          <pc:docMk/>
          <pc:sldMk cId="2068309259" sldId="2785"/>
        </pc:sldMkLst>
        <pc:spChg chg="mod">
          <ac:chgData name="李 鼎基" userId="e6049a4411daca1f" providerId="LiveId" clId="{844D5A83-E05C-AF41-96C1-06865B493B94}" dt="2020-05-22T08:41:38.530" v="8918" actId="27636"/>
          <ac:spMkLst>
            <pc:docMk/>
            <pc:sldMk cId="2068309259" sldId="2785"/>
            <ac:spMk id="2" creationId="{116FFFA3-9336-7245-9B81-BFA9D774113D}"/>
          </ac:spMkLst>
        </pc:spChg>
        <pc:spChg chg="del">
          <ac:chgData name="李 鼎基" userId="e6049a4411daca1f" providerId="LiveId" clId="{844D5A83-E05C-AF41-96C1-06865B493B94}" dt="2020-05-22T09:11:11.931" v="9088" actId="478"/>
          <ac:spMkLst>
            <pc:docMk/>
            <pc:sldMk cId="2068309259" sldId="2785"/>
            <ac:spMk id="3" creationId="{C305007D-6F76-0142-8EAC-1D7476A84C82}"/>
          </ac:spMkLst>
        </pc:spChg>
        <pc:spChg chg="add del mod">
          <ac:chgData name="李 鼎基" userId="e6049a4411daca1f" providerId="LiveId" clId="{844D5A83-E05C-AF41-96C1-06865B493B94}" dt="2020-05-22T08:53:14.522" v="8953" actId="164"/>
          <ac:spMkLst>
            <pc:docMk/>
            <pc:sldMk cId="2068309259" sldId="2785"/>
            <ac:spMk id="6" creationId="{9B8D4AB5-3C02-3E43-9C5A-F697F10C5A20}"/>
          </ac:spMkLst>
        </pc:spChg>
        <pc:spChg chg="add del mod">
          <ac:chgData name="李 鼎基" userId="e6049a4411daca1f" providerId="LiveId" clId="{844D5A83-E05C-AF41-96C1-06865B493B94}" dt="2020-05-22T08:53:14.522" v="8953" actId="164"/>
          <ac:spMkLst>
            <pc:docMk/>
            <pc:sldMk cId="2068309259" sldId="2785"/>
            <ac:spMk id="7" creationId="{EA56C6D4-CF5E-8E4B-9DC1-C55EC73CEFFD}"/>
          </ac:spMkLst>
        </pc:spChg>
        <pc:spChg chg="add del mod">
          <ac:chgData name="李 鼎基" userId="e6049a4411daca1f" providerId="LiveId" clId="{844D5A83-E05C-AF41-96C1-06865B493B94}" dt="2020-05-22T08:53:14.522" v="8953" actId="164"/>
          <ac:spMkLst>
            <pc:docMk/>
            <pc:sldMk cId="2068309259" sldId="2785"/>
            <ac:spMk id="8" creationId="{E78C297A-35A5-574B-B1CF-5D47BD175FEC}"/>
          </ac:spMkLst>
        </pc:spChg>
        <pc:spChg chg="add del mod">
          <ac:chgData name="李 鼎基" userId="e6049a4411daca1f" providerId="LiveId" clId="{844D5A83-E05C-AF41-96C1-06865B493B94}" dt="2020-05-22T08:53:14.522" v="8953" actId="164"/>
          <ac:spMkLst>
            <pc:docMk/>
            <pc:sldMk cId="2068309259" sldId="2785"/>
            <ac:spMk id="9" creationId="{4A8973BD-2446-4B45-9F47-AFD820FBD460}"/>
          </ac:spMkLst>
        </pc:spChg>
        <pc:spChg chg="add del mod">
          <ac:chgData name="李 鼎基" userId="e6049a4411daca1f" providerId="LiveId" clId="{844D5A83-E05C-AF41-96C1-06865B493B94}" dt="2020-05-22T09:13:58.493" v="9107" actId="20577"/>
          <ac:spMkLst>
            <pc:docMk/>
            <pc:sldMk cId="2068309259" sldId="2785"/>
            <ac:spMk id="10" creationId="{51AA0EE6-0606-CD47-8AED-6A313B848E17}"/>
          </ac:spMkLst>
        </pc:spChg>
        <pc:spChg chg="add del mod">
          <ac:chgData name="李 鼎基" userId="e6049a4411daca1f" providerId="LiveId" clId="{844D5A83-E05C-AF41-96C1-06865B493B94}" dt="2020-05-22T09:14:03.593" v="9112" actId="20577"/>
          <ac:spMkLst>
            <pc:docMk/>
            <pc:sldMk cId="2068309259" sldId="2785"/>
            <ac:spMk id="11" creationId="{14128C4E-904F-144E-9293-C15C48EEC96B}"/>
          </ac:spMkLst>
        </pc:spChg>
        <pc:spChg chg="add del mod">
          <ac:chgData name="李 鼎基" userId="e6049a4411daca1f" providerId="LiveId" clId="{844D5A83-E05C-AF41-96C1-06865B493B94}" dt="2020-05-22T08:51:59.829" v="8944" actId="478"/>
          <ac:spMkLst>
            <pc:docMk/>
            <pc:sldMk cId="2068309259" sldId="2785"/>
            <ac:spMk id="17" creationId="{4DC9FA7D-4125-734B-B20C-611BD004088D}"/>
          </ac:spMkLst>
        </pc:spChg>
        <pc:spChg chg="mod">
          <ac:chgData name="李 鼎基" userId="e6049a4411daca1f" providerId="LiveId" clId="{844D5A83-E05C-AF41-96C1-06865B493B94}" dt="2020-05-22T08:54:12.680" v="8959"/>
          <ac:spMkLst>
            <pc:docMk/>
            <pc:sldMk cId="2068309259" sldId="2785"/>
            <ac:spMk id="31" creationId="{0A6449AC-A5CB-8A4C-AA6B-C30F634C7E98}"/>
          </ac:spMkLst>
        </pc:spChg>
        <pc:spChg chg="mod">
          <ac:chgData name="李 鼎基" userId="e6049a4411daca1f" providerId="LiveId" clId="{844D5A83-E05C-AF41-96C1-06865B493B94}" dt="2020-05-22T08:54:12.680" v="8959"/>
          <ac:spMkLst>
            <pc:docMk/>
            <pc:sldMk cId="2068309259" sldId="2785"/>
            <ac:spMk id="32" creationId="{460CB504-5322-CE45-BAA4-FD21F89D6B59}"/>
          </ac:spMkLst>
        </pc:spChg>
        <pc:spChg chg="mod">
          <ac:chgData name="李 鼎基" userId="e6049a4411daca1f" providerId="LiveId" clId="{844D5A83-E05C-AF41-96C1-06865B493B94}" dt="2020-05-22T08:56:30.555" v="8993" actId="207"/>
          <ac:spMkLst>
            <pc:docMk/>
            <pc:sldMk cId="2068309259" sldId="2785"/>
            <ac:spMk id="33" creationId="{1CA6339D-8A31-DD46-AAA2-AE878ECB2B5F}"/>
          </ac:spMkLst>
        </pc:spChg>
        <pc:spChg chg="mod">
          <ac:chgData name="李 鼎基" userId="e6049a4411daca1f" providerId="LiveId" clId="{844D5A83-E05C-AF41-96C1-06865B493B94}" dt="2020-05-22T09:08:08.094" v="9079" actId="1076"/>
          <ac:spMkLst>
            <pc:docMk/>
            <pc:sldMk cId="2068309259" sldId="2785"/>
            <ac:spMk id="34" creationId="{391BEDFB-92C4-F54D-9D9F-29B6306A50B0}"/>
          </ac:spMkLst>
        </pc:spChg>
        <pc:spChg chg="mod">
          <ac:chgData name="李 鼎基" userId="e6049a4411daca1f" providerId="LiveId" clId="{844D5A83-E05C-AF41-96C1-06865B493B94}" dt="2020-05-22T09:14:20.558" v="9115" actId="20577"/>
          <ac:spMkLst>
            <pc:docMk/>
            <pc:sldMk cId="2068309259" sldId="2785"/>
            <ac:spMk id="35" creationId="{77D1A502-68EA-C04A-8A1B-7B28C7B96229}"/>
          </ac:spMkLst>
        </pc:spChg>
        <pc:spChg chg="mod">
          <ac:chgData name="李 鼎基" userId="e6049a4411daca1f" providerId="LiveId" clId="{844D5A83-E05C-AF41-96C1-06865B493B94}" dt="2020-05-22T09:14:22.794" v="9118" actId="20577"/>
          <ac:spMkLst>
            <pc:docMk/>
            <pc:sldMk cId="2068309259" sldId="2785"/>
            <ac:spMk id="36" creationId="{F9CBDD92-2EA6-1840-B4D9-2E05909B3A21}"/>
          </ac:spMkLst>
        </pc:spChg>
        <pc:spChg chg="mod">
          <ac:chgData name="李 鼎基" userId="e6049a4411daca1f" providerId="LiveId" clId="{844D5A83-E05C-AF41-96C1-06865B493B94}" dt="2020-05-22T08:54:15.510" v="8961"/>
          <ac:spMkLst>
            <pc:docMk/>
            <pc:sldMk cId="2068309259" sldId="2785"/>
            <ac:spMk id="43" creationId="{7E4740CA-385D-0F49-AAD6-3CEDDCC8132C}"/>
          </ac:spMkLst>
        </pc:spChg>
        <pc:spChg chg="mod">
          <ac:chgData name="李 鼎基" userId="e6049a4411daca1f" providerId="LiveId" clId="{844D5A83-E05C-AF41-96C1-06865B493B94}" dt="2020-05-22T08:54:15.510" v="8961"/>
          <ac:spMkLst>
            <pc:docMk/>
            <pc:sldMk cId="2068309259" sldId="2785"/>
            <ac:spMk id="44" creationId="{AAB392E2-B28D-EC4D-A785-9AC150A2F5F9}"/>
          </ac:spMkLst>
        </pc:spChg>
        <pc:spChg chg="mod">
          <ac:chgData name="李 鼎基" userId="e6049a4411daca1f" providerId="LiveId" clId="{844D5A83-E05C-AF41-96C1-06865B493B94}" dt="2020-05-22T08:56:48.947" v="8996" actId="207"/>
          <ac:spMkLst>
            <pc:docMk/>
            <pc:sldMk cId="2068309259" sldId="2785"/>
            <ac:spMk id="45" creationId="{91E15779-6CB6-8043-BF0E-E97A62E77F31}"/>
          </ac:spMkLst>
        </pc:spChg>
        <pc:spChg chg="mod">
          <ac:chgData name="李 鼎基" userId="e6049a4411daca1f" providerId="LiveId" clId="{844D5A83-E05C-AF41-96C1-06865B493B94}" dt="2020-05-22T08:54:15.510" v="8961"/>
          <ac:spMkLst>
            <pc:docMk/>
            <pc:sldMk cId="2068309259" sldId="2785"/>
            <ac:spMk id="46" creationId="{C0C380A3-F426-D34D-83DA-AD9BC6FC79BE}"/>
          </ac:spMkLst>
        </pc:spChg>
        <pc:spChg chg="mod">
          <ac:chgData name="李 鼎基" userId="e6049a4411daca1f" providerId="LiveId" clId="{844D5A83-E05C-AF41-96C1-06865B493B94}" dt="2020-05-22T08:56:48.947" v="8996" actId="207"/>
          <ac:spMkLst>
            <pc:docMk/>
            <pc:sldMk cId="2068309259" sldId="2785"/>
            <ac:spMk id="47" creationId="{4F60A8BF-47C7-764B-9347-F2D66A8E1BB6}"/>
          </ac:spMkLst>
        </pc:spChg>
        <pc:spChg chg="mod">
          <ac:chgData name="李 鼎基" userId="e6049a4411daca1f" providerId="LiveId" clId="{844D5A83-E05C-AF41-96C1-06865B493B94}" dt="2020-05-22T08:56:48.947" v="8996" actId="207"/>
          <ac:spMkLst>
            <pc:docMk/>
            <pc:sldMk cId="2068309259" sldId="2785"/>
            <ac:spMk id="48" creationId="{CD4F7E06-E289-AB42-8FD2-EAE5FA8F8217}"/>
          </ac:spMkLst>
        </pc:spChg>
        <pc:spChg chg="mod topLvl">
          <ac:chgData name="李 鼎基" userId="e6049a4411daca1f" providerId="LiveId" clId="{844D5A83-E05C-AF41-96C1-06865B493B94}" dt="2020-05-22T09:02:59.126" v="9039" actId="165"/>
          <ac:spMkLst>
            <pc:docMk/>
            <pc:sldMk cId="2068309259" sldId="2785"/>
            <ac:spMk id="55" creationId="{369FB95F-1DA9-244D-A1BD-FED4F975C452}"/>
          </ac:spMkLst>
        </pc:spChg>
        <pc:spChg chg="mod topLvl">
          <ac:chgData name="李 鼎基" userId="e6049a4411daca1f" providerId="LiveId" clId="{844D5A83-E05C-AF41-96C1-06865B493B94}" dt="2020-05-22T09:02:59.126" v="9039" actId="165"/>
          <ac:spMkLst>
            <pc:docMk/>
            <pc:sldMk cId="2068309259" sldId="2785"/>
            <ac:spMk id="56" creationId="{374B6195-E0B4-4E4F-9884-0F63B1846437}"/>
          </ac:spMkLst>
        </pc:spChg>
        <pc:spChg chg="mod topLvl">
          <ac:chgData name="李 鼎基" userId="e6049a4411daca1f" providerId="LiveId" clId="{844D5A83-E05C-AF41-96C1-06865B493B94}" dt="2020-05-22T09:02:59.126" v="9039" actId="165"/>
          <ac:spMkLst>
            <pc:docMk/>
            <pc:sldMk cId="2068309259" sldId="2785"/>
            <ac:spMk id="57" creationId="{957B543A-FCE8-374E-80B8-198846C2B4AF}"/>
          </ac:spMkLst>
        </pc:spChg>
        <pc:spChg chg="mod topLvl">
          <ac:chgData name="李 鼎基" userId="e6049a4411daca1f" providerId="LiveId" clId="{844D5A83-E05C-AF41-96C1-06865B493B94}" dt="2020-05-22T09:02:59.126" v="9039" actId="165"/>
          <ac:spMkLst>
            <pc:docMk/>
            <pc:sldMk cId="2068309259" sldId="2785"/>
            <ac:spMk id="58" creationId="{0B691383-CDBF-8A48-9839-79B4F3B6298F}"/>
          </ac:spMkLst>
        </pc:spChg>
        <pc:spChg chg="mod topLvl">
          <ac:chgData name="李 鼎基" userId="e6049a4411daca1f" providerId="LiveId" clId="{844D5A83-E05C-AF41-96C1-06865B493B94}" dt="2020-05-22T09:03:07.454" v="9049" actId="20577"/>
          <ac:spMkLst>
            <pc:docMk/>
            <pc:sldMk cId="2068309259" sldId="2785"/>
            <ac:spMk id="59" creationId="{400B6E48-831E-F44E-BEBA-5569FDEEA9E1}"/>
          </ac:spMkLst>
        </pc:spChg>
        <pc:spChg chg="mod topLvl">
          <ac:chgData name="李 鼎基" userId="e6049a4411daca1f" providerId="LiveId" clId="{844D5A83-E05C-AF41-96C1-06865B493B94}" dt="2020-05-22T09:03:12.538" v="9056" actId="20577"/>
          <ac:spMkLst>
            <pc:docMk/>
            <pc:sldMk cId="2068309259" sldId="2785"/>
            <ac:spMk id="60" creationId="{314E7315-4864-C148-A5E4-CDAA4264E807}"/>
          </ac:spMkLst>
        </pc:spChg>
        <pc:spChg chg="add del mod">
          <ac:chgData name="李 鼎基" userId="e6049a4411daca1f" providerId="LiveId" clId="{844D5A83-E05C-AF41-96C1-06865B493B94}" dt="2020-05-22T09:17:16.014" v="9139" actId="478"/>
          <ac:spMkLst>
            <pc:docMk/>
            <pc:sldMk cId="2068309259" sldId="2785"/>
            <ac:spMk id="66" creationId="{AC30DA7E-1C1F-A84E-9E5F-65CED436BA29}"/>
          </ac:spMkLst>
        </pc:spChg>
        <pc:spChg chg="add mod">
          <ac:chgData name="李 鼎基" userId="e6049a4411daca1f" providerId="LiveId" clId="{844D5A83-E05C-AF41-96C1-06865B493B94}" dt="2020-05-22T10:43:25.848" v="9873" actId="20577"/>
          <ac:spMkLst>
            <pc:docMk/>
            <pc:sldMk cId="2068309259" sldId="2785"/>
            <ac:spMk id="67" creationId="{1C58A501-C596-B943-9942-5FCF087AC9B6}"/>
          </ac:spMkLst>
        </pc:spChg>
        <pc:spChg chg="add mod">
          <ac:chgData name="李 鼎基" userId="e6049a4411daca1f" providerId="LiveId" clId="{844D5A83-E05C-AF41-96C1-06865B493B94}" dt="2020-05-22T10:43:18.088" v="9869" actId="20577"/>
          <ac:spMkLst>
            <pc:docMk/>
            <pc:sldMk cId="2068309259" sldId="2785"/>
            <ac:spMk id="68" creationId="{C846DDA6-BA96-EA4E-8086-F1151635614F}"/>
          </ac:spMkLst>
        </pc:spChg>
        <pc:spChg chg="add del mod">
          <ac:chgData name="李 鼎基" userId="e6049a4411daca1f" providerId="LiveId" clId="{844D5A83-E05C-AF41-96C1-06865B493B94}" dt="2020-05-22T09:22:20.259" v="9339"/>
          <ac:spMkLst>
            <pc:docMk/>
            <pc:sldMk cId="2068309259" sldId="2785"/>
            <ac:spMk id="69" creationId="{068A326F-B871-2643-B97E-A0AEF140EB18}"/>
          </ac:spMkLst>
        </pc:spChg>
        <pc:spChg chg="add mod">
          <ac:chgData name="李 鼎基" userId="e6049a4411daca1f" providerId="LiveId" clId="{844D5A83-E05C-AF41-96C1-06865B493B94}" dt="2020-05-22T09:23:26.893" v="9351" actId="692"/>
          <ac:spMkLst>
            <pc:docMk/>
            <pc:sldMk cId="2068309259" sldId="2785"/>
            <ac:spMk id="70" creationId="{C0111E3B-7C29-774B-90DB-0BA37BD2C633}"/>
          </ac:spMkLst>
        </pc:spChg>
        <pc:spChg chg="add mod">
          <ac:chgData name="李 鼎基" userId="e6049a4411daca1f" providerId="LiveId" clId="{844D5A83-E05C-AF41-96C1-06865B493B94}" dt="2020-05-22T12:56:29.463" v="13295" actId="20577"/>
          <ac:spMkLst>
            <pc:docMk/>
            <pc:sldMk cId="2068309259" sldId="2785"/>
            <ac:spMk id="71" creationId="{157C8C93-3C1D-5F42-B1C9-05D5F939441F}"/>
          </ac:spMkLst>
        </pc:spChg>
        <pc:spChg chg="add mod">
          <ac:chgData name="李 鼎基" userId="e6049a4411daca1f" providerId="LiveId" clId="{844D5A83-E05C-AF41-96C1-06865B493B94}" dt="2020-05-22T10:44:10.667" v="9886" actId="1076"/>
          <ac:spMkLst>
            <pc:docMk/>
            <pc:sldMk cId="2068309259" sldId="2785"/>
            <ac:spMk id="72" creationId="{4A91CD6B-5A5D-9F4F-8984-A98E8C764782}"/>
          </ac:spMkLst>
        </pc:spChg>
        <pc:spChg chg="add mod">
          <ac:chgData name="李 鼎基" userId="e6049a4411daca1f" providerId="LiveId" clId="{844D5A83-E05C-AF41-96C1-06865B493B94}" dt="2020-05-22T10:44:16.651" v="9887" actId="1076"/>
          <ac:spMkLst>
            <pc:docMk/>
            <pc:sldMk cId="2068309259" sldId="2785"/>
            <ac:spMk id="73" creationId="{4DF45D2D-B561-7F41-B77F-BB659555E569}"/>
          </ac:spMkLst>
        </pc:spChg>
        <pc:grpChg chg="add mod">
          <ac:chgData name="李 鼎基" userId="e6049a4411daca1f" providerId="LiveId" clId="{844D5A83-E05C-AF41-96C1-06865B493B94}" dt="2020-05-22T09:08:43.811" v="9086" actId="1076"/>
          <ac:grpSpMkLst>
            <pc:docMk/>
            <pc:sldMk cId="2068309259" sldId="2785"/>
            <ac:grpSpMk id="29" creationId="{99326671-C922-D449-BB78-6A1F7CA8D2E0}"/>
          </ac:grpSpMkLst>
        </pc:grpChg>
        <pc:grpChg chg="add mod">
          <ac:chgData name="李 鼎基" userId="e6049a4411daca1f" providerId="LiveId" clId="{844D5A83-E05C-AF41-96C1-06865B493B94}" dt="2020-05-22T09:11:29.020" v="9089" actId="1076"/>
          <ac:grpSpMkLst>
            <pc:docMk/>
            <pc:sldMk cId="2068309259" sldId="2785"/>
            <ac:grpSpMk id="30" creationId="{DD3B5501-3F00-5244-9847-A6C5CE1FB58F}"/>
          </ac:grpSpMkLst>
        </pc:grpChg>
        <pc:grpChg chg="add del mod">
          <ac:chgData name="李 鼎基" userId="e6049a4411daca1f" providerId="LiveId" clId="{844D5A83-E05C-AF41-96C1-06865B493B94}" dt="2020-05-22T09:03:28.494" v="9058" actId="478"/>
          <ac:grpSpMkLst>
            <pc:docMk/>
            <pc:sldMk cId="2068309259" sldId="2785"/>
            <ac:grpSpMk id="42" creationId="{87F11C49-BA93-EE4F-96C2-3222A03B42B7}"/>
          </ac:grpSpMkLst>
        </pc:grpChg>
        <pc:grpChg chg="add del mod">
          <ac:chgData name="李 鼎基" userId="e6049a4411daca1f" providerId="LiveId" clId="{844D5A83-E05C-AF41-96C1-06865B493B94}" dt="2020-05-22T09:09:13.311" v="9087" actId="167"/>
          <ac:grpSpMkLst>
            <pc:docMk/>
            <pc:sldMk cId="2068309259" sldId="2785"/>
            <ac:grpSpMk id="54" creationId="{48CCAF67-BD07-A843-BAEF-8A6511F11D75}"/>
          </ac:grpSpMkLst>
        </pc:grpChg>
        <pc:cxnChg chg="add del mod">
          <ac:chgData name="李 鼎基" userId="e6049a4411daca1f" providerId="LiveId" clId="{844D5A83-E05C-AF41-96C1-06865B493B94}" dt="2020-05-22T08:53:14.522" v="8953" actId="164"/>
          <ac:cxnSpMkLst>
            <pc:docMk/>
            <pc:sldMk cId="2068309259" sldId="2785"/>
            <ac:cxnSpMk id="12" creationId="{0288B7FA-DECC-284E-8F5B-D83A0A88A3DC}"/>
          </ac:cxnSpMkLst>
        </pc:cxnChg>
        <pc:cxnChg chg="add del mod">
          <ac:chgData name="李 鼎基" userId="e6049a4411daca1f" providerId="LiveId" clId="{844D5A83-E05C-AF41-96C1-06865B493B94}" dt="2020-05-22T08:53:14.522" v="8953" actId="164"/>
          <ac:cxnSpMkLst>
            <pc:docMk/>
            <pc:sldMk cId="2068309259" sldId="2785"/>
            <ac:cxnSpMk id="13" creationId="{5D74628B-DC61-D744-8730-08E3CACA9F25}"/>
          </ac:cxnSpMkLst>
        </pc:cxnChg>
        <pc:cxnChg chg="add del mod">
          <ac:chgData name="李 鼎基" userId="e6049a4411daca1f" providerId="LiveId" clId="{844D5A83-E05C-AF41-96C1-06865B493B94}" dt="2020-05-22T08:53:14.522" v="8953" actId="164"/>
          <ac:cxnSpMkLst>
            <pc:docMk/>
            <pc:sldMk cId="2068309259" sldId="2785"/>
            <ac:cxnSpMk id="14" creationId="{C29E4443-3C38-F749-9629-1496A436CA1F}"/>
          </ac:cxnSpMkLst>
        </pc:cxnChg>
        <pc:cxnChg chg="add del mod">
          <ac:chgData name="李 鼎基" userId="e6049a4411daca1f" providerId="LiveId" clId="{844D5A83-E05C-AF41-96C1-06865B493B94}" dt="2020-05-22T08:53:14.522" v="8953" actId="164"/>
          <ac:cxnSpMkLst>
            <pc:docMk/>
            <pc:sldMk cId="2068309259" sldId="2785"/>
            <ac:cxnSpMk id="15" creationId="{00C313F9-FDEE-9942-AB85-D350B885CFF2}"/>
          </ac:cxnSpMkLst>
        </pc:cxnChg>
        <pc:cxnChg chg="add del mod">
          <ac:chgData name="李 鼎基" userId="e6049a4411daca1f" providerId="LiveId" clId="{844D5A83-E05C-AF41-96C1-06865B493B94}" dt="2020-05-22T08:53:14.522" v="8953" actId="164"/>
          <ac:cxnSpMkLst>
            <pc:docMk/>
            <pc:sldMk cId="2068309259" sldId="2785"/>
            <ac:cxnSpMk id="16" creationId="{27594545-5BA8-0847-B14A-2009CEA98F7E}"/>
          </ac:cxnSpMkLst>
        </pc:cxnChg>
        <pc:cxnChg chg="mod">
          <ac:chgData name="李 鼎基" userId="e6049a4411daca1f" providerId="LiveId" clId="{844D5A83-E05C-AF41-96C1-06865B493B94}" dt="2020-05-22T08:54:12.680" v="8959"/>
          <ac:cxnSpMkLst>
            <pc:docMk/>
            <pc:sldMk cId="2068309259" sldId="2785"/>
            <ac:cxnSpMk id="37" creationId="{3AB5573F-FB6E-C147-8C11-70B8C197CA9D}"/>
          </ac:cxnSpMkLst>
        </pc:cxnChg>
        <pc:cxnChg chg="mod">
          <ac:chgData name="李 鼎基" userId="e6049a4411daca1f" providerId="LiveId" clId="{844D5A83-E05C-AF41-96C1-06865B493B94}" dt="2020-05-22T09:08:08.094" v="9079" actId="1076"/>
          <ac:cxnSpMkLst>
            <pc:docMk/>
            <pc:sldMk cId="2068309259" sldId="2785"/>
            <ac:cxnSpMk id="38" creationId="{3F0B8447-1981-8B49-923B-2C2C2AE544E7}"/>
          </ac:cxnSpMkLst>
        </pc:cxnChg>
        <pc:cxnChg chg="mod">
          <ac:chgData name="李 鼎基" userId="e6049a4411daca1f" providerId="LiveId" clId="{844D5A83-E05C-AF41-96C1-06865B493B94}" dt="2020-05-22T08:54:12.680" v="8959"/>
          <ac:cxnSpMkLst>
            <pc:docMk/>
            <pc:sldMk cId="2068309259" sldId="2785"/>
            <ac:cxnSpMk id="39" creationId="{15B2EC58-7C25-2348-A276-BB977FA488E6}"/>
          </ac:cxnSpMkLst>
        </pc:cxnChg>
        <pc:cxnChg chg="mod">
          <ac:chgData name="李 鼎基" userId="e6049a4411daca1f" providerId="LiveId" clId="{844D5A83-E05C-AF41-96C1-06865B493B94}" dt="2020-05-22T08:54:12.680" v="8959"/>
          <ac:cxnSpMkLst>
            <pc:docMk/>
            <pc:sldMk cId="2068309259" sldId="2785"/>
            <ac:cxnSpMk id="40" creationId="{0070A331-604C-D448-97A4-7E63C3C522C5}"/>
          </ac:cxnSpMkLst>
        </pc:cxnChg>
        <pc:cxnChg chg="mod">
          <ac:chgData name="李 鼎基" userId="e6049a4411daca1f" providerId="LiveId" clId="{844D5A83-E05C-AF41-96C1-06865B493B94}" dt="2020-05-22T08:54:12.680" v="8959"/>
          <ac:cxnSpMkLst>
            <pc:docMk/>
            <pc:sldMk cId="2068309259" sldId="2785"/>
            <ac:cxnSpMk id="41" creationId="{20BE0A40-A80B-9849-AE4C-F91E1E06F71C}"/>
          </ac:cxnSpMkLst>
        </pc:cxnChg>
        <pc:cxnChg chg="mod">
          <ac:chgData name="李 鼎基" userId="e6049a4411daca1f" providerId="LiveId" clId="{844D5A83-E05C-AF41-96C1-06865B493B94}" dt="2020-05-22T09:03:28.494" v="9058" actId="478"/>
          <ac:cxnSpMkLst>
            <pc:docMk/>
            <pc:sldMk cId="2068309259" sldId="2785"/>
            <ac:cxnSpMk id="49" creationId="{0A8C75A3-124D-414B-83F8-3EC44EC24322}"/>
          </ac:cxnSpMkLst>
        </pc:cxnChg>
        <pc:cxnChg chg="mod">
          <ac:chgData name="李 鼎基" userId="e6049a4411daca1f" providerId="LiveId" clId="{844D5A83-E05C-AF41-96C1-06865B493B94}" dt="2020-05-22T09:03:28.494" v="9058" actId="478"/>
          <ac:cxnSpMkLst>
            <pc:docMk/>
            <pc:sldMk cId="2068309259" sldId="2785"/>
            <ac:cxnSpMk id="50" creationId="{FB2EC240-671F-2044-91A5-92B4819AC15B}"/>
          </ac:cxnSpMkLst>
        </pc:cxnChg>
        <pc:cxnChg chg="mod">
          <ac:chgData name="李 鼎基" userId="e6049a4411daca1f" providerId="LiveId" clId="{844D5A83-E05C-AF41-96C1-06865B493B94}" dt="2020-05-22T09:03:28.494" v="9058" actId="478"/>
          <ac:cxnSpMkLst>
            <pc:docMk/>
            <pc:sldMk cId="2068309259" sldId="2785"/>
            <ac:cxnSpMk id="51" creationId="{D86D95E4-8264-EC4C-852B-62D6F4482C8B}"/>
          </ac:cxnSpMkLst>
        </pc:cxnChg>
        <pc:cxnChg chg="mod">
          <ac:chgData name="李 鼎基" userId="e6049a4411daca1f" providerId="LiveId" clId="{844D5A83-E05C-AF41-96C1-06865B493B94}" dt="2020-05-22T09:03:28.494" v="9058" actId="478"/>
          <ac:cxnSpMkLst>
            <pc:docMk/>
            <pc:sldMk cId="2068309259" sldId="2785"/>
            <ac:cxnSpMk id="52" creationId="{2AA2EFB8-3675-7045-9FED-F3F60B9A0B9D}"/>
          </ac:cxnSpMkLst>
        </pc:cxnChg>
        <pc:cxnChg chg="mod">
          <ac:chgData name="李 鼎基" userId="e6049a4411daca1f" providerId="LiveId" clId="{844D5A83-E05C-AF41-96C1-06865B493B94}" dt="2020-05-22T09:03:28.494" v="9058" actId="478"/>
          <ac:cxnSpMkLst>
            <pc:docMk/>
            <pc:sldMk cId="2068309259" sldId="2785"/>
            <ac:cxnSpMk id="53" creationId="{BE2C62CA-E819-F949-BE94-9446FA36008A}"/>
          </ac:cxnSpMkLst>
        </pc:cxnChg>
        <pc:cxnChg chg="mod topLvl">
          <ac:chgData name="李 鼎基" userId="e6049a4411daca1f" providerId="LiveId" clId="{844D5A83-E05C-AF41-96C1-06865B493B94}" dt="2020-05-22T09:02:59.126" v="9039" actId="165"/>
          <ac:cxnSpMkLst>
            <pc:docMk/>
            <pc:sldMk cId="2068309259" sldId="2785"/>
            <ac:cxnSpMk id="61" creationId="{CB60BBA1-51CA-6642-929E-4D45B5F611B0}"/>
          </ac:cxnSpMkLst>
        </pc:cxnChg>
        <pc:cxnChg chg="mod topLvl">
          <ac:chgData name="李 鼎基" userId="e6049a4411daca1f" providerId="LiveId" clId="{844D5A83-E05C-AF41-96C1-06865B493B94}" dt="2020-05-22T09:02:59.126" v="9039" actId="165"/>
          <ac:cxnSpMkLst>
            <pc:docMk/>
            <pc:sldMk cId="2068309259" sldId="2785"/>
            <ac:cxnSpMk id="62" creationId="{55B797DD-DB88-D747-BE84-23EA34B83EC4}"/>
          </ac:cxnSpMkLst>
        </pc:cxnChg>
        <pc:cxnChg chg="mod topLvl">
          <ac:chgData name="李 鼎基" userId="e6049a4411daca1f" providerId="LiveId" clId="{844D5A83-E05C-AF41-96C1-06865B493B94}" dt="2020-05-22T09:02:59.126" v="9039" actId="165"/>
          <ac:cxnSpMkLst>
            <pc:docMk/>
            <pc:sldMk cId="2068309259" sldId="2785"/>
            <ac:cxnSpMk id="63" creationId="{28BFDAAE-C1F5-8D4D-85DB-EF084A3F010D}"/>
          </ac:cxnSpMkLst>
        </pc:cxnChg>
        <pc:cxnChg chg="mod topLvl">
          <ac:chgData name="李 鼎基" userId="e6049a4411daca1f" providerId="LiveId" clId="{844D5A83-E05C-AF41-96C1-06865B493B94}" dt="2020-05-22T09:02:59.126" v="9039" actId="165"/>
          <ac:cxnSpMkLst>
            <pc:docMk/>
            <pc:sldMk cId="2068309259" sldId="2785"/>
            <ac:cxnSpMk id="64" creationId="{1ABB02C6-9C8F-3142-BFE3-5D16C94E3407}"/>
          </ac:cxnSpMkLst>
        </pc:cxnChg>
        <pc:cxnChg chg="mod topLvl">
          <ac:chgData name="李 鼎基" userId="e6049a4411daca1f" providerId="LiveId" clId="{844D5A83-E05C-AF41-96C1-06865B493B94}" dt="2020-05-22T09:02:59.126" v="9039" actId="165"/>
          <ac:cxnSpMkLst>
            <pc:docMk/>
            <pc:sldMk cId="2068309259" sldId="2785"/>
            <ac:cxnSpMk id="65" creationId="{5E3F7B89-7736-414F-90A8-4E4F0DB5E959}"/>
          </ac:cxnSpMkLst>
        </pc:cxnChg>
      </pc:sldChg>
      <pc:sldChg chg="modSp add">
        <pc:chgData name="李 鼎基" userId="e6049a4411daca1f" providerId="LiveId" clId="{844D5A83-E05C-AF41-96C1-06865B493B94}" dt="2020-05-22T14:00:42.341" v="14420" actId="20577"/>
        <pc:sldMkLst>
          <pc:docMk/>
          <pc:sldMk cId="4169216847" sldId="2786"/>
        </pc:sldMkLst>
        <pc:spChg chg="mod">
          <ac:chgData name="李 鼎基" userId="e6049a4411daca1f" providerId="LiveId" clId="{844D5A83-E05C-AF41-96C1-06865B493B94}" dt="2020-05-22T13:51:42.999" v="14173" actId="20577"/>
          <ac:spMkLst>
            <pc:docMk/>
            <pc:sldMk cId="4169216847" sldId="2786"/>
            <ac:spMk id="2" creationId="{FFC0EA6D-4E36-574C-AFD5-4B5BF3F85ED9}"/>
          </ac:spMkLst>
        </pc:spChg>
        <pc:spChg chg="mod">
          <ac:chgData name="李 鼎基" userId="e6049a4411daca1f" providerId="LiveId" clId="{844D5A83-E05C-AF41-96C1-06865B493B94}" dt="2020-05-22T14:00:42.341" v="14420" actId="20577"/>
          <ac:spMkLst>
            <pc:docMk/>
            <pc:sldMk cId="4169216847" sldId="2786"/>
            <ac:spMk id="3" creationId="{6A632E41-827F-E544-A9C1-5C89950EDF78}"/>
          </ac:spMkLst>
        </pc:spChg>
      </pc:sldChg>
      <pc:sldChg chg="modSp add">
        <pc:chgData name="李 鼎基" userId="e6049a4411daca1f" providerId="LiveId" clId="{844D5A83-E05C-AF41-96C1-06865B493B94}" dt="2020-05-22T07:58:37.509" v="7894" actId="20577"/>
        <pc:sldMkLst>
          <pc:docMk/>
          <pc:sldMk cId="412691908" sldId="2787"/>
        </pc:sldMkLst>
        <pc:spChg chg="mod">
          <ac:chgData name="李 鼎基" userId="e6049a4411daca1f" providerId="LiveId" clId="{844D5A83-E05C-AF41-96C1-06865B493B94}" dt="2020-05-22T07:58:37.509" v="7894" actId="20577"/>
          <ac:spMkLst>
            <pc:docMk/>
            <pc:sldMk cId="412691908" sldId="2787"/>
            <ac:spMk id="2" creationId="{67C6005A-95F9-A24E-98C5-9ADA54D3AF77}"/>
          </ac:spMkLst>
        </pc:spChg>
      </pc:sldChg>
      <pc:sldChg chg="addSp delSp modSp add modAnim">
        <pc:chgData name="李 鼎基" userId="e6049a4411daca1f" providerId="LiveId" clId="{844D5A83-E05C-AF41-96C1-06865B493B94}" dt="2020-05-22T13:05:56.231" v="13404" actId="20577"/>
        <pc:sldMkLst>
          <pc:docMk/>
          <pc:sldMk cId="2176203637" sldId="2788"/>
        </pc:sldMkLst>
        <pc:spChg chg="mod">
          <ac:chgData name="李 鼎基" userId="e6049a4411daca1f" providerId="LiveId" clId="{844D5A83-E05C-AF41-96C1-06865B493B94}" dt="2020-05-22T13:05:56.231" v="13404" actId="20577"/>
          <ac:spMkLst>
            <pc:docMk/>
            <pc:sldMk cId="2176203637" sldId="2788"/>
            <ac:spMk id="3" creationId="{C305007D-6F76-0142-8EAC-1D7476A84C82}"/>
          </ac:spMkLst>
        </pc:spChg>
        <pc:spChg chg="add del mod">
          <ac:chgData name="李 鼎基" userId="e6049a4411daca1f" providerId="LiveId" clId="{844D5A83-E05C-AF41-96C1-06865B493B94}" dt="2020-05-22T11:30:35.404" v="10383" actId="478"/>
          <ac:spMkLst>
            <pc:docMk/>
            <pc:sldMk cId="2176203637" sldId="2788"/>
            <ac:spMk id="6" creationId="{879BB716-8A07-FE46-991E-C03B5F0361D5}"/>
          </ac:spMkLst>
        </pc:spChg>
        <pc:spChg chg="add del mod">
          <ac:chgData name="李 鼎基" userId="e6049a4411daca1f" providerId="LiveId" clId="{844D5A83-E05C-AF41-96C1-06865B493B94}" dt="2020-05-22T11:30:35.404" v="10383" actId="478"/>
          <ac:spMkLst>
            <pc:docMk/>
            <pc:sldMk cId="2176203637" sldId="2788"/>
            <ac:spMk id="7" creationId="{7A05F1C2-0A41-0B4E-9CB7-33B46A927BFD}"/>
          </ac:spMkLst>
        </pc:spChg>
        <pc:spChg chg="add del mod">
          <ac:chgData name="李 鼎基" userId="e6049a4411daca1f" providerId="LiveId" clId="{844D5A83-E05C-AF41-96C1-06865B493B94}" dt="2020-05-22T11:30:35.404" v="10383" actId="478"/>
          <ac:spMkLst>
            <pc:docMk/>
            <pc:sldMk cId="2176203637" sldId="2788"/>
            <ac:spMk id="8" creationId="{EDF0C803-DC80-C04B-9F36-4730CB2D05AD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9" creationId="{7719F595-46A7-FC46-AA68-DB81AA74E9E3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10" creationId="{3A531587-DCDB-FB4E-ABE3-F33160E99C23}"/>
          </ac:spMkLst>
        </pc:spChg>
        <pc:spChg chg="add del mod">
          <ac:chgData name="李 鼎基" userId="e6049a4411daca1f" providerId="LiveId" clId="{844D5A83-E05C-AF41-96C1-06865B493B94}" dt="2020-05-22T11:37:42.083" v="10495" actId="478"/>
          <ac:spMkLst>
            <pc:docMk/>
            <pc:sldMk cId="2176203637" sldId="2788"/>
            <ac:spMk id="11" creationId="{B87EA54B-84BA-3845-A445-293BF6088F0C}"/>
          </ac:spMkLst>
        </pc:spChg>
        <pc:spChg chg="add del mod">
          <ac:chgData name="李 鼎基" userId="e6049a4411daca1f" providerId="LiveId" clId="{844D5A83-E05C-AF41-96C1-06865B493B94}" dt="2020-05-22T11:37:39.714" v="10494" actId="478"/>
          <ac:spMkLst>
            <pc:docMk/>
            <pc:sldMk cId="2176203637" sldId="2788"/>
            <ac:spMk id="12" creationId="{825719FC-90FB-7146-86A4-FA10C4C9147C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13" creationId="{1C6CDF83-BC91-C649-BFBA-51F33AD4E719}"/>
          </ac:spMkLst>
        </pc:spChg>
        <pc:spChg chg="add del mod">
          <ac:chgData name="李 鼎基" userId="e6049a4411daca1f" providerId="LiveId" clId="{844D5A83-E05C-AF41-96C1-06865B493B94}" dt="2020-05-22T11:23:15.671" v="10235" actId="478"/>
          <ac:spMkLst>
            <pc:docMk/>
            <pc:sldMk cId="2176203637" sldId="2788"/>
            <ac:spMk id="14" creationId="{5DB36D1A-48BF-5E47-A464-74BA462D40FD}"/>
          </ac:spMkLst>
        </pc:spChg>
        <pc:spChg chg="add del mod">
          <ac:chgData name="李 鼎基" userId="e6049a4411daca1f" providerId="LiveId" clId="{844D5A83-E05C-AF41-96C1-06865B493B94}" dt="2020-05-22T11:23:15.671" v="10235" actId="478"/>
          <ac:spMkLst>
            <pc:docMk/>
            <pc:sldMk cId="2176203637" sldId="2788"/>
            <ac:spMk id="15" creationId="{439DBC33-89E0-6949-A58D-0EF29C57753D}"/>
          </ac:spMkLst>
        </pc:spChg>
        <pc:spChg chg="add del mod">
          <ac:chgData name="李 鼎基" userId="e6049a4411daca1f" providerId="LiveId" clId="{844D5A83-E05C-AF41-96C1-06865B493B94}" dt="2020-05-22T11:23:15.671" v="10235" actId="478"/>
          <ac:spMkLst>
            <pc:docMk/>
            <pc:sldMk cId="2176203637" sldId="2788"/>
            <ac:spMk id="16" creationId="{DA3E5A3D-7E82-7047-A5B9-1008FA098467}"/>
          </ac:spMkLst>
        </pc:spChg>
        <pc:spChg chg="add mod">
          <ac:chgData name="李 鼎基" userId="e6049a4411daca1f" providerId="LiveId" clId="{844D5A83-E05C-AF41-96C1-06865B493B94}" dt="2020-05-22T12:20:21.746" v="12258" actId="1076"/>
          <ac:spMkLst>
            <pc:docMk/>
            <pc:sldMk cId="2176203637" sldId="2788"/>
            <ac:spMk id="17" creationId="{B4A154B6-99E6-F546-8A7C-9CA1D2D9F59B}"/>
          </ac:spMkLst>
        </pc:spChg>
        <pc:spChg chg="add del mod">
          <ac:chgData name="李 鼎基" userId="e6049a4411daca1f" providerId="LiveId" clId="{844D5A83-E05C-AF41-96C1-06865B493B94}" dt="2020-05-22T11:23:15.671" v="10235" actId="478"/>
          <ac:spMkLst>
            <pc:docMk/>
            <pc:sldMk cId="2176203637" sldId="2788"/>
            <ac:spMk id="18" creationId="{5A5C2750-59A6-514F-BD73-6A70F1D97719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19" creationId="{6176696F-EB5B-A149-BEBE-EF19CB5F7245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0" creationId="{0DB33C5A-FC81-D142-B3EE-C3481127ED7A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1" creationId="{8BE4D957-5307-E14F-838E-CB9770F02194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2" creationId="{7347FBFF-780C-1544-9E4C-5217DC699B87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3" creationId="{55CB7B68-5F87-D24D-AD05-8E95FBFAA83B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4" creationId="{4144921D-CA22-5140-9B78-18322BC92DC4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5" creationId="{C7AB7B09-D32D-7B45-BF10-34B0005A4C03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6" creationId="{8AF1B841-AABE-134B-8FCF-75A0EAF1442C}"/>
          </ac:spMkLst>
        </pc:spChg>
        <pc:spChg chg="add mod">
          <ac:chgData name="李 鼎基" userId="e6049a4411daca1f" providerId="LiveId" clId="{844D5A83-E05C-AF41-96C1-06865B493B94}" dt="2020-05-22T11:31:32.582" v="10402" actId="1076"/>
          <ac:spMkLst>
            <pc:docMk/>
            <pc:sldMk cId="2176203637" sldId="2788"/>
            <ac:spMk id="27" creationId="{5F1B48B8-17A1-494C-A5FE-9F68383DC973}"/>
          </ac:spMkLst>
        </pc:spChg>
        <pc:spChg chg="add mod">
          <ac:chgData name="李 鼎基" userId="e6049a4411daca1f" providerId="LiveId" clId="{844D5A83-E05C-AF41-96C1-06865B493B94}" dt="2020-05-22T12:20:13.694" v="12257" actId="14100"/>
          <ac:spMkLst>
            <pc:docMk/>
            <pc:sldMk cId="2176203637" sldId="2788"/>
            <ac:spMk id="28" creationId="{8D099F50-97CB-9948-B931-52704EC272AC}"/>
          </ac:spMkLst>
        </pc:spChg>
        <pc:spChg chg="add del mod">
          <ac:chgData name="李 鼎基" userId="e6049a4411daca1f" providerId="LiveId" clId="{844D5A83-E05C-AF41-96C1-06865B493B94}" dt="2020-05-22T12:15:32.737" v="11906" actId="478"/>
          <ac:spMkLst>
            <pc:docMk/>
            <pc:sldMk cId="2176203637" sldId="2788"/>
            <ac:spMk id="35" creationId="{1D3D72AA-9ADC-4D48-A040-BB71797C0993}"/>
          </ac:spMkLst>
        </pc:spChg>
        <pc:spChg chg="add del mod">
          <ac:chgData name="李 鼎基" userId="e6049a4411daca1f" providerId="LiveId" clId="{844D5A83-E05C-AF41-96C1-06865B493B94}" dt="2020-05-22T12:15:32.737" v="11906" actId="478"/>
          <ac:spMkLst>
            <pc:docMk/>
            <pc:sldMk cId="2176203637" sldId="2788"/>
            <ac:spMk id="36" creationId="{BC2F7EFB-CDB4-EA43-875B-5B12817BEEDE}"/>
          </ac:spMkLst>
        </pc:spChg>
        <pc:spChg chg="add del mod">
          <ac:chgData name="李 鼎基" userId="e6049a4411daca1f" providerId="LiveId" clId="{844D5A83-E05C-AF41-96C1-06865B493B94}" dt="2020-05-22T12:15:32.737" v="11906" actId="478"/>
          <ac:spMkLst>
            <pc:docMk/>
            <pc:sldMk cId="2176203637" sldId="2788"/>
            <ac:spMk id="37" creationId="{3CAE3FAA-6768-4D42-93FF-22E3624BDD1E}"/>
          </ac:spMkLst>
        </pc:spChg>
        <pc:spChg chg="add del mod">
          <ac:chgData name="李 鼎基" userId="e6049a4411daca1f" providerId="LiveId" clId="{844D5A83-E05C-AF41-96C1-06865B493B94}" dt="2020-05-22T12:15:32.737" v="11906" actId="478"/>
          <ac:spMkLst>
            <pc:docMk/>
            <pc:sldMk cId="2176203637" sldId="2788"/>
            <ac:spMk id="38" creationId="{7339118F-72C4-1843-ACDE-9567BF5BCAD0}"/>
          </ac:spMkLst>
        </pc:spChg>
        <pc:spChg chg="add del mod">
          <ac:chgData name="李 鼎基" userId="e6049a4411daca1f" providerId="LiveId" clId="{844D5A83-E05C-AF41-96C1-06865B493B94}" dt="2020-05-22T12:15:32.737" v="11906" actId="478"/>
          <ac:spMkLst>
            <pc:docMk/>
            <pc:sldMk cId="2176203637" sldId="2788"/>
            <ac:spMk id="39" creationId="{B7AB9438-515D-FE4B-929B-B9BDE329C013}"/>
          </ac:spMkLst>
        </pc:spChg>
        <pc:spChg chg="add del mod">
          <ac:chgData name="李 鼎基" userId="e6049a4411daca1f" providerId="LiveId" clId="{844D5A83-E05C-AF41-96C1-06865B493B94}" dt="2020-05-22T12:15:32.737" v="11906" actId="478"/>
          <ac:spMkLst>
            <pc:docMk/>
            <pc:sldMk cId="2176203637" sldId="2788"/>
            <ac:spMk id="40" creationId="{B042C99C-0BE1-2945-AFBA-261910DA3866}"/>
          </ac:spMkLst>
        </pc:spChg>
        <pc:cxnChg chg="add del mod">
          <ac:chgData name="李 鼎基" userId="e6049a4411daca1f" providerId="LiveId" clId="{844D5A83-E05C-AF41-96C1-06865B493B94}" dt="2020-05-22T11:35:03.612" v="10442" actId="478"/>
          <ac:cxnSpMkLst>
            <pc:docMk/>
            <pc:sldMk cId="2176203637" sldId="2788"/>
            <ac:cxnSpMk id="29" creationId="{0D31DB93-7675-2249-957B-782B6DBCE402}"/>
          </ac:cxnSpMkLst>
        </pc:cxnChg>
        <pc:cxnChg chg="add del mod">
          <ac:chgData name="李 鼎基" userId="e6049a4411daca1f" providerId="LiveId" clId="{844D5A83-E05C-AF41-96C1-06865B493B94}" dt="2020-05-22T11:35:03.612" v="10442" actId="478"/>
          <ac:cxnSpMkLst>
            <pc:docMk/>
            <pc:sldMk cId="2176203637" sldId="2788"/>
            <ac:cxnSpMk id="30" creationId="{BBFA815C-32C3-E045-9015-BDE389D91FF0}"/>
          </ac:cxnSpMkLst>
        </pc:cxnChg>
      </pc:sldChg>
      <pc:sldChg chg="addSp delSp modSp add modAnim">
        <pc:chgData name="李 鼎基" userId="e6049a4411daca1f" providerId="LiveId" clId="{844D5A83-E05C-AF41-96C1-06865B493B94}" dt="2020-05-22T13:03:46.915" v="13355" actId="27636"/>
        <pc:sldMkLst>
          <pc:docMk/>
          <pc:sldMk cId="2045988590" sldId="2789"/>
        </pc:sldMkLst>
        <pc:spChg chg="mod">
          <ac:chgData name="李 鼎基" userId="e6049a4411daca1f" providerId="LiveId" clId="{844D5A83-E05C-AF41-96C1-06865B493B94}" dt="2020-05-22T11:39:50.871" v="10517" actId="20577"/>
          <ac:spMkLst>
            <pc:docMk/>
            <pc:sldMk cId="2045988590" sldId="2789"/>
            <ac:spMk id="2" creationId="{441C677C-FB7E-634D-9B0E-958D1B3CF535}"/>
          </ac:spMkLst>
        </pc:spChg>
        <pc:spChg chg="mod">
          <ac:chgData name="李 鼎基" userId="e6049a4411daca1f" providerId="LiveId" clId="{844D5A83-E05C-AF41-96C1-06865B493B94}" dt="2020-05-22T13:03:46.915" v="13355" actId="27636"/>
          <ac:spMkLst>
            <pc:docMk/>
            <pc:sldMk cId="2045988590" sldId="2789"/>
            <ac:spMk id="3" creationId="{4E3AFB4F-1266-B848-9868-E31846AADDE9}"/>
          </ac:spMkLst>
        </pc:spChg>
        <pc:spChg chg="add del mod">
          <ac:chgData name="李 鼎基" userId="e6049a4411daca1f" providerId="LiveId" clId="{844D5A83-E05C-AF41-96C1-06865B493B94}" dt="2020-05-22T12:51:25.537" v="12963" actId="478"/>
          <ac:spMkLst>
            <pc:docMk/>
            <pc:sldMk cId="2045988590" sldId="2789"/>
            <ac:spMk id="6" creationId="{74B373F3-628A-FD41-B60F-A6B3EDB7751B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8" creationId="{22096283-DDFD-7243-8637-261BC5D31FF1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9" creationId="{99BD9E7C-3D02-4548-A069-C4AB78861A81}"/>
          </ac:spMkLst>
        </pc:spChg>
        <pc:spChg chg="add del mod">
          <ac:chgData name="李 鼎基" userId="e6049a4411daca1f" providerId="LiveId" clId="{844D5A83-E05C-AF41-96C1-06865B493B94}" dt="2020-05-22T12:45:58.105" v="12872" actId="478"/>
          <ac:spMkLst>
            <pc:docMk/>
            <pc:sldMk cId="2045988590" sldId="2789"/>
            <ac:spMk id="10" creationId="{23E16DF2-76C2-BE4B-A330-ECAB066C4EB7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11" creationId="{4A3E8B3D-8494-F44D-8DA6-B07AE4EC9F23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12" creationId="{35DBC4B8-75BB-6F4B-9C8B-A422A4759F5C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13" creationId="{0C57609D-908C-2745-B050-B4A5F54682DA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20" creationId="{DF321B5D-DA17-EC44-AAC8-C21431077085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21" creationId="{006EE01E-B1A9-1B48-8F47-12699B463BE8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22" creationId="{603CE0DD-9DB8-EE43-AEEE-61D5964A6C6C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23" creationId="{2DF2E398-8399-7045-B64D-03EDD4BD79D9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24" creationId="{2353C959-D2F8-9141-AD07-3529744C8427}"/>
          </ac:spMkLst>
        </pc:spChg>
        <pc:spChg chg="mod">
          <ac:chgData name="李 鼎基" userId="e6049a4411daca1f" providerId="LiveId" clId="{844D5A83-E05C-AF41-96C1-06865B493B94}" dt="2020-05-22T12:44:47.990" v="12816"/>
          <ac:spMkLst>
            <pc:docMk/>
            <pc:sldMk cId="2045988590" sldId="2789"/>
            <ac:spMk id="25" creationId="{137DF283-BFA9-D242-8504-7DCEA426C9C1}"/>
          </ac:spMkLst>
        </pc:spChg>
        <pc:spChg chg="del mod topLvl">
          <ac:chgData name="李 鼎基" userId="e6049a4411daca1f" providerId="LiveId" clId="{844D5A83-E05C-AF41-96C1-06865B493B94}" dt="2020-05-22T12:46:48.014" v="12897" actId="478"/>
          <ac:spMkLst>
            <pc:docMk/>
            <pc:sldMk cId="2045988590" sldId="2789"/>
            <ac:spMk id="32" creationId="{AEAAEFF1-FCD8-8240-B193-83039C40E87E}"/>
          </ac:spMkLst>
        </pc:spChg>
        <pc:spChg chg="del mod topLvl">
          <ac:chgData name="李 鼎基" userId="e6049a4411daca1f" providerId="LiveId" clId="{844D5A83-E05C-AF41-96C1-06865B493B94}" dt="2020-05-22T12:46:48.014" v="12897" actId="478"/>
          <ac:spMkLst>
            <pc:docMk/>
            <pc:sldMk cId="2045988590" sldId="2789"/>
            <ac:spMk id="33" creationId="{D87EF522-92F6-5148-A453-84F7E448DC40}"/>
          </ac:spMkLst>
        </pc:spChg>
        <pc:spChg chg="del mod topLvl">
          <ac:chgData name="李 鼎基" userId="e6049a4411daca1f" providerId="LiveId" clId="{844D5A83-E05C-AF41-96C1-06865B493B94}" dt="2020-05-22T12:46:48.014" v="12897" actId="478"/>
          <ac:spMkLst>
            <pc:docMk/>
            <pc:sldMk cId="2045988590" sldId="2789"/>
            <ac:spMk id="34" creationId="{1996A157-41CA-584A-8571-CB2626CB72E5}"/>
          </ac:spMkLst>
        </pc:spChg>
        <pc:spChg chg="del mod topLvl">
          <ac:chgData name="李 鼎基" userId="e6049a4411daca1f" providerId="LiveId" clId="{844D5A83-E05C-AF41-96C1-06865B493B94}" dt="2020-05-22T12:46:48.014" v="12897" actId="478"/>
          <ac:spMkLst>
            <pc:docMk/>
            <pc:sldMk cId="2045988590" sldId="2789"/>
            <ac:spMk id="35" creationId="{44085713-2C6E-0443-93AA-554A34E53929}"/>
          </ac:spMkLst>
        </pc:spChg>
        <pc:spChg chg="del mod topLvl">
          <ac:chgData name="李 鼎基" userId="e6049a4411daca1f" providerId="LiveId" clId="{844D5A83-E05C-AF41-96C1-06865B493B94}" dt="2020-05-22T12:46:53.153" v="12898" actId="478"/>
          <ac:spMkLst>
            <pc:docMk/>
            <pc:sldMk cId="2045988590" sldId="2789"/>
            <ac:spMk id="36" creationId="{EA833E9D-04D6-8A4E-840E-5CC5932863B9}"/>
          </ac:spMkLst>
        </pc:spChg>
        <pc:spChg chg="del mod topLvl">
          <ac:chgData name="李 鼎基" userId="e6049a4411daca1f" providerId="LiveId" clId="{844D5A83-E05C-AF41-96C1-06865B493B94}" dt="2020-05-22T12:46:48.014" v="12897" actId="478"/>
          <ac:spMkLst>
            <pc:docMk/>
            <pc:sldMk cId="2045988590" sldId="2789"/>
            <ac:spMk id="37" creationId="{13983185-982A-F144-9CF5-F71DB136A05E}"/>
          </ac:spMkLst>
        </pc:spChg>
        <pc:spChg chg="add mod">
          <ac:chgData name="李 鼎基" userId="e6049a4411daca1f" providerId="LiveId" clId="{844D5A83-E05C-AF41-96C1-06865B493B94}" dt="2020-05-22T12:51:06.817" v="12960" actId="6549"/>
          <ac:spMkLst>
            <pc:docMk/>
            <pc:sldMk cId="2045988590" sldId="2789"/>
            <ac:spMk id="43" creationId="{01FB4E94-B0FB-B847-85E6-E7B44B2695DC}"/>
          </ac:spMkLst>
        </pc:spChg>
        <pc:spChg chg="add del mod">
          <ac:chgData name="李 鼎基" userId="e6049a4411daca1f" providerId="LiveId" clId="{844D5A83-E05C-AF41-96C1-06865B493B94}" dt="2020-05-22T12:45:06.767" v="12823" actId="478"/>
          <ac:spMkLst>
            <pc:docMk/>
            <pc:sldMk cId="2045988590" sldId="2789"/>
            <ac:spMk id="44" creationId="{38F8A18D-A660-364E-8DF5-172A461B1ADD}"/>
          </ac:spMkLst>
        </pc:spChg>
        <pc:spChg chg="add del mod">
          <ac:chgData name="李 鼎基" userId="e6049a4411daca1f" providerId="LiveId" clId="{844D5A83-E05C-AF41-96C1-06865B493B94}" dt="2020-05-22T12:45:50.129" v="12868" actId="478"/>
          <ac:spMkLst>
            <pc:docMk/>
            <pc:sldMk cId="2045988590" sldId="2789"/>
            <ac:spMk id="45" creationId="{B0468729-6CF3-774A-9B62-1F8AA3AC9B1C}"/>
          </ac:spMkLst>
        </pc:spChg>
        <pc:spChg chg="add del mod">
          <ac:chgData name="李 鼎基" userId="e6049a4411daca1f" providerId="LiveId" clId="{844D5A83-E05C-AF41-96C1-06865B493B94}" dt="2020-05-22T12:45:16.017" v="12825" actId="478"/>
          <ac:spMkLst>
            <pc:docMk/>
            <pc:sldMk cId="2045988590" sldId="2789"/>
            <ac:spMk id="46" creationId="{A98BAC65-AEDA-024A-8589-A4AC46F74173}"/>
          </ac:spMkLst>
        </pc:spChg>
        <pc:spChg chg="add del mod">
          <ac:chgData name="李 鼎基" userId="e6049a4411daca1f" providerId="LiveId" clId="{844D5A83-E05C-AF41-96C1-06865B493B94}" dt="2020-05-22T12:51:25.537" v="12963" actId="478"/>
          <ac:spMkLst>
            <pc:docMk/>
            <pc:sldMk cId="2045988590" sldId="2789"/>
            <ac:spMk id="51" creationId="{6A67CCA4-8821-F345-A10C-98950DF49BDD}"/>
          </ac:spMkLst>
        </pc:spChg>
        <pc:spChg chg="add del mod">
          <ac:chgData name="李 鼎基" userId="e6049a4411daca1f" providerId="LiveId" clId="{844D5A83-E05C-AF41-96C1-06865B493B94}" dt="2020-05-22T12:51:25.537" v="12963" actId="478"/>
          <ac:spMkLst>
            <pc:docMk/>
            <pc:sldMk cId="2045988590" sldId="2789"/>
            <ac:spMk id="52" creationId="{0F6817F2-CC9E-4547-99D5-18BF53AF2384}"/>
          </ac:spMkLst>
        </pc:spChg>
        <pc:spChg chg="add mod">
          <ac:chgData name="李 鼎基" userId="e6049a4411daca1f" providerId="LiveId" clId="{844D5A83-E05C-AF41-96C1-06865B493B94}" dt="2020-05-22T12:52:47.938" v="12975" actId="1076"/>
          <ac:spMkLst>
            <pc:docMk/>
            <pc:sldMk cId="2045988590" sldId="2789"/>
            <ac:spMk id="53" creationId="{A0DBDF8C-8CB4-E444-9465-6E1EABE8FCE5}"/>
          </ac:spMkLst>
        </pc:spChg>
        <pc:spChg chg="add mod">
          <ac:chgData name="李 鼎基" userId="e6049a4411daca1f" providerId="LiveId" clId="{844D5A83-E05C-AF41-96C1-06865B493B94}" dt="2020-05-22T12:50:45.024" v="12951" actId="1036"/>
          <ac:spMkLst>
            <pc:docMk/>
            <pc:sldMk cId="2045988590" sldId="2789"/>
            <ac:spMk id="54" creationId="{601C5930-3058-7E44-BF4E-23B9DE29FE94}"/>
          </ac:spMkLst>
        </pc:spChg>
        <pc:spChg chg="add mod">
          <ac:chgData name="李 鼎基" userId="e6049a4411daca1f" providerId="LiveId" clId="{844D5A83-E05C-AF41-96C1-06865B493B94}" dt="2020-05-22T12:50:45.024" v="12951" actId="1036"/>
          <ac:spMkLst>
            <pc:docMk/>
            <pc:sldMk cId="2045988590" sldId="2789"/>
            <ac:spMk id="55" creationId="{76B93ECF-A888-9440-82DF-E3BCB2A39672}"/>
          </ac:spMkLst>
        </pc:spChg>
        <pc:spChg chg="add del mod">
          <ac:chgData name="李 鼎基" userId="e6049a4411daca1f" providerId="LiveId" clId="{844D5A83-E05C-AF41-96C1-06865B493B94}" dt="2020-05-22T12:51:25.537" v="12963" actId="478"/>
          <ac:spMkLst>
            <pc:docMk/>
            <pc:sldMk cId="2045988590" sldId="2789"/>
            <ac:spMk id="56" creationId="{03511D7D-4998-8344-823E-8E9096E7C0E2}"/>
          </ac:spMkLst>
        </pc:spChg>
        <pc:spChg chg="add mod">
          <ac:chgData name="李 鼎基" userId="e6049a4411daca1f" providerId="LiveId" clId="{844D5A83-E05C-AF41-96C1-06865B493B94}" dt="2020-05-22T12:51:45.193" v="12967" actId="20577"/>
          <ac:spMkLst>
            <pc:docMk/>
            <pc:sldMk cId="2045988590" sldId="2789"/>
            <ac:spMk id="77" creationId="{454DB532-5E25-9E42-8F34-28514B5F5595}"/>
          </ac:spMkLst>
        </pc:spChg>
        <pc:spChg chg="add mod">
          <ac:chgData name="李 鼎基" userId="e6049a4411daca1f" providerId="LiveId" clId="{844D5A83-E05C-AF41-96C1-06865B493B94}" dt="2020-05-22T12:52:44.674" v="12974" actId="1076"/>
          <ac:spMkLst>
            <pc:docMk/>
            <pc:sldMk cId="2045988590" sldId="2789"/>
            <ac:spMk id="78" creationId="{20B45CB1-2934-FE44-A691-4F9CC33BA6DE}"/>
          </ac:spMkLst>
        </pc:spChg>
        <pc:spChg chg="add mod">
          <ac:chgData name="李 鼎基" userId="e6049a4411daca1f" providerId="LiveId" clId="{844D5A83-E05C-AF41-96C1-06865B493B94}" dt="2020-05-22T12:51:37.345" v="12964" actId="1076"/>
          <ac:spMkLst>
            <pc:docMk/>
            <pc:sldMk cId="2045988590" sldId="2789"/>
            <ac:spMk id="79" creationId="{03F64BE9-AD03-4B45-B84C-28E0F8F4FCFD}"/>
          </ac:spMkLst>
        </pc:spChg>
        <pc:spChg chg="add mod">
          <ac:chgData name="李 鼎基" userId="e6049a4411daca1f" providerId="LiveId" clId="{844D5A83-E05C-AF41-96C1-06865B493B94}" dt="2020-05-22T12:51:37.345" v="12964" actId="1076"/>
          <ac:spMkLst>
            <pc:docMk/>
            <pc:sldMk cId="2045988590" sldId="2789"/>
            <ac:spMk id="80" creationId="{13678AF0-DEFC-474F-8148-EBC2B5BA06A6}"/>
          </ac:spMkLst>
        </pc:spChg>
        <pc:spChg chg="add mod">
          <ac:chgData name="李 鼎基" userId="e6049a4411daca1f" providerId="LiveId" clId="{844D5A83-E05C-AF41-96C1-06865B493B94}" dt="2020-05-22T12:52:29.336" v="12972" actId="1076"/>
          <ac:spMkLst>
            <pc:docMk/>
            <pc:sldMk cId="2045988590" sldId="2789"/>
            <ac:spMk id="85" creationId="{ADF8BB37-C576-5244-98D4-EB1F1E723A97}"/>
          </ac:spMkLst>
        </pc:spChg>
        <pc:grpChg chg="add del mod">
          <ac:chgData name="李 鼎基" userId="e6049a4411daca1f" providerId="LiveId" clId="{844D5A83-E05C-AF41-96C1-06865B493B94}" dt="2020-05-22T12:46:00.081" v="12873" actId="478"/>
          <ac:grpSpMkLst>
            <pc:docMk/>
            <pc:sldMk cId="2045988590" sldId="2789"/>
            <ac:grpSpMk id="7" creationId="{E1819A46-8339-0049-937B-01162A5BC82F}"/>
          </ac:grpSpMkLst>
        </pc:grpChg>
        <pc:grpChg chg="add del mod">
          <ac:chgData name="李 鼎基" userId="e6049a4411daca1f" providerId="LiveId" clId="{844D5A83-E05C-AF41-96C1-06865B493B94}" dt="2020-05-22T12:45:53.171" v="12870" actId="478"/>
          <ac:grpSpMkLst>
            <pc:docMk/>
            <pc:sldMk cId="2045988590" sldId="2789"/>
            <ac:grpSpMk id="19" creationId="{EB5EFE33-4886-F045-B367-08C90B2935A8}"/>
          </ac:grpSpMkLst>
        </pc:grpChg>
        <pc:grpChg chg="add del mod">
          <ac:chgData name="李 鼎基" userId="e6049a4411daca1f" providerId="LiveId" clId="{844D5A83-E05C-AF41-96C1-06865B493B94}" dt="2020-05-22T12:46:07.690" v="12874" actId="165"/>
          <ac:grpSpMkLst>
            <pc:docMk/>
            <pc:sldMk cId="2045988590" sldId="2789"/>
            <ac:grpSpMk id="31" creationId="{240CC9CB-6701-3F45-B512-AF3DD06987AE}"/>
          </ac:grpSpMkLst>
        </pc:grpChg>
        <pc:cxnChg chg="mod">
          <ac:chgData name="李 鼎基" userId="e6049a4411daca1f" providerId="LiveId" clId="{844D5A83-E05C-AF41-96C1-06865B493B94}" dt="2020-05-22T12:46:00.081" v="12873" actId="478"/>
          <ac:cxnSpMkLst>
            <pc:docMk/>
            <pc:sldMk cId="2045988590" sldId="2789"/>
            <ac:cxnSpMk id="14" creationId="{11D570C6-4570-7645-96C7-8B2035F8CF7B}"/>
          </ac:cxnSpMkLst>
        </pc:cxnChg>
        <pc:cxnChg chg="mod">
          <ac:chgData name="李 鼎基" userId="e6049a4411daca1f" providerId="LiveId" clId="{844D5A83-E05C-AF41-96C1-06865B493B94}" dt="2020-05-22T12:46:00.081" v="12873" actId="478"/>
          <ac:cxnSpMkLst>
            <pc:docMk/>
            <pc:sldMk cId="2045988590" sldId="2789"/>
            <ac:cxnSpMk id="15" creationId="{A25ED083-F3E2-E446-9A72-F8C40ACE62C4}"/>
          </ac:cxnSpMkLst>
        </pc:cxnChg>
        <pc:cxnChg chg="mod">
          <ac:chgData name="李 鼎基" userId="e6049a4411daca1f" providerId="LiveId" clId="{844D5A83-E05C-AF41-96C1-06865B493B94}" dt="2020-05-22T12:46:00.081" v="12873" actId="478"/>
          <ac:cxnSpMkLst>
            <pc:docMk/>
            <pc:sldMk cId="2045988590" sldId="2789"/>
            <ac:cxnSpMk id="16" creationId="{48FE6821-BAB3-C94B-ACDC-DBBA629320D5}"/>
          </ac:cxnSpMkLst>
        </pc:cxnChg>
        <pc:cxnChg chg="mod">
          <ac:chgData name="李 鼎基" userId="e6049a4411daca1f" providerId="LiveId" clId="{844D5A83-E05C-AF41-96C1-06865B493B94}" dt="2020-05-22T12:46:00.081" v="12873" actId="478"/>
          <ac:cxnSpMkLst>
            <pc:docMk/>
            <pc:sldMk cId="2045988590" sldId="2789"/>
            <ac:cxnSpMk id="17" creationId="{37C4ABAE-0D29-1040-B992-EA35BDED7595}"/>
          </ac:cxnSpMkLst>
        </pc:cxnChg>
        <pc:cxnChg chg="mod">
          <ac:chgData name="李 鼎基" userId="e6049a4411daca1f" providerId="LiveId" clId="{844D5A83-E05C-AF41-96C1-06865B493B94}" dt="2020-05-22T12:46:00.081" v="12873" actId="478"/>
          <ac:cxnSpMkLst>
            <pc:docMk/>
            <pc:sldMk cId="2045988590" sldId="2789"/>
            <ac:cxnSpMk id="18" creationId="{2865276F-0C2A-F246-AF7F-2573B8F1DDF8}"/>
          </ac:cxnSpMkLst>
        </pc:cxnChg>
        <pc:cxnChg chg="mod">
          <ac:chgData name="李 鼎基" userId="e6049a4411daca1f" providerId="LiveId" clId="{844D5A83-E05C-AF41-96C1-06865B493B94}" dt="2020-05-22T12:45:53.171" v="12870" actId="478"/>
          <ac:cxnSpMkLst>
            <pc:docMk/>
            <pc:sldMk cId="2045988590" sldId="2789"/>
            <ac:cxnSpMk id="26" creationId="{9570C07F-BA4E-E249-BC3A-9CD7EA0EEF96}"/>
          </ac:cxnSpMkLst>
        </pc:cxnChg>
        <pc:cxnChg chg="mod">
          <ac:chgData name="李 鼎基" userId="e6049a4411daca1f" providerId="LiveId" clId="{844D5A83-E05C-AF41-96C1-06865B493B94}" dt="2020-05-22T12:45:53.171" v="12870" actId="478"/>
          <ac:cxnSpMkLst>
            <pc:docMk/>
            <pc:sldMk cId="2045988590" sldId="2789"/>
            <ac:cxnSpMk id="27" creationId="{B924458E-726D-C443-A5BE-A1F3AB26FFF5}"/>
          </ac:cxnSpMkLst>
        </pc:cxnChg>
        <pc:cxnChg chg="mod">
          <ac:chgData name="李 鼎基" userId="e6049a4411daca1f" providerId="LiveId" clId="{844D5A83-E05C-AF41-96C1-06865B493B94}" dt="2020-05-22T12:45:53.171" v="12870" actId="478"/>
          <ac:cxnSpMkLst>
            <pc:docMk/>
            <pc:sldMk cId="2045988590" sldId="2789"/>
            <ac:cxnSpMk id="28" creationId="{870BE09B-6A5E-3944-866E-42D2A18DC034}"/>
          </ac:cxnSpMkLst>
        </pc:cxnChg>
        <pc:cxnChg chg="mod">
          <ac:chgData name="李 鼎基" userId="e6049a4411daca1f" providerId="LiveId" clId="{844D5A83-E05C-AF41-96C1-06865B493B94}" dt="2020-05-22T12:45:53.171" v="12870" actId="478"/>
          <ac:cxnSpMkLst>
            <pc:docMk/>
            <pc:sldMk cId="2045988590" sldId="2789"/>
            <ac:cxnSpMk id="29" creationId="{A2E9E8CE-0D66-EE4B-A1C3-401E17B851F5}"/>
          </ac:cxnSpMkLst>
        </pc:cxnChg>
        <pc:cxnChg chg="mod">
          <ac:chgData name="李 鼎基" userId="e6049a4411daca1f" providerId="LiveId" clId="{844D5A83-E05C-AF41-96C1-06865B493B94}" dt="2020-05-22T12:45:53.171" v="12870" actId="478"/>
          <ac:cxnSpMkLst>
            <pc:docMk/>
            <pc:sldMk cId="2045988590" sldId="2789"/>
            <ac:cxnSpMk id="30" creationId="{581C78DB-FD5B-1643-99C6-19D9847D8D7A}"/>
          </ac:cxnSpMkLst>
        </pc:cxnChg>
        <pc:cxnChg chg="del mod topLvl">
          <ac:chgData name="李 鼎基" userId="e6049a4411daca1f" providerId="LiveId" clId="{844D5A83-E05C-AF41-96C1-06865B493B94}" dt="2020-05-22T12:46:53.153" v="12898" actId="478"/>
          <ac:cxnSpMkLst>
            <pc:docMk/>
            <pc:sldMk cId="2045988590" sldId="2789"/>
            <ac:cxnSpMk id="38" creationId="{C330371D-7547-4844-8A62-924DE4EFFB2A}"/>
          </ac:cxnSpMkLst>
        </pc:cxnChg>
        <pc:cxnChg chg="del mod topLvl">
          <ac:chgData name="李 鼎基" userId="e6049a4411daca1f" providerId="LiveId" clId="{844D5A83-E05C-AF41-96C1-06865B493B94}" dt="2020-05-22T12:46:53.153" v="12898" actId="478"/>
          <ac:cxnSpMkLst>
            <pc:docMk/>
            <pc:sldMk cId="2045988590" sldId="2789"/>
            <ac:cxnSpMk id="39" creationId="{7BFD39E8-DC9F-3E49-A810-0017D4C67A61}"/>
          </ac:cxnSpMkLst>
        </pc:cxnChg>
        <pc:cxnChg chg="del mod topLvl">
          <ac:chgData name="李 鼎基" userId="e6049a4411daca1f" providerId="LiveId" clId="{844D5A83-E05C-AF41-96C1-06865B493B94}" dt="2020-05-22T12:46:53.153" v="12898" actId="478"/>
          <ac:cxnSpMkLst>
            <pc:docMk/>
            <pc:sldMk cId="2045988590" sldId="2789"/>
            <ac:cxnSpMk id="40" creationId="{B1749030-DC55-0940-9D31-3DAF3A485F83}"/>
          </ac:cxnSpMkLst>
        </pc:cxnChg>
        <pc:cxnChg chg="del mod topLvl">
          <ac:chgData name="李 鼎基" userId="e6049a4411daca1f" providerId="LiveId" clId="{844D5A83-E05C-AF41-96C1-06865B493B94}" dt="2020-05-22T12:46:53.153" v="12898" actId="478"/>
          <ac:cxnSpMkLst>
            <pc:docMk/>
            <pc:sldMk cId="2045988590" sldId="2789"/>
            <ac:cxnSpMk id="41" creationId="{D4409038-9BFD-C540-A442-6CF2A065B63F}"/>
          </ac:cxnSpMkLst>
        </pc:cxnChg>
        <pc:cxnChg chg="del mod topLvl">
          <ac:chgData name="李 鼎基" userId="e6049a4411daca1f" providerId="LiveId" clId="{844D5A83-E05C-AF41-96C1-06865B493B94}" dt="2020-05-22T12:46:53.153" v="12898" actId="478"/>
          <ac:cxnSpMkLst>
            <pc:docMk/>
            <pc:sldMk cId="2045988590" sldId="2789"/>
            <ac:cxnSpMk id="42" creationId="{14455C98-E0ED-C54B-8621-F6E0BAFFF147}"/>
          </ac:cxnSpMkLst>
        </pc:cxnChg>
        <pc:cxnChg chg="add mod">
          <ac:chgData name="李 鼎基" userId="e6049a4411daca1f" providerId="LiveId" clId="{844D5A83-E05C-AF41-96C1-06865B493B94}" dt="2020-05-22T12:52:47.938" v="12975" actId="1076"/>
          <ac:cxnSpMkLst>
            <pc:docMk/>
            <pc:sldMk cId="2045988590" sldId="2789"/>
            <ac:cxnSpMk id="58" creationId="{290FA012-6E70-C547-BCEB-D9BA54789998}"/>
          </ac:cxnSpMkLst>
        </pc:cxnChg>
        <pc:cxnChg chg="add mod">
          <ac:chgData name="李 鼎基" userId="e6049a4411daca1f" providerId="LiveId" clId="{844D5A83-E05C-AF41-96C1-06865B493B94}" dt="2020-05-22T12:52:47.938" v="12975" actId="1076"/>
          <ac:cxnSpMkLst>
            <pc:docMk/>
            <pc:sldMk cId="2045988590" sldId="2789"/>
            <ac:cxnSpMk id="61" creationId="{E25528F2-782B-FC44-953A-5DE154ACF17F}"/>
          </ac:cxnSpMkLst>
        </pc:cxnChg>
        <pc:cxnChg chg="add del mod">
          <ac:chgData name="李 鼎基" userId="e6049a4411daca1f" providerId="LiveId" clId="{844D5A83-E05C-AF41-96C1-06865B493B94}" dt="2020-05-22T12:51:25.537" v="12963" actId="478"/>
          <ac:cxnSpMkLst>
            <pc:docMk/>
            <pc:sldMk cId="2045988590" sldId="2789"/>
            <ac:cxnSpMk id="66" creationId="{093AB976-44B6-6846-8824-72F790786AE8}"/>
          </ac:cxnSpMkLst>
        </pc:cxnChg>
        <pc:cxnChg chg="add del mod">
          <ac:chgData name="李 鼎基" userId="e6049a4411daca1f" providerId="LiveId" clId="{844D5A83-E05C-AF41-96C1-06865B493B94}" dt="2020-05-22T12:51:25.537" v="12963" actId="478"/>
          <ac:cxnSpMkLst>
            <pc:docMk/>
            <pc:sldMk cId="2045988590" sldId="2789"/>
            <ac:cxnSpMk id="69" creationId="{E9580A57-B3D5-2F41-8031-C74D58DC3FC4}"/>
          </ac:cxnSpMkLst>
        </pc:cxnChg>
        <pc:cxnChg chg="add mod">
          <ac:chgData name="李 鼎基" userId="e6049a4411daca1f" providerId="LiveId" clId="{844D5A83-E05C-AF41-96C1-06865B493B94}" dt="2020-05-22T12:52:44.674" v="12974" actId="1076"/>
          <ac:cxnSpMkLst>
            <pc:docMk/>
            <pc:sldMk cId="2045988590" sldId="2789"/>
            <ac:cxnSpMk id="81" creationId="{2C68B6A6-B0CF-F946-B670-11CD5C2EE64C}"/>
          </ac:cxnSpMkLst>
        </pc:cxnChg>
        <pc:cxnChg chg="add mod">
          <ac:chgData name="李 鼎基" userId="e6049a4411daca1f" providerId="LiveId" clId="{844D5A83-E05C-AF41-96C1-06865B493B94}" dt="2020-05-22T12:52:44.674" v="12974" actId="1076"/>
          <ac:cxnSpMkLst>
            <pc:docMk/>
            <pc:sldMk cId="2045988590" sldId="2789"/>
            <ac:cxnSpMk id="82" creationId="{70F5F4F7-D8E2-4E4A-A382-CC346BB62F37}"/>
          </ac:cxnSpMkLst>
        </pc:cxnChg>
        <pc:cxnChg chg="add mod">
          <ac:chgData name="李 鼎基" userId="e6049a4411daca1f" providerId="LiveId" clId="{844D5A83-E05C-AF41-96C1-06865B493B94}" dt="2020-05-22T12:52:35.766" v="12973" actId="692"/>
          <ac:cxnSpMkLst>
            <pc:docMk/>
            <pc:sldMk cId="2045988590" sldId="2789"/>
            <ac:cxnSpMk id="84" creationId="{A3BD3A34-9A16-F142-AC85-0CE9C2D5014D}"/>
          </ac:cxnSpMkLst>
        </pc:cxnChg>
      </pc:sldChg>
      <pc:sldChg chg="addSp delSp modSp add delAnim modAnim">
        <pc:chgData name="李 鼎基" userId="e6049a4411daca1f" providerId="LiveId" clId="{844D5A83-E05C-AF41-96C1-06865B493B94}" dt="2020-05-22T12:43:47.859" v="12815" actId="20577"/>
        <pc:sldMkLst>
          <pc:docMk/>
          <pc:sldMk cId="3020465556" sldId="2790"/>
        </pc:sldMkLst>
        <pc:spChg chg="mod">
          <ac:chgData name="李 鼎基" userId="e6049a4411daca1f" providerId="LiveId" clId="{844D5A83-E05C-AF41-96C1-06865B493B94}" dt="2020-05-22T12:43:47.859" v="12815" actId="20577"/>
          <ac:spMkLst>
            <pc:docMk/>
            <pc:sldMk cId="3020465556" sldId="2790"/>
            <ac:spMk id="3" creationId="{C305007D-6F76-0142-8EAC-1D7476A84C82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9" creationId="{7719F595-46A7-FC46-AA68-DB81AA74E9E3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10" creationId="{3A531587-DCDB-FB4E-ABE3-F33160E99C23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13" creationId="{1C6CDF83-BC91-C649-BFBA-51F33AD4E719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17" creationId="{B4A154B6-99E6-F546-8A7C-9CA1D2D9F59B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19" creationId="{6176696F-EB5B-A149-BEBE-EF19CB5F7245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0" creationId="{0DB33C5A-FC81-D142-B3EE-C3481127ED7A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1" creationId="{8BE4D957-5307-E14F-838E-CB9770F02194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2" creationId="{7347FBFF-780C-1544-9E4C-5217DC699B87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3" creationId="{55CB7B68-5F87-D24D-AD05-8E95FBFAA83B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4" creationId="{4144921D-CA22-5140-9B78-18322BC92DC4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5" creationId="{C7AB7B09-D32D-7B45-BF10-34B0005A4C03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6" creationId="{8AF1B841-AABE-134B-8FCF-75A0EAF1442C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7" creationId="{5F1B48B8-17A1-494C-A5FE-9F68383DC973}"/>
          </ac:spMkLst>
        </pc:spChg>
        <pc:spChg chg="del">
          <ac:chgData name="李 鼎基" userId="e6049a4411daca1f" providerId="LiveId" clId="{844D5A83-E05C-AF41-96C1-06865B493B94}" dt="2020-05-22T12:20:36.835" v="12259" actId="478"/>
          <ac:spMkLst>
            <pc:docMk/>
            <pc:sldMk cId="3020465556" sldId="2790"/>
            <ac:spMk id="28" creationId="{8D099F50-97CB-9948-B931-52704EC272AC}"/>
          </ac:spMkLst>
        </pc:spChg>
        <pc:spChg chg="add mod">
          <ac:chgData name="李 鼎基" userId="e6049a4411daca1f" providerId="LiveId" clId="{844D5A83-E05C-AF41-96C1-06865B493B94}" dt="2020-05-22T12:37:32.841" v="12565" actId="1076"/>
          <ac:spMkLst>
            <pc:docMk/>
            <pc:sldMk cId="3020465556" sldId="2790"/>
            <ac:spMk id="29" creationId="{DCC00D57-7424-7B47-BA5F-BB6D830E94E9}"/>
          </ac:spMkLst>
        </pc:spChg>
        <pc:spChg chg="add mod">
          <ac:chgData name="李 鼎基" userId="e6049a4411daca1f" providerId="LiveId" clId="{844D5A83-E05C-AF41-96C1-06865B493B94}" dt="2020-05-22T12:37:32.841" v="12565" actId="1076"/>
          <ac:spMkLst>
            <pc:docMk/>
            <pc:sldMk cId="3020465556" sldId="2790"/>
            <ac:spMk id="30" creationId="{CFF57CC7-586E-0F47-8B7D-C2CFE131F84D}"/>
          </ac:spMkLst>
        </pc:spChg>
        <pc:spChg chg="mod">
          <ac:chgData name="李 鼎基" userId="e6049a4411daca1f" providerId="LiveId" clId="{844D5A83-E05C-AF41-96C1-06865B493B94}" dt="2020-05-22T12:37:32.841" v="12565" actId="1076"/>
          <ac:spMkLst>
            <pc:docMk/>
            <pc:sldMk cId="3020465556" sldId="2790"/>
            <ac:spMk id="35" creationId="{1D3D72AA-9ADC-4D48-A040-BB71797C0993}"/>
          </ac:spMkLst>
        </pc:spChg>
        <pc:spChg chg="mod">
          <ac:chgData name="李 鼎基" userId="e6049a4411daca1f" providerId="LiveId" clId="{844D5A83-E05C-AF41-96C1-06865B493B94}" dt="2020-05-22T12:37:32.841" v="12565" actId="1076"/>
          <ac:spMkLst>
            <pc:docMk/>
            <pc:sldMk cId="3020465556" sldId="2790"/>
            <ac:spMk id="36" creationId="{BC2F7EFB-CDB4-EA43-875B-5B12817BEEDE}"/>
          </ac:spMkLst>
        </pc:spChg>
        <pc:spChg chg="mod">
          <ac:chgData name="李 鼎基" userId="e6049a4411daca1f" providerId="LiveId" clId="{844D5A83-E05C-AF41-96C1-06865B493B94}" dt="2020-05-22T12:37:32.841" v="12565" actId="1076"/>
          <ac:spMkLst>
            <pc:docMk/>
            <pc:sldMk cId="3020465556" sldId="2790"/>
            <ac:spMk id="37" creationId="{3CAE3FAA-6768-4D42-93FF-22E3624BDD1E}"/>
          </ac:spMkLst>
        </pc:spChg>
        <pc:spChg chg="del mod">
          <ac:chgData name="李 鼎基" userId="e6049a4411daca1f" providerId="LiveId" clId="{844D5A83-E05C-AF41-96C1-06865B493B94}" dt="2020-05-22T12:25:31.709" v="12338" actId="478"/>
          <ac:spMkLst>
            <pc:docMk/>
            <pc:sldMk cId="3020465556" sldId="2790"/>
            <ac:spMk id="38" creationId="{7339118F-72C4-1843-ACDE-9567BF5BCAD0}"/>
          </ac:spMkLst>
        </pc:spChg>
        <pc:spChg chg="del mod">
          <ac:chgData name="李 鼎基" userId="e6049a4411daca1f" providerId="LiveId" clId="{844D5A83-E05C-AF41-96C1-06865B493B94}" dt="2020-05-22T12:25:31.709" v="12338" actId="478"/>
          <ac:spMkLst>
            <pc:docMk/>
            <pc:sldMk cId="3020465556" sldId="2790"/>
            <ac:spMk id="39" creationId="{B7AB9438-515D-FE4B-929B-B9BDE329C013}"/>
          </ac:spMkLst>
        </pc:spChg>
        <pc:spChg chg="del mod">
          <ac:chgData name="李 鼎基" userId="e6049a4411daca1f" providerId="LiveId" clId="{844D5A83-E05C-AF41-96C1-06865B493B94}" dt="2020-05-22T12:28:39.597" v="12431" actId="478"/>
          <ac:spMkLst>
            <pc:docMk/>
            <pc:sldMk cId="3020465556" sldId="2790"/>
            <ac:spMk id="40" creationId="{B042C99C-0BE1-2945-AFBA-261910DA3866}"/>
          </ac:spMkLst>
        </pc:spChg>
        <pc:spChg chg="add del mod">
          <ac:chgData name="李 鼎基" userId="e6049a4411daca1f" providerId="LiveId" clId="{844D5A83-E05C-AF41-96C1-06865B493B94}" dt="2020-05-22T12:28:29.278" v="12429" actId="478"/>
          <ac:spMkLst>
            <pc:docMk/>
            <pc:sldMk cId="3020465556" sldId="2790"/>
            <ac:spMk id="41" creationId="{1289709A-DF12-AB4A-A818-7A0188746F4D}"/>
          </ac:spMkLst>
        </pc:spChg>
        <pc:spChg chg="add del mod">
          <ac:chgData name="李 鼎基" userId="e6049a4411daca1f" providerId="LiveId" clId="{844D5A83-E05C-AF41-96C1-06865B493B94}" dt="2020-05-22T12:28:29.278" v="12429" actId="478"/>
          <ac:spMkLst>
            <pc:docMk/>
            <pc:sldMk cId="3020465556" sldId="2790"/>
            <ac:spMk id="42" creationId="{5D428D76-124E-E141-A9CC-F69F765C72A7}"/>
          </ac:spMkLst>
        </pc:spChg>
        <pc:spChg chg="add mod">
          <ac:chgData name="李 鼎基" userId="e6049a4411daca1f" providerId="LiveId" clId="{844D5A83-E05C-AF41-96C1-06865B493B94}" dt="2020-05-22T12:37:32.841" v="12565" actId="1076"/>
          <ac:spMkLst>
            <pc:docMk/>
            <pc:sldMk cId="3020465556" sldId="2790"/>
            <ac:spMk id="56" creationId="{BF6064A8-F64D-2C44-B7E5-8B525769F26E}"/>
          </ac:spMkLst>
        </pc:spChg>
        <pc:spChg chg="add mod">
          <ac:chgData name="李 鼎基" userId="e6049a4411daca1f" providerId="LiveId" clId="{844D5A83-E05C-AF41-96C1-06865B493B94}" dt="2020-05-22T12:37:32.841" v="12565" actId="1076"/>
          <ac:spMkLst>
            <pc:docMk/>
            <pc:sldMk cId="3020465556" sldId="2790"/>
            <ac:spMk id="57" creationId="{8490D254-840B-F84D-9556-31AABBC772EB}"/>
          </ac:spMkLst>
        </pc:spChg>
        <pc:cxnChg chg="add mod">
          <ac:chgData name="李 鼎基" userId="e6049a4411daca1f" providerId="LiveId" clId="{844D5A83-E05C-AF41-96C1-06865B493B94}" dt="2020-05-22T12:37:32.841" v="12565" actId="1076"/>
          <ac:cxnSpMkLst>
            <pc:docMk/>
            <pc:sldMk cId="3020465556" sldId="2790"/>
            <ac:cxnSpMk id="31" creationId="{428C93B7-8673-F145-B556-B1550498263B}"/>
          </ac:cxnSpMkLst>
        </pc:cxnChg>
        <pc:cxnChg chg="add mod">
          <ac:chgData name="李 鼎基" userId="e6049a4411daca1f" providerId="LiveId" clId="{844D5A83-E05C-AF41-96C1-06865B493B94}" dt="2020-05-22T12:37:32.841" v="12565" actId="1076"/>
          <ac:cxnSpMkLst>
            <pc:docMk/>
            <pc:sldMk cId="3020465556" sldId="2790"/>
            <ac:cxnSpMk id="32" creationId="{49AC4C82-BB3D-7642-A4BF-7D0CC5D69CEC}"/>
          </ac:cxnSpMkLst>
        </pc:cxnChg>
        <pc:cxnChg chg="add mod">
          <ac:chgData name="李 鼎基" userId="e6049a4411daca1f" providerId="LiveId" clId="{844D5A83-E05C-AF41-96C1-06865B493B94}" dt="2020-05-22T12:37:32.841" v="12565" actId="1076"/>
          <ac:cxnSpMkLst>
            <pc:docMk/>
            <pc:sldMk cId="3020465556" sldId="2790"/>
            <ac:cxnSpMk id="34" creationId="{AF9B02EB-A3CA-8644-9773-ABD23CC4D79D}"/>
          </ac:cxnSpMkLst>
        </pc:cxnChg>
        <pc:cxnChg chg="add del mod">
          <ac:chgData name="李 鼎基" userId="e6049a4411daca1f" providerId="LiveId" clId="{844D5A83-E05C-AF41-96C1-06865B493B94}" dt="2020-05-22T12:28:29.278" v="12429" actId="478"/>
          <ac:cxnSpMkLst>
            <pc:docMk/>
            <pc:sldMk cId="3020465556" sldId="2790"/>
            <ac:cxnSpMk id="43" creationId="{9371A88D-09FC-BD4A-92C8-032AC5E38D78}"/>
          </ac:cxnSpMkLst>
        </pc:cxnChg>
        <pc:cxnChg chg="add del mod">
          <ac:chgData name="李 鼎基" userId="e6049a4411daca1f" providerId="LiveId" clId="{844D5A83-E05C-AF41-96C1-06865B493B94}" dt="2020-05-22T12:28:29.278" v="12429" actId="478"/>
          <ac:cxnSpMkLst>
            <pc:docMk/>
            <pc:sldMk cId="3020465556" sldId="2790"/>
            <ac:cxnSpMk id="44" creationId="{4EE0AC7A-6CB6-9148-A05E-10FFA21CFDBD}"/>
          </ac:cxnSpMkLst>
        </pc:cxnChg>
      </pc:sldChg>
      <pc:sldChg chg="add del">
        <pc:chgData name="李 鼎基" userId="e6049a4411daca1f" providerId="LiveId" clId="{844D5A83-E05C-AF41-96C1-06865B493B94}" dt="2020-05-22T13:08:32.200" v="13484" actId="2696"/>
        <pc:sldMkLst>
          <pc:docMk/>
          <pc:sldMk cId="1426399172" sldId="2791"/>
        </pc:sldMkLst>
      </pc:sldChg>
      <pc:sldChg chg="modSp add">
        <pc:chgData name="李 鼎基" userId="e6049a4411daca1f" providerId="LiveId" clId="{844D5A83-E05C-AF41-96C1-06865B493B94}" dt="2020-05-22T14:00:51.416" v="14438" actId="20577"/>
        <pc:sldMkLst>
          <pc:docMk/>
          <pc:sldMk cId="2703334242" sldId="2791"/>
        </pc:sldMkLst>
        <pc:spChg chg="mod">
          <ac:chgData name="李 鼎基" userId="e6049a4411daca1f" providerId="LiveId" clId="{844D5A83-E05C-AF41-96C1-06865B493B94}" dt="2020-05-22T14:00:51.416" v="14438" actId="20577"/>
          <ac:spMkLst>
            <pc:docMk/>
            <pc:sldMk cId="2703334242" sldId="2791"/>
            <ac:spMk id="2" creationId="{77543E7D-0F80-EB4E-9FAB-4599DE40EDCC}"/>
          </ac:spMkLst>
        </pc:spChg>
      </pc:sldChg>
      <pc:sldChg chg="add">
        <pc:chgData name="李 鼎基" userId="e6049a4411daca1f" providerId="LiveId" clId="{844D5A83-E05C-AF41-96C1-06865B493B94}" dt="2020-05-22T14:02:50.587" v="14441"/>
        <pc:sldMkLst>
          <pc:docMk/>
          <pc:sldMk cId="3045955263" sldId="27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2022/5/11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8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68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398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527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371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47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966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08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237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809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773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43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1min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064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363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703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360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9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398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096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29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7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小明抢不过小红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6353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2135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7031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314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4203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4166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说明一下有很多子系统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701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294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于是给他们每个人都设置了</a:t>
            </a:r>
            <a:r>
              <a:rPr kumimoji="1" lang="en-US" altLang="zh-CN" dirty="0"/>
              <a:t>250MB/s</a:t>
            </a:r>
            <a:r>
              <a:rPr kumimoji="1" lang="ja-JP" altLang="en-US"/>
              <a:t>的最大值</a:t>
            </a:r>
            <a:endParaRPr kumimoji="1" lang="en-US" altLang="ja-JP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9327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2006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于是给他们每个人都设置了</a:t>
            </a:r>
            <a:r>
              <a:rPr kumimoji="1" lang="en-US" altLang="zh-CN" dirty="0"/>
              <a:t>250MB/s</a:t>
            </a:r>
            <a:r>
              <a:rPr kumimoji="1" lang="ja-JP" altLang="en-US"/>
              <a:t>的最大值</a:t>
            </a:r>
            <a:endParaRPr kumimoji="1" lang="en-US" altLang="ja-JP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8249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154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9341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000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56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094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轻量级隔离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SE3357-1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操作系统（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6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1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虚拟化与隔离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9539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：虚拟化的技术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427239"/>
              </p:ext>
            </p:extLst>
          </p:nvPr>
        </p:nvGraphicFramePr>
        <p:xfrm>
          <a:off x="539552" y="1121991"/>
          <a:ext cx="7920881" cy="4320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1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34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虚拟化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软件方案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硬件方案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255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dirty="0"/>
                        <a:t>CPU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Trap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&amp;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Emulate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zh-CN" altLang="en-US" sz="1500" dirty="0"/>
                        <a:t>指令解释执行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zh-CN" altLang="en-US" sz="1500" dirty="0"/>
                        <a:t>二进制翻译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Para-virtualization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EL-2</a:t>
                      </a:r>
                      <a:r>
                        <a:rPr lang="zh-CN" altLang="en-US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(ARM)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55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内存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Shadow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page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table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baseline="0" dirty="0"/>
                        <a:t>Separating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page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tables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for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U/K</a:t>
                      </a:r>
                      <a:endParaRPr lang="zh-CN" altLang="en-US" sz="1500" baseline="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baseline="0" dirty="0"/>
                        <a:t>Para-virtualization: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Direct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paging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Stage-2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PT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(ARM)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823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dirty="0"/>
                        <a:t>I/O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Direct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I/O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zh-CN" altLang="en-US" sz="1500" dirty="0"/>
                        <a:t>设备模拟</a:t>
                      </a:r>
                      <a:endParaRPr lang="en-US" altLang="zh-CN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Para-virtualization: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Front-end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&amp;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back-end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driver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(e.g.,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 err="1"/>
                        <a:t>virtio</a:t>
                      </a:r>
                      <a:r>
                        <a:rPr lang="en-US" altLang="zh-CN" sz="1500" baseline="0" dirty="0"/>
                        <a:t>)</a:t>
                      </a:r>
                      <a:endParaRPr lang="zh-CN" altLang="en-US" sz="1500" baseline="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SMMU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(ARM)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/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IOMMU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(x86)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SR-IOV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47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B824E-A612-604B-9DFE-031618B0A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云厂商普遍用虚拟化来隔离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E500B1-AA7D-4144-8112-9358D8E38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虚拟化的优势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可以运行完整的软件栈，包括不同的操作系统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灵活的整体资源分配（支持动态迁移）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方便的添加、删除、备份（只需文件操作）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虚拟机之间的强隔离（能抵御 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 ）</a:t>
            </a:r>
            <a:endParaRPr kumimoji="1" lang="en-US" altLang="zh-CN" dirty="0"/>
          </a:p>
          <a:p>
            <a:r>
              <a:rPr kumimoji="1" lang="zh-CN" altLang="en-US" dirty="0"/>
              <a:t>虚拟化的问题：太重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云：性能损失，尤其是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虚拟化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用户：两层操作系统导致资源浪费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8E7C3-C563-A141-A9F6-61E9ECCC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630BC-0D24-7C42-B9CB-A86C4700A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41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7EAD-D2EA-3549-8907-5F153205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是否有更轻量级的隔离？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3B81B-C7D6-0240-BE60-EE117BC28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多用户机制</a:t>
            </a:r>
            <a:endParaRPr lang="en-US" altLang="ja-JP" dirty="0"/>
          </a:p>
          <a:p>
            <a:pPr lvl="1"/>
            <a:r>
              <a:rPr lang="ja-JP" altLang="en-US"/>
              <a:t>如</a:t>
            </a:r>
            <a:r>
              <a:rPr lang="zh-CN" altLang="en-US" dirty="0"/>
              <a:t>：</a:t>
            </a:r>
            <a:r>
              <a:rPr lang="en-US" altLang="ja-JP" dirty="0"/>
              <a:t>Windows</a:t>
            </a:r>
            <a:r>
              <a:rPr lang="zh-CN" altLang="en-US" dirty="0"/>
              <a:t> </a:t>
            </a:r>
            <a:r>
              <a:rPr lang="en-US" altLang="zh-CN" dirty="0"/>
              <a:t>Server</a:t>
            </a:r>
            <a:r>
              <a:rPr lang="ja-JP" altLang="en-US"/>
              <a:t>允许多个用户</a:t>
            </a:r>
            <a:r>
              <a:rPr lang="zh-CN" altLang="en-US" dirty="0"/>
              <a:t>，</a:t>
            </a:r>
            <a:r>
              <a:rPr lang="ja-JP" altLang="en-US"/>
              <a:t>同时远程使用桌面</a:t>
            </a:r>
            <a:endParaRPr lang="en-US" altLang="ja-JP" dirty="0"/>
          </a:p>
          <a:p>
            <a:pPr lvl="1"/>
            <a:r>
              <a:rPr lang="ja-JP" altLang="en-US"/>
              <a:t>多个用户可以共享一个操作系统</a:t>
            </a:r>
            <a:r>
              <a:rPr lang="zh-CN" altLang="en-US" dirty="0"/>
              <a:t>，</a:t>
            </a:r>
            <a:r>
              <a:rPr lang="ja-JP" altLang="en-US"/>
              <a:t>同时进行不同的工作</a:t>
            </a:r>
            <a:endParaRPr lang="en-US" altLang="ja-JP" dirty="0"/>
          </a:p>
          <a:p>
            <a:r>
              <a:rPr lang="zh-CN" altLang="en-US" dirty="0"/>
              <a:t>缺点：</a:t>
            </a:r>
            <a:r>
              <a:rPr lang="ja-JP" altLang="en-US"/>
              <a:t>多个用户之间缺少隔离</a:t>
            </a:r>
            <a:endParaRPr lang="en-US" altLang="ja-JP" dirty="0"/>
          </a:p>
          <a:p>
            <a:pPr lvl="1"/>
            <a:r>
              <a:rPr lang="zh-CN" altLang="en-US" dirty="0"/>
              <a:t>例如：</a:t>
            </a:r>
            <a:r>
              <a:rPr lang="ja-JP" altLang="en-US"/>
              <a:t>所有用户共同操作一个文件系统根目录</a:t>
            </a:r>
            <a:endParaRPr lang="en-US" altLang="ja-JP" dirty="0"/>
          </a:p>
          <a:p>
            <a:r>
              <a:rPr lang="zh-CN" altLang="en-US" dirty="0"/>
              <a:t>如何</a:t>
            </a:r>
            <a:r>
              <a:rPr lang="ja-JP" altLang="en-US"/>
              <a:t>想让每个用户看到的文件系统视图不同</a:t>
            </a:r>
            <a:r>
              <a:rPr lang="zh-CN" altLang="en-US" dirty="0"/>
              <a:t>？</a:t>
            </a:r>
            <a:endParaRPr lang="en-US" altLang="ja-JP" dirty="0"/>
          </a:p>
          <a:p>
            <a:pPr lvl="1"/>
            <a:r>
              <a:rPr lang="ja-JP" altLang="en-US"/>
              <a:t>对每个用户可访问的文件系统做隔离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E6F09-94D4-1C43-B90C-6B29D9FB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AB7D-99B9-1E4E-8B95-9A959C42D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5127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F46C-6530-BE46-8D18-A076A18D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chroot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1D474-38E7-6440-A34D-39FE1C56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2254-F661-BD45-AA6E-308FAA94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FC44-3EA4-AA45-96A8-B615BF647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992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7D23BF-7BE6-3243-8735-46FD9662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文件系统视图的隔离</a:t>
            </a:r>
            <a:endParaRPr lang="en-C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8322FA-7066-F343-B42E-14C95BDE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为每个执行环境提供单独的文件系统视图</a:t>
            </a:r>
            <a:endParaRPr lang="en-US" altLang="ja-JP" dirty="0"/>
          </a:p>
          <a:p>
            <a:r>
              <a:rPr lang="ja-JP" altLang="en-US"/>
              <a:t>原理</a:t>
            </a:r>
            <a:endParaRPr lang="en-US" altLang="ja-JP" dirty="0"/>
          </a:p>
          <a:p>
            <a:pPr lvl="1"/>
            <a:r>
              <a:rPr lang="en-US" altLang="ja-JP" dirty="0"/>
              <a:t>Unix</a:t>
            </a:r>
            <a:r>
              <a:rPr lang="ja-JP" altLang="en-US"/>
              <a:t>系统中的</a:t>
            </a:r>
            <a:r>
              <a:rPr lang="zh-CN" altLang="en-US" dirty="0"/>
              <a:t>“</a:t>
            </a:r>
            <a:r>
              <a:rPr lang="ja-JP" altLang="en-US"/>
              <a:t>一切皆文件</a:t>
            </a:r>
            <a:r>
              <a:rPr lang="zh-CN" altLang="en-US" dirty="0"/>
              <a:t>”</a:t>
            </a:r>
            <a:r>
              <a:rPr lang="ja-JP" altLang="en-US"/>
              <a:t>设计理念</a:t>
            </a:r>
            <a:endParaRPr lang="en-US" altLang="zh-CN" dirty="0"/>
          </a:p>
          <a:p>
            <a:pPr lvl="1"/>
            <a:r>
              <a:rPr lang="ja-JP" altLang="en-US"/>
              <a:t>对于用户态来说</a:t>
            </a:r>
            <a:r>
              <a:rPr lang="zh-CN" altLang="en-US" dirty="0"/>
              <a:t>，</a:t>
            </a:r>
            <a:r>
              <a:rPr lang="ja-JP" altLang="en-US"/>
              <a:t>文件系统相当重要</a:t>
            </a:r>
            <a:endParaRPr lang="en-US" altLang="ja-JP" dirty="0"/>
          </a:p>
          <a:p>
            <a:r>
              <a:rPr lang="ja-JP" altLang="en-US"/>
              <a:t>方法</a:t>
            </a:r>
            <a:endParaRPr lang="en-US" altLang="ja-JP" dirty="0"/>
          </a:p>
          <a:p>
            <a:pPr lvl="1"/>
            <a:r>
              <a:rPr lang="ja-JP" altLang="en-US"/>
              <a:t>改变文件系统的根目录</a:t>
            </a:r>
            <a:r>
              <a:rPr lang="zh-CN" altLang="en-US" dirty="0"/>
              <a:t>，</a:t>
            </a:r>
            <a:r>
              <a:rPr lang="ja-JP" altLang="en-US"/>
              <a:t>即</a:t>
            </a:r>
            <a:r>
              <a:rPr lang="en-US" altLang="ja-JP" dirty="0"/>
              <a:t>chroot</a:t>
            </a:r>
          </a:p>
          <a:p>
            <a:pPr lvl="1"/>
            <a:endParaRPr lang="en-US" altLang="ja-JP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71913-A913-794A-B9DE-A28F5664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DC855-ECBA-CF4F-899F-D6C98DDCE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755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Chroot</a:t>
            </a:r>
            <a:r>
              <a:rPr kumimoji="1" lang="ja-JP" altLang="en-US"/>
              <a:t>效果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控制进程能够访问哪些目录子树</a:t>
            </a:r>
            <a:endParaRPr kumimoji="1" lang="en-US" altLang="zh-CN" dirty="0"/>
          </a:p>
          <a:p>
            <a:r>
              <a:rPr kumimoji="1" lang="ja-JP" altLang="en-US" dirty="0"/>
              <a:t>改变进程所属的根目录</a:t>
            </a:r>
            <a:endParaRPr kumimoji="1" lang="en-US" altLang="ja-JP" dirty="0"/>
          </a:p>
          <a:p>
            <a:r>
              <a:rPr kumimoji="1" lang="ja-JP" altLang="en-US" dirty="0"/>
              <a:t>进程只能看到根目录下属的文件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6215CC-54D4-614C-B890-B65E043EE60B}"/>
              </a:ext>
            </a:extLst>
          </p:cNvPr>
          <p:cNvSpPr/>
          <p:nvPr/>
        </p:nvSpPr>
        <p:spPr>
          <a:xfrm>
            <a:off x="5868144" y="2867714"/>
            <a:ext cx="900000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/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79E30B-1721-6A4B-ADB2-B59C7C03912A}"/>
              </a:ext>
            </a:extLst>
          </p:cNvPr>
          <p:cNvSpPr/>
          <p:nvPr/>
        </p:nvSpPr>
        <p:spPr>
          <a:xfrm>
            <a:off x="4738561" y="3747343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usr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0BE8934-A77D-5248-9CAB-C6312878294D}"/>
              </a:ext>
            </a:extLst>
          </p:cNvPr>
          <p:cNvSpPr/>
          <p:nvPr/>
        </p:nvSpPr>
        <p:spPr>
          <a:xfrm>
            <a:off x="6988637" y="3747343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mnt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5FADA6-02B0-4C46-8EFF-0E2D9FA1EEB9}"/>
              </a:ext>
            </a:extLst>
          </p:cNvPr>
          <p:cNvSpPr/>
          <p:nvPr/>
        </p:nvSpPr>
        <p:spPr>
          <a:xfrm>
            <a:off x="5863828" y="3747343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bin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9522B4-C6F9-664E-81A7-6C9A9ED0FE13}"/>
              </a:ext>
            </a:extLst>
          </p:cNvPr>
          <p:cNvSpPr/>
          <p:nvPr/>
        </p:nvSpPr>
        <p:spPr>
          <a:xfrm>
            <a:off x="6503976" y="4513724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usr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FB72E59-C09E-8141-9B6F-FBA7611C2FBD}"/>
              </a:ext>
            </a:extLst>
          </p:cNvPr>
          <p:cNvSpPr/>
          <p:nvPr/>
        </p:nvSpPr>
        <p:spPr>
          <a:xfrm>
            <a:off x="7712843" y="4513724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bin</a:t>
            </a:r>
            <a:endParaRPr lang="en-CN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0034CA-B807-2C4A-92B1-E9B24DE6D442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5188561" y="3227714"/>
            <a:ext cx="1129583" cy="5196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B09E33-7C37-B548-A97A-329A33FDB228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6313828" y="3227714"/>
            <a:ext cx="4316" cy="5196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10A2FD1-F543-9449-93F4-F1842C6531DF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6318144" y="3227714"/>
            <a:ext cx="1120493" cy="5196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F6E504-C7B4-E142-8386-293D9BC03D52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6953976" y="4107343"/>
            <a:ext cx="484661" cy="406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EEE55B-0B3B-7446-8AC4-7DFBD26AAFA9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7438637" y="4107343"/>
            <a:ext cx="724206" cy="406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BADF5F5-E2A2-954A-9D85-14C2C7399B4A}"/>
              </a:ext>
            </a:extLst>
          </p:cNvPr>
          <p:cNvSpPr txBox="1"/>
          <p:nvPr/>
        </p:nvSpPr>
        <p:spPr>
          <a:xfrm>
            <a:off x="6773358" y="28494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CN"/>
              <a:t>根目录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1102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98 -0.00139 L 0.12083 0.15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42" y="77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E384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E384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E384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82EF-8F97-4945-B7A5-D1812605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Chroot</a:t>
            </a:r>
            <a:r>
              <a:rPr lang="ja-JP" altLang="en-CN"/>
              <a:t>原理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9BA2-600E-CD44-8F75-1FEE85A08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进程只能从根目录向下开始查找文件</a:t>
            </a:r>
            <a:endParaRPr lang="en-US" altLang="ja-JP" dirty="0"/>
          </a:p>
          <a:p>
            <a:pPr lvl="1"/>
            <a:r>
              <a:rPr lang="ja-JP" altLang="en-CN"/>
              <a:t>操作</a:t>
            </a:r>
            <a:r>
              <a:rPr lang="ja-JP" altLang="en-US"/>
              <a:t>系统内部修改了根目录的位置</a:t>
            </a:r>
            <a:endParaRPr lang="en-US" altLang="ja-JP" dirty="0"/>
          </a:p>
          <a:p>
            <a:r>
              <a:rPr lang="ja-JP" altLang="en-US"/>
              <a:t>一个简单的设计</a:t>
            </a:r>
            <a:endParaRPr lang="en-US" altLang="ja-JP" dirty="0"/>
          </a:p>
          <a:p>
            <a:pPr lvl="1"/>
            <a:r>
              <a:rPr lang="ja-JP" altLang="en-US"/>
              <a:t>内核为每个用户记录一个根目录路径</a:t>
            </a:r>
            <a:endParaRPr lang="en-US" altLang="ja-JP" dirty="0"/>
          </a:p>
          <a:p>
            <a:pPr lvl="1"/>
            <a:r>
              <a:rPr lang="ja-JP" altLang="en-US"/>
              <a:t>进程打开文件时内核从该用户的根目录开始查找</a:t>
            </a:r>
            <a:endParaRPr lang="en-US" altLang="ja-JP" dirty="0"/>
          </a:p>
          <a:p>
            <a:r>
              <a:rPr lang="ja-JP" altLang="en-US"/>
              <a:t>上述设计有什么问题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ja-JP" altLang="en-US"/>
              <a:t>遇到类似</a:t>
            </a:r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</a:t>
            </a:r>
            <a:r>
              <a:rPr lang="ja-JP" altLang="en-US"/>
              <a:t>的路径会发生什么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ja-JP" altLang="en-US"/>
              <a:t>一个用户想要使不同进程有不同的根目录怎么办</a:t>
            </a:r>
            <a:r>
              <a:rPr lang="zh-CN" altLang="en-US" dirty="0"/>
              <a:t>？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637C-4825-4D4D-9844-F188F339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C7D34-45D2-7D45-B5C7-58F6B5026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0500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82EF-8F97-4945-B7A5-D1812605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Chroot</a:t>
            </a:r>
            <a:r>
              <a:rPr lang="ja-JP" altLang="en-US"/>
              <a:t>在</a:t>
            </a:r>
            <a:r>
              <a:rPr lang="en-US" altLang="ja-JP" dirty="0"/>
              <a:t>Linux</a:t>
            </a:r>
            <a:r>
              <a:rPr lang="ja-JP" altLang="en-US"/>
              <a:t>中的实现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9BA2-600E-CD44-8F75-1FEE85A08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特殊检查根目录下的</a:t>
            </a:r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ja-JP" altLang="en-US"/>
              <a:t>使得</a:t>
            </a:r>
            <a:r>
              <a:rPr lang="zh-CN" altLang="en-US" dirty="0"/>
              <a:t>“</a:t>
            </a:r>
            <a:r>
              <a:rPr lang="en-US" altLang="zh-CN" dirty="0"/>
              <a:t>/..</a:t>
            </a:r>
            <a:r>
              <a:rPr lang="zh-CN" altLang="en-US" dirty="0"/>
              <a:t>”</a:t>
            </a:r>
            <a:r>
              <a:rPr lang="ja-JP" altLang="en-US"/>
              <a:t>与</a:t>
            </a:r>
            <a:r>
              <a:rPr lang="zh-CN" altLang="en-US" dirty="0"/>
              <a:t>“</a:t>
            </a:r>
            <a:r>
              <a:rPr lang="en-US" altLang="zh-CN" dirty="0"/>
              <a:t>/</a:t>
            </a:r>
            <a:r>
              <a:rPr lang="zh-CN" altLang="en-US" dirty="0"/>
              <a:t>”</a:t>
            </a:r>
            <a:r>
              <a:rPr lang="ja-JP" altLang="en-US"/>
              <a:t>等价</a:t>
            </a:r>
            <a:endParaRPr lang="en-US" altLang="ja-JP" dirty="0"/>
          </a:p>
          <a:p>
            <a:pPr lvl="1"/>
            <a:r>
              <a:rPr lang="ja-JP" altLang="en-US"/>
              <a:t>无法通过</a:t>
            </a:r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</a:t>
            </a:r>
            <a:r>
              <a:rPr lang="ja-JP" altLang="en-US"/>
              <a:t>打破隔离</a:t>
            </a:r>
            <a:endParaRPr lang="en-US" altLang="ja-JP" dirty="0"/>
          </a:p>
          <a:p>
            <a:r>
              <a:rPr lang="ja-JP" altLang="en-US"/>
              <a:t>每个</a:t>
            </a:r>
            <a:r>
              <a:rPr lang="en-US" altLang="ja-JP" dirty="0"/>
              <a:t>TCB</a:t>
            </a:r>
            <a:r>
              <a:rPr lang="ja-JP" altLang="en-US"/>
              <a:t>都指向一个</a:t>
            </a:r>
            <a:r>
              <a:rPr lang="en-US" altLang="ja-JP" dirty="0"/>
              <a:t>root</a:t>
            </a:r>
            <a:r>
              <a:rPr lang="ja-JP" altLang="en-US"/>
              <a:t>目录</a:t>
            </a:r>
            <a:endParaRPr lang="en-US" altLang="ja-JP" dirty="0"/>
          </a:p>
          <a:p>
            <a:pPr lvl="1"/>
            <a:r>
              <a:rPr lang="ja-JP" altLang="en-US"/>
              <a:t>一个用户可以对多个进程</a:t>
            </a:r>
            <a:r>
              <a:rPr lang="en-US" altLang="ja-JP" dirty="0"/>
              <a:t>chroot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637C-4825-4D4D-9844-F188F339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C7D34-45D2-7D45-B5C7-58F6B5026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832A64-F824-6245-8803-FA05C89B971A}"/>
              </a:ext>
            </a:extLst>
          </p:cNvPr>
          <p:cNvSpPr/>
          <p:nvPr/>
        </p:nvSpPr>
        <p:spPr>
          <a:xfrm>
            <a:off x="5220073" y="2245508"/>
            <a:ext cx="39239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fs_struct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......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path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......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fs_struct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*fs;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......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1556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82EF-8F97-4945-B7A5-D1812605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正确</a:t>
            </a:r>
            <a:r>
              <a:rPr lang="ja-JP" altLang="en-CN"/>
              <a:t>使用</a:t>
            </a:r>
            <a:r>
              <a:rPr lang="en-CN" dirty="0"/>
              <a:t>Chroot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9BA2-600E-CD44-8F75-1FEE85A08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需要</a:t>
            </a:r>
            <a:r>
              <a:rPr lang="en-US" altLang="ja-JP" dirty="0"/>
              <a:t>root</a:t>
            </a:r>
            <a:r>
              <a:rPr lang="ja-JP" altLang="en-US"/>
              <a:t>权限才能变更根目录</a:t>
            </a:r>
            <a:endParaRPr lang="en-US" altLang="ja-JP" dirty="0"/>
          </a:p>
          <a:p>
            <a:pPr lvl="1"/>
            <a:r>
              <a:rPr lang="ja-JP" altLang="en-US"/>
              <a:t>也意味着</a:t>
            </a:r>
            <a:r>
              <a:rPr lang="en-US" altLang="zh-CN" dirty="0"/>
              <a:t>chroot</a:t>
            </a:r>
            <a:r>
              <a:rPr lang="ja-JP" altLang="en-US"/>
              <a:t>无法限制</a:t>
            </a:r>
            <a:r>
              <a:rPr lang="en-US" altLang="ja-JP" dirty="0"/>
              <a:t>root</a:t>
            </a:r>
            <a:r>
              <a:rPr lang="ja-JP" altLang="en-US"/>
              <a:t>用户</a:t>
            </a:r>
            <a:endParaRPr lang="en-US" altLang="ja-JP" dirty="0"/>
          </a:p>
          <a:p>
            <a:r>
              <a:rPr lang="ja-JP" altLang="en-US"/>
              <a:t>确保</a:t>
            </a:r>
            <a:r>
              <a:rPr lang="en-US" altLang="ja-JP" dirty="0"/>
              <a:t>chroot</a:t>
            </a:r>
            <a:r>
              <a:rPr lang="ja-JP" altLang="en-US"/>
              <a:t>有效</a:t>
            </a:r>
            <a:endParaRPr lang="en-US" altLang="ja-JP" dirty="0"/>
          </a:p>
          <a:p>
            <a:pPr lvl="1"/>
            <a:r>
              <a:rPr lang="ja-JP" altLang="en-US"/>
              <a:t>使用</a:t>
            </a:r>
            <a:r>
              <a:rPr lang="en-US" altLang="zh-CN" dirty="0" err="1"/>
              <a:t>setuid</a:t>
            </a:r>
            <a:r>
              <a:rPr lang="ja-JP" altLang="en-US"/>
              <a:t>消除目标进程的</a:t>
            </a:r>
            <a:r>
              <a:rPr lang="en-US" altLang="ja-JP" dirty="0"/>
              <a:t>root</a:t>
            </a:r>
            <a:r>
              <a:rPr lang="ja-JP" altLang="en-US"/>
              <a:t>权限</a:t>
            </a:r>
            <a:endParaRPr lang="en-US" altLang="ja-JP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637C-4825-4D4D-9844-F188F339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C7D34-45D2-7D45-B5C7-58F6B5026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03A8C98B-8C47-1844-A32D-B4BC4C090440}"/>
              </a:ext>
            </a:extLst>
          </p:cNvPr>
          <p:cNvSpPr/>
          <p:nvPr/>
        </p:nvSpPr>
        <p:spPr>
          <a:xfrm>
            <a:off x="5364088" y="3478622"/>
            <a:ext cx="3923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chdir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(“jail”);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chroot(“.”);</a:t>
            </a:r>
          </a:p>
          <a:p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setuid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(UID);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61961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B0A88-B526-9F47-BE50-8CB0C419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基于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r>
              <a:rPr kumimoji="1" lang="zh-CN" altLang="en-US" dirty="0"/>
              <a:t>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437BD-F3CA-424D-9DD6-5050E725E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通过文件系统的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r>
              <a:rPr kumimoji="1" lang="zh-CN" altLang="en-US" dirty="0"/>
              <a:t>来限制用户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如果用户直接通过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访问，则可绕过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不允许用户直接用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访问文件</a:t>
            </a:r>
            <a:endParaRPr kumimoji="1" lang="en-US" altLang="zh-CN" dirty="0"/>
          </a:p>
          <a:p>
            <a:r>
              <a:rPr kumimoji="1" lang="zh-CN" altLang="en-US" dirty="0"/>
              <a:t>其它层也可以限制用户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例如：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层可以限制用户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CF001-EA2B-5947-B1A5-2C9D8CFE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7164A-BFF5-494A-98FC-9512C5B1B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FF332C-37E3-C944-9CB8-2103050C3096}"/>
              </a:ext>
            </a:extLst>
          </p:cNvPr>
          <p:cNvSpPr/>
          <p:nvPr/>
        </p:nvSpPr>
        <p:spPr>
          <a:xfrm>
            <a:off x="6660232" y="4441676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block</a:t>
            </a:r>
            <a:r>
              <a:rPr kumimoji="1" lang="zh-CN" altLang="en-US" dirty="0"/>
              <a:t>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0E7CE9-F8A8-F94C-8A9B-B4C6B1D4AE5F}"/>
              </a:ext>
            </a:extLst>
          </p:cNvPr>
          <p:cNvSpPr/>
          <p:nvPr/>
        </p:nvSpPr>
        <p:spPr>
          <a:xfrm>
            <a:off x="6660232" y="3930106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文件层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0CE0AE-F16C-2B4C-A9B9-550C8216B1EA}"/>
              </a:ext>
            </a:extLst>
          </p:cNvPr>
          <p:cNvSpPr/>
          <p:nvPr/>
        </p:nvSpPr>
        <p:spPr>
          <a:xfrm>
            <a:off x="6660232" y="3418537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inode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CE444C-A9EE-A04C-81F7-71B71218F717}"/>
              </a:ext>
            </a:extLst>
          </p:cNvPr>
          <p:cNvSpPr/>
          <p:nvPr/>
        </p:nvSpPr>
        <p:spPr>
          <a:xfrm>
            <a:off x="6660232" y="2395399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路径名层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3B4D1A-95A1-E443-A943-81978119291D}"/>
              </a:ext>
            </a:extLst>
          </p:cNvPr>
          <p:cNvSpPr/>
          <p:nvPr/>
        </p:nvSpPr>
        <p:spPr>
          <a:xfrm>
            <a:off x="6660232" y="1883830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绝对路径层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447A1F-5238-E342-A839-FB38F91FB012}"/>
              </a:ext>
            </a:extLst>
          </p:cNvPr>
          <p:cNvSpPr/>
          <p:nvPr/>
        </p:nvSpPr>
        <p:spPr>
          <a:xfrm>
            <a:off x="6660232" y="1372261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符号链接层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D2676C-D078-D744-A7FE-CDDB340AE514}"/>
              </a:ext>
            </a:extLst>
          </p:cNvPr>
          <p:cNvSpPr/>
          <p:nvPr/>
        </p:nvSpPr>
        <p:spPr>
          <a:xfrm>
            <a:off x="6660232" y="2906968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文件名层</a:t>
            </a:r>
          </a:p>
        </p:txBody>
      </p:sp>
    </p:spTree>
    <p:extLst>
      <p:ext uri="{BB962C8B-B14F-4D97-AF65-F5344CB8AC3E}">
        <p14:creationId xmlns:p14="http://schemas.microsoft.com/office/powerpoint/2010/main" val="326201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A28C-0CB8-E44B-B9FD-4B32C5DA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Chroot</a:t>
            </a:r>
            <a:r>
              <a:rPr lang="ja-JP" altLang="en-US"/>
              <a:t>能否</a:t>
            </a:r>
            <a:r>
              <a:rPr lang="ja-JP" altLang="en-CN"/>
              <a:t>实现</a:t>
            </a:r>
            <a:r>
              <a:rPr lang="zh-CN" altLang="en-US" dirty="0"/>
              <a:t>彻底的隔离？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C68D-0888-0744-9044-AA619E0B7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不同的执行环境想要共享一些文件怎么办</a:t>
            </a:r>
            <a:r>
              <a:rPr lang="zh-CN" altLang="en-US" dirty="0"/>
              <a:t>？</a:t>
            </a:r>
            <a:endParaRPr lang="en-US" altLang="ja-JP" dirty="0"/>
          </a:p>
          <a:p>
            <a:r>
              <a:rPr lang="ja-JP" altLang="en-US"/>
              <a:t>涉及到网络服务时会发生什么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ja-JP" altLang="en-US"/>
              <a:t>所有执行环境共用一个</a:t>
            </a:r>
            <a:r>
              <a:rPr lang="en-US" altLang="ja-JP" dirty="0"/>
              <a:t>IP</a:t>
            </a:r>
            <a:r>
              <a:rPr lang="ja-JP" altLang="en-US"/>
              <a:t>地址</a:t>
            </a:r>
            <a:r>
              <a:rPr lang="zh-CN" altLang="en-US" dirty="0"/>
              <a:t>，</a:t>
            </a:r>
            <a:r>
              <a:rPr lang="ja-JP" altLang="en-US"/>
              <a:t>所以无法区分许多服务</a:t>
            </a:r>
            <a:endParaRPr lang="en-US" altLang="ja-JP" dirty="0"/>
          </a:p>
          <a:p>
            <a:r>
              <a:rPr lang="ja-JP" altLang="en-US"/>
              <a:t>执行环境需要</a:t>
            </a:r>
            <a:r>
              <a:rPr lang="en-US" altLang="ja-JP" dirty="0"/>
              <a:t>root</a:t>
            </a:r>
            <a:r>
              <a:rPr lang="ja-JP" altLang="en-US"/>
              <a:t>权限该怎么办</a:t>
            </a:r>
            <a:r>
              <a:rPr lang="zh-CN" altLang="en-US" dirty="0"/>
              <a:t>？</a:t>
            </a:r>
            <a:endParaRPr lang="en-US" altLang="ja-JP" dirty="0"/>
          </a:p>
          <a:p>
            <a:pPr lvl="1"/>
            <a:r>
              <a:rPr lang="ja-JP" altLang="en-US"/>
              <a:t>全局只有一个</a:t>
            </a:r>
            <a:r>
              <a:rPr lang="en-US" altLang="zh-CN" dirty="0"/>
              <a:t>root</a:t>
            </a:r>
            <a:r>
              <a:rPr lang="ja-JP" altLang="en-US"/>
              <a:t>用户</a:t>
            </a:r>
            <a:r>
              <a:rPr lang="zh-CN" altLang="en-US" dirty="0"/>
              <a:t>，</a:t>
            </a:r>
            <a:r>
              <a:rPr lang="ja-JP" altLang="en-US"/>
              <a:t>所以不同执行环境间可能相互影响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zh-CN" altLang="en-US" dirty="0"/>
              <a:t>不能，因为</a:t>
            </a:r>
            <a:r>
              <a:rPr lang="ja-JP" altLang="en-US"/>
              <a:t>还有许多资源被共享</a:t>
            </a:r>
            <a:r>
              <a:rPr lang="en-US" altLang="zh-CN" dirty="0"/>
              <a:t>…</a:t>
            </a:r>
            <a:endParaRPr lang="en-US" altLang="ja-JP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DBEE4-5BCB-9347-ACD5-2ECB35C3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C842E-02C0-8942-9A19-E41B42D62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5311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F46C-6530-BE46-8D18-A076A18D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 </a:t>
            </a:r>
            <a:r>
              <a:rPr lang="en-US" altLang="zh-CN" dirty="0"/>
              <a:t>container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1D474-38E7-6440-A34D-39FE1C56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2254-F661-BD45-AA6E-308FAA94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FC44-3EA4-AA45-96A8-B615BF647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741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D522DB-9F87-A441-AA22-B53239BB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L</a:t>
            </a:r>
            <a:r>
              <a:rPr lang="en-US" altLang="zh-CN" dirty="0" err="1"/>
              <a:t>inuX</a:t>
            </a:r>
            <a:r>
              <a:rPr lang="zh-CN" altLang="en-US" dirty="0"/>
              <a:t> </a:t>
            </a:r>
            <a:r>
              <a:rPr lang="en-US" altLang="zh-CN" dirty="0"/>
              <a:t>Container</a:t>
            </a:r>
            <a:r>
              <a:rPr lang="zh-CN" altLang="en-US" dirty="0"/>
              <a:t> </a:t>
            </a:r>
            <a:r>
              <a:rPr lang="en-US" altLang="zh-CN" dirty="0"/>
              <a:t>(LXC)</a:t>
            </a:r>
            <a:endParaRPr lang="en-C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E78983B-2DDE-E74D-AA7D-AECDB01E2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CN"/>
              <a:t>基于</a:t>
            </a:r>
            <a:r>
              <a:rPr lang="ja-JP" altLang="en-US"/>
              <a:t>容器的轻量级虚拟化方案</a:t>
            </a:r>
            <a:endParaRPr lang="en-US" altLang="ja-JP" dirty="0"/>
          </a:p>
          <a:p>
            <a:pPr lvl="1"/>
            <a:r>
              <a:rPr lang="ja-JP" altLang="en-US"/>
              <a:t>由</a:t>
            </a:r>
            <a:r>
              <a:rPr lang="en-US" altLang="ja-JP" dirty="0"/>
              <a:t>Linux</a:t>
            </a:r>
            <a:r>
              <a:rPr lang="ja-JP" altLang="en-US"/>
              <a:t>内核提供资源隔离机制</a:t>
            </a:r>
            <a:endParaRPr lang="en-US" altLang="ja-JP" dirty="0"/>
          </a:p>
          <a:p>
            <a:r>
              <a:rPr lang="ja-JP" altLang="en-US"/>
              <a:t>安全隔离</a:t>
            </a:r>
            <a:endParaRPr lang="en-US" altLang="ja-JP" dirty="0"/>
          </a:p>
          <a:p>
            <a:pPr lvl="1"/>
            <a:r>
              <a:rPr lang="zh-CN" altLang="en-US" dirty="0"/>
              <a:t>基于</a:t>
            </a:r>
            <a:r>
              <a:rPr lang="en-US" altLang="zh-CN" i="1" dirty="0">
                <a:highlight>
                  <a:srgbClr val="FFFF00"/>
                </a:highlight>
              </a:rPr>
              <a:t>namespace</a:t>
            </a:r>
            <a:r>
              <a:rPr lang="zh-CN" altLang="en-US" dirty="0"/>
              <a:t>机制</a:t>
            </a:r>
            <a:endParaRPr lang="en-US" altLang="ja-JP" dirty="0"/>
          </a:p>
          <a:p>
            <a:r>
              <a:rPr lang="ja-JP" altLang="en-US"/>
              <a:t>性能隔离</a:t>
            </a:r>
            <a:endParaRPr lang="en-US" altLang="ja-JP" dirty="0"/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CN" dirty="0"/>
              <a:t>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A54E-7E5C-9C4E-B30B-D630C3F3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07C37-46D3-734B-8C18-BEE399F54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E6DCEF93-C26F-3545-AF48-4DFE1C1A4FE2}"/>
              </a:ext>
            </a:extLst>
          </p:cNvPr>
          <p:cNvSpPr>
            <a:spLocks noChangeAspect="1"/>
          </p:cNvSpPr>
          <p:nvPr/>
        </p:nvSpPr>
        <p:spPr>
          <a:xfrm>
            <a:off x="7915269" y="2433343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FEBEE921-B66F-EB47-8E95-EE8FE3E4A284}"/>
              </a:ext>
            </a:extLst>
          </p:cNvPr>
          <p:cNvSpPr>
            <a:spLocks noChangeAspect="1"/>
          </p:cNvSpPr>
          <p:nvPr/>
        </p:nvSpPr>
        <p:spPr>
          <a:xfrm>
            <a:off x="6912325" y="2434162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1F70F1EE-D8D8-6345-97C9-9FE62E603B6D}"/>
              </a:ext>
            </a:extLst>
          </p:cNvPr>
          <p:cNvSpPr>
            <a:spLocks noChangeAspect="1"/>
          </p:cNvSpPr>
          <p:nvPr/>
        </p:nvSpPr>
        <p:spPr>
          <a:xfrm>
            <a:off x="5885811" y="2434163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C2B8342F-9177-5547-9357-A0DD8734C92D}"/>
              </a:ext>
            </a:extLst>
          </p:cNvPr>
          <p:cNvCxnSpPr>
            <a:cxnSpLocks/>
          </p:cNvCxnSpPr>
          <p:nvPr/>
        </p:nvCxnSpPr>
        <p:spPr>
          <a:xfrm>
            <a:off x="4651691" y="4352861"/>
            <a:ext cx="4464496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7">
            <a:extLst>
              <a:ext uri="{FF2B5EF4-FFF2-40B4-BE49-F238E27FC236}">
                <a16:creationId xmlns:a16="http://schemas.microsoft.com/office/drawing/2014/main" id="{235A5F62-85CD-C842-8990-3137A1342D00}"/>
              </a:ext>
            </a:extLst>
          </p:cNvPr>
          <p:cNvSpPr>
            <a:spLocks noChangeAspect="1"/>
          </p:cNvSpPr>
          <p:nvPr/>
        </p:nvSpPr>
        <p:spPr>
          <a:xfrm>
            <a:off x="4890132" y="2434164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文本框 5">
            <a:extLst>
              <a:ext uri="{FF2B5EF4-FFF2-40B4-BE49-F238E27FC236}">
                <a16:creationId xmlns:a16="http://schemas.microsoft.com/office/drawing/2014/main" id="{CD311251-8022-124E-B586-0292E86048CE}"/>
              </a:ext>
            </a:extLst>
          </p:cNvPr>
          <p:cNvSpPr txBox="1"/>
          <p:nvPr/>
        </p:nvSpPr>
        <p:spPr>
          <a:xfrm>
            <a:off x="4981911" y="205421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1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18" name="文本框 18">
            <a:extLst>
              <a:ext uri="{FF2B5EF4-FFF2-40B4-BE49-F238E27FC236}">
                <a16:creationId xmlns:a16="http://schemas.microsoft.com/office/drawing/2014/main" id="{8E107702-FEB3-6E4B-8BE9-696BC4A0EC3D}"/>
              </a:ext>
            </a:extLst>
          </p:cNvPr>
          <p:cNvSpPr txBox="1"/>
          <p:nvPr/>
        </p:nvSpPr>
        <p:spPr>
          <a:xfrm>
            <a:off x="5977590" y="205582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2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19" name="文本框 19">
            <a:extLst>
              <a:ext uri="{FF2B5EF4-FFF2-40B4-BE49-F238E27FC236}">
                <a16:creationId xmlns:a16="http://schemas.microsoft.com/office/drawing/2014/main" id="{FDE9DC64-BCAF-4B45-AB95-CD6B995E0710}"/>
              </a:ext>
            </a:extLst>
          </p:cNvPr>
          <p:cNvSpPr txBox="1"/>
          <p:nvPr/>
        </p:nvSpPr>
        <p:spPr>
          <a:xfrm>
            <a:off x="7014993" y="20538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3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20" name="文本框 20">
            <a:extLst>
              <a:ext uri="{FF2B5EF4-FFF2-40B4-BE49-F238E27FC236}">
                <a16:creationId xmlns:a16="http://schemas.microsoft.com/office/drawing/2014/main" id="{5B53DDE0-183F-034B-9901-B6EFE81DBEA2}"/>
              </a:ext>
            </a:extLst>
          </p:cNvPr>
          <p:cNvSpPr txBox="1"/>
          <p:nvPr/>
        </p:nvSpPr>
        <p:spPr>
          <a:xfrm>
            <a:off x="8007048" y="205377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4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21" name="圆角矩形 7">
            <a:extLst>
              <a:ext uri="{FF2B5EF4-FFF2-40B4-BE49-F238E27FC236}">
                <a16:creationId xmlns:a16="http://schemas.microsoft.com/office/drawing/2014/main" id="{3C59E883-92DE-FB41-9015-CF969E5ADF76}"/>
              </a:ext>
            </a:extLst>
          </p:cNvPr>
          <p:cNvSpPr/>
          <p:nvPr/>
        </p:nvSpPr>
        <p:spPr>
          <a:xfrm>
            <a:off x="4936497" y="2482239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Nginx</a:t>
            </a:r>
            <a:endParaRPr lang="zh-CN" altLang="en-US" sz="1600" dirty="0"/>
          </a:p>
        </p:txBody>
      </p:sp>
      <p:sp>
        <p:nvSpPr>
          <p:cNvPr id="22" name="圆角矩形 23">
            <a:extLst>
              <a:ext uri="{FF2B5EF4-FFF2-40B4-BE49-F238E27FC236}">
                <a16:creationId xmlns:a16="http://schemas.microsoft.com/office/drawing/2014/main" id="{1086ECFE-F064-6D42-932A-5BFB8D4AA48C}"/>
              </a:ext>
            </a:extLst>
          </p:cNvPr>
          <p:cNvSpPr/>
          <p:nvPr/>
        </p:nvSpPr>
        <p:spPr>
          <a:xfrm>
            <a:off x="4936857" y="3346331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3" name="圆角矩形 24">
            <a:extLst>
              <a:ext uri="{FF2B5EF4-FFF2-40B4-BE49-F238E27FC236}">
                <a16:creationId xmlns:a16="http://schemas.microsoft.com/office/drawing/2014/main" id="{9ACC5D52-CC87-0148-BB4B-342741EF94BD}"/>
              </a:ext>
            </a:extLst>
          </p:cNvPr>
          <p:cNvSpPr/>
          <p:nvPr/>
        </p:nvSpPr>
        <p:spPr>
          <a:xfrm>
            <a:off x="5931374" y="3346330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4" name="圆角矩形 25">
            <a:extLst>
              <a:ext uri="{FF2B5EF4-FFF2-40B4-BE49-F238E27FC236}">
                <a16:creationId xmlns:a16="http://schemas.microsoft.com/office/drawing/2014/main" id="{2E9A3CC5-16E7-C04E-947D-EE74659E2ABF}"/>
              </a:ext>
            </a:extLst>
          </p:cNvPr>
          <p:cNvSpPr/>
          <p:nvPr/>
        </p:nvSpPr>
        <p:spPr>
          <a:xfrm>
            <a:off x="6957889" y="3346024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5" name="圆角矩形 26">
            <a:extLst>
              <a:ext uri="{FF2B5EF4-FFF2-40B4-BE49-F238E27FC236}">
                <a16:creationId xmlns:a16="http://schemas.microsoft.com/office/drawing/2014/main" id="{4EF270CF-1837-C74C-B910-71EA45F3839D}"/>
              </a:ext>
            </a:extLst>
          </p:cNvPr>
          <p:cNvSpPr/>
          <p:nvPr/>
        </p:nvSpPr>
        <p:spPr>
          <a:xfrm>
            <a:off x="7960833" y="3350840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6" name="圆角矩形 27">
            <a:extLst>
              <a:ext uri="{FF2B5EF4-FFF2-40B4-BE49-F238E27FC236}">
                <a16:creationId xmlns:a16="http://schemas.microsoft.com/office/drawing/2014/main" id="{9BDE9A25-FD02-A94C-A58F-7562748E72C2}"/>
              </a:ext>
            </a:extLst>
          </p:cNvPr>
          <p:cNvSpPr/>
          <p:nvPr/>
        </p:nvSpPr>
        <p:spPr>
          <a:xfrm>
            <a:off x="5931374" y="2481717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SQL</a:t>
            </a:r>
          </a:p>
          <a:p>
            <a:pPr algn="ctr"/>
            <a:r>
              <a:rPr lang="en-US" altLang="zh-CN" sz="1600" dirty="0">
                <a:solidFill>
                  <a:srgbClr val="BE384B"/>
                </a:solidFill>
              </a:rPr>
              <a:t>Server</a:t>
            </a:r>
            <a:endParaRPr lang="zh-CN" altLang="en-US" sz="1600" dirty="0"/>
          </a:p>
        </p:txBody>
      </p:sp>
      <p:sp>
        <p:nvSpPr>
          <p:cNvPr id="27" name="圆角矩形 28">
            <a:extLst>
              <a:ext uri="{FF2B5EF4-FFF2-40B4-BE49-F238E27FC236}">
                <a16:creationId xmlns:a16="http://schemas.microsoft.com/office/drawing/2014/main" id="{1F82417C-C53E-0447-AB00-21A2F8BB28B6}"/>
              </a:ext>
            </a:extLst>
          </p:cNvPr>
          <p:cNvSpPr/>
          <p:nvPr/>
        </p:nvSpPr>
        <p:spPr>
          <a:xfrm>
            <a:off x="6957889" y="2481717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ERP</a:t>
            </a:r>
            <a:endParaRPr lang="zh-CN" altLang="en-US" sz="1600" dirty="0"/>
          </a:p>
        </p:txBody>
      </p:sp>
      <p:sp>
        <p:nvSpPr>
          <p:cNvPr id="28" name="圆角矩形 29">
            <a:extLst>
              <a:ext uri="{FF2B5EF4-FFF2-40B4-BE49-F238E27FC236}">
                <a16:creationId xmlns:a16="http://schemas.microsoft.com/office/drawing/2014/main" id="{05CB8F0C-6189-DF4B-A1B2-AB3C0922FDB5}"/>
              </a:ext>
            </a:extLst>
          </p:cNvPr>
          <p:cNvSpPr/>
          <p:nvPr/>
        </p:nvSpPr>
        <p:spPr>
          <a:xfrm>
            <a:off x="7966005" y="2481794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Other</a:t>
            </a:r>
          </a:p>
          <a:p>
            <a:pPr algn="ctr"/>
            <a:r>
              <a:rPr lang="en-US" altLang="zh-CN" sz="1600" dirty="0">
                <a:solidFill>
                  <a:srgbClr val="BE384B"/>
                </a:solidFill>
              </a:rPr>
              <a:t>APPs</a:t>
            </a:r>
            <a:endParaRPr lang="zh-CN" altLang="en-US" sz="1600" dirty="0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85E3DE67-C24D-7146-A9FC-B5E358CF4AA3}"/>
              </a:ext>
            </a:extLst>
          </p:cNvPr>
          <p:cNvSpPr/>
          <p:nvPr/>
        </p:nvSpPr>
        <p:spPr>
          <a:xfrm>
            <a:off x="4860032" y="4441676"/>
            <a:ext cx="4039743" cy="512789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物理硬件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/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虚拟机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9ED86506-CB5F-4041-82D8-450F5D45A3FA}"/>
              </a:ext>
            </a:extLst>
          </p:cNvPr>
          <p:cNvSpPr/>
          <p:nvPr/>
        </p:nvSpPr>
        <p:spPr>
          <a:xfrm>
            <a:off x="4860099" y="3841921"/>
            <a:ext cx="4039743" cy="428625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cs typeface="Arial Narrow"/>
              </a:rPr>
              <a:t>主机操作系统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48431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6B60-A469-1441-B125-2791BCEE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Namespace</a:t>
            </a:r>
            <a:r>
              <a:rPr lang="zh-CN" altLang="en-US" dirty="0"/>
              <a:t> </a:t>
            </a:r>
            <a:r>
              <a:rPr lang="en-US" altLang="zh-CN" dirty="0"/>
              <a:t>(NS)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0819-2E2F-914B-AAC1-05C2FDEC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每种</a:t>
            </a:r>
            <a:r>
              <a:rPr lang="en-US" altLang="zh-CN" dirty="0"/>
              <a:t>NS</a:t>
            </a:r>
            <a:r>
              <a:rPr lang="ja-JP" altLang="en-US" dirty="0"/>
              <a:t>封装一类全局资源</a:t>
            </a:r>
            <a:endParaRPr lang="en-US" altLang="ja-JP" dirty="0"/>
          </a:p>
          <a:p>
            <a:pPr lvl="1"/>
            <a:r>
              <a:rPr lang="ja-JP" altLang="en-US" dirty="0"/>
              <a:t>进程只能访问封装后的局部资源</a:t>
            </a:r>
            <a:endParaRPr lang="en-US" altLang="ja-JP" dirty="0"/>
          </a:p>
          <a:p>
            <a:pPr lvl="1"/>
            <a:r>
              <a:rPr lang="ja-JP" altLang="en-US" dirty="0"/>
              <a:t>目前一共有七种</a:t>
            </a:r>
            <a:r>
              <a:rPr lang="en-US" altLang="zh-CN" dirty="0"/>
              <a:t>NS</a:t>
            </a:r>
          </a:p>
          <a:p>
            <a:r>
              <a:rPr lang="ja-JP" altLang="en-US" dirty="0"/>
              <a:t>进程通过系统调用控制</a:t>
            </a:r>
            <a:r>
              <a:rPr lang="en-US" altLang="ja-JP" dirty="0"/>
              <a:t>NS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07F1D-DB55-6C46-9BA9-9198EA61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243B-F6A9-5D4D-80FC-A8E705AA4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ounded Rectangle 22">
            <a:extLst>
              <a:ext uri="{FF2B5EF4-FFF2-40B4-BE49-F238E27FC236}">
                <a16:creationId xmlns:a16="http://schemas.microsoft.com/office/drawing/2014/main" id="{5B7E51C2-4E2D-5C4F-ACEF-692ADA772270}"/>
              </a:ext>
            </a:extLst>
          </p:cNvPr>
          <p:cNvSpPr/>
          <p:nvPr/>
        </p:nvSpPr>
        <p:spPr>
          <a:xfrm>
            <a:off x="5980978" y="3924946"/>
            <a:ext cx="1142483" cy="360040"/>
          </a:xfrm>
          <a:prstGeom prst="round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bg1"/>
                </a:solidFill>
              </a:rPr>
              <a:t>资源种类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7" name="Rounded Rectangle 22">
            <a:extLst>
              <a:ext uri="{FF2B5EF4-FFF2-40B4-BE49-F238E27FC236}">
                <a16:creationId xmlns:a16="http://schemas.microsoft.com/office/drawing/2014/main" id="{396C5B7C-61D5-5241-8587-867C501D45BC}"/>
              </a:ext>
            </a:extLst>
          </p:cNvPr>
          <p:cNvSpPr/>
          <p:nvPr/>
        </p:nvSpPr>
        <p:spPr>
          <a:xfrm>
            <a:off x="5796136" y="3023024"/>
            <a:ext cx="1512168" cy="576064"/>
          </a:xfrm>
          <a:prstGeom prst="round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Linux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Namespace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2970E423-485C-6D4E-BA79-8254C8396A2E}"/>
              </a:ext>
            </a:extLst>
          </p:cNvPr>
          <p:cNvSpPr/>
          <p:nvPr/>
        </p:nvSpPr>
        <p:spPr>
          <a:xfrm>
            <a:off x="5844716" y="4698346"/>
            <a:ext cx="864096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NET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899AA950-DD30-8C43-AB5A-F8856A240DE2}"/>
              </a:ext>
            </a:extLst>
          </p:cNvPr>
          <p:cNvSpPr/>
          <p:nvPr/>
        </p:nvSpPr>
        <p:spPr>
          <a:xfrm>
            <a:off x="3955489" y="4694752"/>
            <a:ext cx="864096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IPC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0" name="Rounded Rectangle 22">
            <a:extLst>
              <a:ext uri="{FF2B5EF4-FFF2-40B4-BE49-F238E27FC236}">
                <a16:creationId xmlns:a16="http://schemas.microsoft.com/office/drawing/2014/main" id="{89516804-83BE-AD43-BCF2-C3F5FDA4AE3D}"/>
              </a:ext>
            </a:extLst>
          </p:cNvPr>
          <p:cNvSpPr/>
          <p:nvPr/>
        </p:nvSpPr>
        <p:spPr>
          <a:xfrm>
            <a:off x="4903053" y="4691777"/>
            <a:ext cx="864096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PID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363667B8-0633-1649-8B56-A5E770122CE5}"/>
              </a:ext>
            </a:extLst>
          </p:cNvPr>
          <p:cNvSpPr/>
          <p:nvPr/>
        </p:nvSpPr>
        <p:spPr>
          <a:xfrm>
            <a:off x="1977501" y="4698346"/>
            <a:ext cx="91095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MNT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2" name="Rounded Rectangle 22">
            <a:extLst>
              <a:ext uri="{FF2B5EF4-FFF2-40B4-BE49-F238E27FC236}">
                <a16:creationId xmlns:a16="http://schemas.microsoft.com/office/drawing/2014/main" id="{83AF65C7-3854-2249-BBCE-B53CB1005528}"/>
              </a:ext>
            </a:extLst>
          </p:cNvPr>
          <p:cNvSpPr/>
          <p:nvPr/>
        </p:nvSpPr>
        <p:spPr>
          <a:xfrm>
            <a:off x="7774897" y="4691777"/>
            <a:ext cx="968423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C</a:t>
            </a:r>
            <a:r>
              <a:rPr lang="en-US" altLang="ja-JP" dirty="0" err="1">
                <a:solidFill>
                  <a:schemeClr val="accent1"/>
                </a:solidFill>
              </a:rPr>
              <a:t>group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3" name="Rounded Rectangle 22">
            <a:extLst>
              <a:ext uri="{FF2B5EF4-FFF2-40B4-BE49-F238E27FC236}">
                <a16:creationId xmlns:a16="http://schemas.microsoft.com/office/drawing/2014/main" id="{01F917C0-235A-3447-9652-20C3A94EA29D}"/>
              </a:ext>
            </a:extLst>
          </p:cNvPr>
          <p:cNvSpPr/>
          <p:nvPr/>
        </p:nvSpPr>
        <p:spPr>
          <a:xfrm>
            <a:off x="6786379" y="4691777"/>
            <a:ext cx="91095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User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FF1F3119-FCE5-5B47-92F7-6368AEFF51E8}"/>
              </a:ext>
            </a:extLst>
          </p:cNvPr>
          <p:cNvSpPr/>
          <p:nvPr/>
        </p:nvSpPr>
        <p:spPr>
          <a:xfrm>
            <a:off x="2964720" y="4698121"/>
            <a:ext cx="91095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UTS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9DF76B-C402-4D41-8C18-A3081256BFC7}"/>
              </a:ext>
            </a:extLst>
          </p:cNvPr>
          <p:cNvCxnSpPr>
            <a:cxnSpLocks/>
            <a:stCxn id="11" idx="0"/>
            <a:endCxn id="6" idx="2"/>
          </p:cNvCxnSpPr>
          <p:nvPr/>
        </p:nvCxnSpPr>
        <p:spPr>
          <a:xfrm flipV="1">
            <a:off x="2432977" y="4284986"/>
            <a:ext cx="4119243" cy="4133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401C4-1B7F-0343-A1A7-022A82EA6BC5}"/>
              </a:ext>
            </a:extLst>
          </p:cNvPr>
          <p:cNvCxnSpPr>
            <a:cxnSpLocks/>
            <a:stCxn id="14" idx="0"/>
            <a:endCxn id="6" idx="2"/>
          </p:cNvCxnSpPr>
          <p:nvPr/>
        </p:nvCxnSpPr>
        <p:spPr>
          <a:xfrm flipV="1">
            <a:off x="3420196" y="4284986"/>
            <a:ext cx="3132024" cy="41313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A14261-A73B-7640-962D-833ABE2AC2E0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V="1">
            <a:off x="4387537" y="4284986"/>
            <a:ext cx="2164683" cy="4097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0308C-7C1F-FC40-ADEC-D2AF6202EEE7}"/>
              </a:ext>
            </a:extLst>
          </p:cNvPr>
          <p:cNvCxnSpPr>
            <a:cxnSpLocks/>
            <a:stCxn id="10" idx="0"/>
            <a:endCxn id="6" idx="2"/>
          </p:cNvCxnSpPr>
          <p:nvPr/>
        </p:nvCxnSpPr>
        <p:spPr>
          <a:xfrm flipV="1">
            <a:off x="5335101" y="4284986"/>
            <a:ext cx="1217119" cy="4067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2FAF63-A494-F640-9229-61F4C6FA0863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6276764" y="4284986"/>
            <a:ext cx="275456" cy="4133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94E928-EDF2-234D-BC3F-15321D9BF554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H="1" flipV="1">
            <a:off x="6552220" y="4284986"/>
            <a:ext cx="689635" cy="4067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D640EE3-8306-5446-888B-0F5B2EFFAD3F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H="1" flipV="1">
            <a:off x="6552220" y="4284986"/>
            <a:ext cx="1706889" cy="4067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A2E2C105-F5F8-CE4B-B642-C8E972361208}"/>
              </a:ext>
            </a:extLst>
          </p:cNvPr>
          <p:cNvSpPr/>
          <p:nvPr/>
        </p:nvSpPr>
        <p:spPr>
          <a:xfrm>
            <a:off x="5980978" y="2369579"/>
            <a:ext cx="1142483" cy="360040"/>
          </a:xfrm>
          <a:prstGeom prst="round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bg1"/>
                </a:solidFill>
              </a:rPr>
              <a:t>系统调用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39" name="Rounded Rectangle 22">
            <a:extLst>
              <a:ext uri="{FF2B5EF4-FFF2-40B4-BE49-F238E27FC236}">
                <a16:creationId xmlns:a16="http://schemas.microsoft.com/office/drawing/2014/main" id="{A9FB7A08-9BEA-EC4D-8F48-B752C5B0CCB8}"/>
              </a:ext>
            </a:extLst>
          </p:cNvPr>
          <p:cNvSpPr/>
          <p:nvPr/>
        </p:nvSpPr>
        <p:spPr>
          <a:xfrm>
            <a:off x="6315799" y="1640038"/>
            <a:ext cx="808709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clone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40" name="Rounded Rectangle 22">
            <a:extLst>
              <a:ext uri="{FF2B5EF4-FFF2-40B4-BE49-F238E27FC236}">
                <a16:creationId xmlns:a16="http://schemas.microsoft.com/office/drawing/2014/main" id="{C0CEF6AF-6AB8-804C-8BCF-A3919CDAB16E}"/>
              </a:ext>
            </a:extLst>
          </p:cNvPr>
          <p:cNvSpPr/>
          <p:nvPr/>
        </p:nvSpPr>
        <p:spPr>
          <a:xfrm>
            <a:off x="7189293" y="1640038"/>
            <a:ext cx="110628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unshare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41" name="Rounded Rectangle 22">
            <a:extLst>
              <a:ext uri="{FF2B5EF4-FFF2-40B4-BE49-F238E27FC236}">
                <a16:creationId xmlns:a16="http://schemas.microsoft.com/office/drawing/2014/main" id="{DE7A802B-44AD-7046-9793-31E998FB5CA8}"/>
              </a:ext>
            </a:extLst>
          </p:cNvPr>
          <p:cNvSpPr/>
          <p:nvPr/>
        </p:nvSpPr>
        <p:spPr>
          <a:xfrm>
            <a:off x="5403686" y="1640038"/>
            <a:ext cx="847328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setns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42" name="Rounded Rectangle 22">
            <a:extLst>
              <a:ext uri="{FF2B5EF4-FFF2-40B4-BE49-F238E27FC236}">
                <a16:creationId xmlns:a16="http://schemas.microsoft.com/office/drawing/2014/main" id="{13FF0D20-73EA-AE4B-9C89-76DBD87DCE96}"/>
              </a:ext>
            </a:extLst>
          </p:cNvPr>
          <p:cNvSpPr/>
          <p:nvPr/>
        </p:nvSpPr>
        <p:spPr>
          <a:xfrm>
            <a:off x="8358645" y="1632817"/>
            <a:ext cx="656309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ioctl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C0B8B4-6196-714C-8599-3B9097BF03EF}"/>
              </a:ext>
            </a:extLst>
          </p:cNvPr>
          <p:cNvCxnSpPr>
            <a:cxnSpLocks/>
            <a:stCxn id="36" idx="0"/>
            <a:endCxn id="41" idx="2"/>
          </p:cNvCxnSpPr>
          <p:nvPr/>
        </p:nvCxnSpPr>
        <p:spPr>
          <a:xfrm flipH="1" flipV="1">
            <a:off x="5827350" y="2000078"/>
            <a:ext cx="724870" cy="369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0DAE4C-9BC5-CA4C-A13B-BC89CD2843B3}"/>
              </a:ext>
            </a:extLst>
          </p:cNvPr>
          <p:cNvCxnSpPr>
            <a:cxnSpLocks/>
            <a:stCxn id="36" idx="0"/>
            <a:endCxn id="39" idx="2"/>
          </p:cNvCxnSpPr>
          <p:nvPr/>
        </p:nvCxnSpPr>
        <p:spPr>
          <a:xfrm flipV="1">
            <a:off x="6552220" y="2000078"/>
            <a:ext cx="167934" cy="369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EAA007C-76A0-C245-8754-D69D2A505043}"/>
              </a:ext>
            </a:extLst>
          </p:cNvPr>
          <p:cNvCxnSpPr>
            <a:cxnSpLocks/>
            <a:stCxn id="36" idx="0"/>
            <a:endCxn id="40" idx="2"/>
          </p:cNvCxnSpPr>
          <p:nvPr/>
        </p:nvCxnSpPr>
        <p:spPr>
          <a:xfrm flipV="1">
            <a:off x="6552220" y="2000078"/>
            <a:ext cx="1190214" cy="369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1A2C6C9-439A-9042-8823-0B451BEAEA9F}"/>
              </a:ext>
            </a:extLst>
          </p:cNvPr>
          <p:cNvCxnSpPr>
            <a:cxnSpLocks/>
            <a:stCxn id="36" idx="0"/>
            <a:endCxn id="42" idx="2"/>
          </p:cNvCxnSpPr>
          <p:nvPr/>
        </p:nvCxnSpPr>
        <p:spPr>
          <a:xfrm flipV="1">
            <a:off x="6552220" y="1992857"/>
            <a:ext cx="2134580" cy="3767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4AA5CE-D9F4-6C44-9520-50D25D262FFE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>
            <a:off x="6552220" y="2729619"/>
            <a:ext cx="0" cy="29340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B52D41A-59C8-0B46-99E1-C4933C217D9F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6552220" y="3599088"/>
            <a:ext cx="0" cy="32585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83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BBAD-6F49-F443-B3D3-CC9EEF75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ja-JP" dirty="0"/>
              <a:t>M</a:t>
            </a:r>
            <a:r>
              <a:rPr lang="en-US" altLang="zh-CN" dirty="0"/>
              <a:t>ount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FFB12-986B-8E49-A6B5-A3D86194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容器内外可部分共享文件系统</a:t>
            </a:r>
            <a:endParaRPr lang="en-US" altLang="ja-JP" dirty="0"/>
          </a:p>
          <a:p>
            <a:pPr lvl="1"/>
            <a:r>
              <a:rPr lang="ja-JP" altLang="en-US"/>
              <a:t>思考</a:t>
            </a:r>
            <a:r>
              <a:rPr lang="zh-CN" altLang="en-US" dirty="0"/>
              <a:t>：</a:t>
            </a:r>
            <a:r>
              <a:rPr lang="ja-JP" altLang="en-US"/>
              <a:t>如果容器内修改了一个挂载点会发生什么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ja-JP" altLang="en-US"/>
              <a:t>假设主机操作系统上运行了一个容器</a:t>
            </a:r>
            <a:endParaRPr lang="en-US" altLang="ja-JP" dirty="0"/>
          </a:p>
          <a:p>
            <a:pPr lvl="1"/>
            <a:r>
              <a:rPr lang="en-US" altLang="zh-CN" dirty="0"/>
              <a:t>Step-1</a:t>
            </a:r>
            <a:r>
              <a:rPr lang="zh-CN" altLang="en-US" dirty="0"/>
              <a:t>：</a:t>
            </a:r>
            <a:r>
              <a:rPr lang="ja-JP" altLang="en-US"/>
              <a:t>主机</a:t>
            </a:r>
            <a:r>
              <a:rPr lang="en-US" altLang="ja-JP" dirty="0"/>
              <a:t>OS</a:t>
            </a:r>
            <a:r>
              <a:rPr lang="ja-JP" altLang="en-US"/>
              <a:t>准备从</a:t>
            </a:r>
            <a:r>
              <a:rPr lang="en-US" altLang="zh-CN" dirty="0"/>
              <a:t>/</a:t>
            </a:r>
            <a:r>
              <a:rPr lang="en-US" altLang="zh-CN" dirty="0" err="1"/>
              <a:t>mnt</a:t>
            </a:r>
            <a:r>
              <a:rPr lang="ja-JP" altLang="en-US"/>
              <a:t>目录下的</a:t>
            </a:r>
            <a:r>
              <a:rPr lang="en-US" altLang="ja-JP" dirty="0"/>
              <a:t>ext</a:t>
            </a:r>
            <a:r>
              <a:rPr lang="en-US" altLang="zh-CN" dirty="0"/>
              <a:t>4</a:t>
            </a:r>
            <a:r>
              <a:rPr lang="ja-JP" altLang="en-US"/>
              <a:t>文件系统中读取数据</a:t>
            </a:r>
            <a:endParaRPr lang="en-US" altLang="ja-JP" dirty="0"/>
          </a:p>
          <a:p>
            <a:pPr lvl="1"/>
            <a:r>
              <a:rPr lang="en-US" altLang="zh-CN" dirty="0"/>
              <a:t>Step-2</a:t>
            </a:r>
            <a:r>
              <a:rPr lang="zh-CN" altLang="en-US" dirty="0"/>
              <a:t>：</a:t>
            </a:r>
            <a:r>
              <a:rPr lang="ja-JP" altLang="en-US"/>
              <a:t>容器中进程在</a:t>
            </a:r>
            <a:r>
              <a:rPr lang="en-US" altLang="zh-CN" dirty="0"/>
              <a:t>/</a:t>
            </a:r>
            <a:r>
              <a:rPr lang="en-US" altLang="zh-CN" dirty="0" err="1"/>
              <a:t>mnt</a:t>
            </a:r>
            <a:r>
              <a:rPr lang="ja-JP" altLang="en-US"/>
              <a:t>目录下挂载了一个</a:t>
            </a:r>
            <a:r>
              <a:rPr lang="en-US" altLang="ja-JP" dirty="0" err="1"/>
              <a:t>xfs</a:t>
            </a:r>
            <a:r>
              <a:rPr lang="ja-JP" altLang="en-US"/>
              <a:t>文件系统</a:t>
            </a:r>
            <a:endParaRPr lang="en-US" altLang="ja-JP" dirty="0"/>
          </a:p>
          <a:p>
            <a:pPr lvl="1"/>
            <a:r>
              <a:rPr lang="en-US" altLang="ja-JP" dirty="0"/>
              <a:t>Step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ja-JP" altLang="en-US"/>
              <a:t>主机操作系统可能读到错误数据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B7F5A-4C37-A347-833A-CDFDB7E8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A891-783D-244C-961A-6CD3078D7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7152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Mount Namespace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4690864" cy="377163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设计思路</a:t>
            </a:r>
            <a:endParaRPr lang="en-US" altLang="zh-CN" sz="2000" dirty="0"/>
          </a:p>
          <a:p>
            <a:pPr lvl="1"/>
            <a:r>
              <a:rPr lang="zh-CN" altLang="en-US" sz="1800" dirty="0"/>
              <a:t>在内核中分别记录每个</a:t>
            </a:r>
            <a:r>
              <a:rPr lang="en-US" altLang="zh-CN" sz="1800" dirty="0"/>
              <a:t>NS</a:t>
            </a:r>
            <a:r>
              <a:rPr lang="zh-CN" altLang="en-US" sz="1800" dirty="0"/>
              <a:t>中对于挂载点的修改</a:t>
            </a:r>
            <a:endParaRPr lang="en-US" altLang="zh-CN" sz="1800" dirty="0"/>
          </a:p>
          <a:p>
            <a:pPr lvl="1"/>
            <a:r>
              <a:rPr lang="zh-CN" altLang="en-US" sz="1800" dirty="0"/>
              <a:t>访问挂载点时，内核根据当前</a:t>
            </a:r>
            <a:r>
              <a:rPr lang="en-US" altLang="zh-CN" sz="1800" dirty="0"/>
              <a:t>NS</a:t>
            </a:r>
            <a:r>
              <a:rPr lang="zh-CN" altLang="en-US" sz="1800" dirty="0"/>
              <a:t>的记录查找文件</a:t>
            </a:r>
            <a:endParaRPr lang="en-US" altLang="zh-CN" sz="1800" dirty="0"/>
          </a:p>
          <a:p>
            <a:r>
              <a:rPr lang="zh-CN" altLang="en-US" sz="2000" dirty="0"/>
              <a:t>每个</a:t>
            </a:r>
            <a:r>
              <a:rPr lang="en-US" altLang="zh-CN" sz="2000" dirty="0"/>
              <a:t>NS</a:t>
            </a:r>
            <a:r>
              <a:rPr lang="zh-CN" altLang="en-US" sz="2000" dirty="0"/>
              <a:t>有独立的文件系统树</a:t>
            </a:r>
            <a:endParaRPr lang="en-US" altLang="zh-CN" sz="2000" dirty="0"/>
          </a:p>
          <a:p>
            <a:pPr lvl="1"/>
            <a:r>
              <a:rPr lang="zh-CN" altLang="en-US" sz="1800" dirty="0"/>
              <a:t>新</a:t>
            </a:r>
            <a:r>
              <a:rPr lang="en-US" altLang="zh-CN" sz="1800" dirty="0"/>
              <a:t>NS</a:t>
            </a:r>
            <a:r>
              <a:rPr lang="zh-CN" altLang="en-US" sz="1800" dirty="0"/>
              <a:t>会拷贝一份父</a:t>
            </a:r>
            <a:r>
              <a:rPr lang="en-US" altLang="zh-CN" sz="1800" dirty="0"/>
              <a:t>NS</a:t>
            </a:r>
            <a:r>
              <a:rPr lang="zh-CN" altLang="en-US" sz="1800" dirty="0"/>
              <a:t>的文件系统树</a:t>
            </a:r>
            <a:endParaRPr lang="en-US" altLang="ja-JP" sz="1800" dirty="0"/>
          </a:p>
          <a:p>
            <a:pPr lvl="1"/>
            <a:r>
              <a:rPr lang="ja-JP" altLang="en-US" sz="1800"/>
              <a:t>修改挂载点只会反映到自己</a:t>
            </a:r>
            <a:r>
              <a:rPr lang="en-US" altLang="zh-CN" sz="1800" dirty="0"/>
              <a:t>NS</a:t>
            </a:r>
            <a:r>
              <a:rPr lang="ja-JP" altLang="en-US" sz="1800"/>
              <a:t>的文件系统树</a:t>
            </a:r>
            <a:endParaRPr lang="en-US" altLang="ja-JP" sz="1800" dirty="0"/>
          </a:p>
          <a:p>
            <a:pPr lvl="1"/>
            <a:endParaRPr lang="en-US" altLang="ja-JP" sz="1800" dirty="0"/>
          </a:p>
          <a:p>
            <a:pPr lvl="1"/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A41B1D34-3A54-F841-8787-844982D6B726}"/>
              </a:ext>
            </a:extLst>
          </p:cNvPr>
          <p:cNvSpPr/>
          <p:nvPr/>
        </p:nvSpPr>
        <p:spPr>
          <a:xfrm>
            <a:off x="5508104" y="1037386"/>
            <a:ext cx="3384376" cy="201956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                                  </a:t>
            </a:r>
            <a:r>
              <a:rPr lang="en-US" altLang="zh-CN" dirty="0">
                <a:solidFill>
                  <a:schemeClr val="accent1"/>
                </a:solidFill>
              </a:rPr>
              <a:t>Root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NS</a:t>
            </a:r>
          </a:p>
        </p:txBody>
      </p:sp>
      <p:grpSp>
        <p:nvGrpSpPr>
          <p:cNvPr id="7" name="Group 53">
            <a:extLst>
              <a:ext uri="{FF2B5EF4-FFF2-40B4-BE49-F238E27FC236}">
                <a16:creationId xmlns:a16="http://schemas.microsoft.com/office/drawing/2014/main" id="{6D66AD6E-DDC0-0343-ACDE-538480F014EF}"/>
              </a:ext>
            </a:extLst>
          </p:cNvPr>
          <p:cNvGrpSpPr/>
          <p:nvPr/>
        </p:nvGrpSpPr>
        <p:grpSpPr>
          <a:xfrm>
            <a:off x="5760000" y="1155336"/>
            <a:ext cx="2903454" cy="1743600"/>
            <a:chOff x="5361509" y="1473900"/>
            <a:chExt cx="2903454" cy="1743600"/>
          </a:xfrm>
        </p:grpSpPr>
        <p:sp>
          <p:nvSpPr>
            <p:cNvPr id="8" name="Rounded Rectangle 54">
              <a:extLst>
                <a:ext uri="{FF2B5EF4-FFF2-40B4-BE49-F238E27FC236}">
                  <a16:creationId xmlns:a16="http://schemas.microsoft.com/office/drawing/2014/main" id="{107885B7-01D8-C44F-ABEA-0C797212C481}"/>
                </a:ext>
              </a:extLst>
            </p:cNvPr>
            <p:cNvSpPr/>
            <p:nvPr/>
          </p:nvSpPr>
          <p:spPr>
            <a:xfrm>
              <a:off x="6228173" y="14739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/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9" name="Rounded Rectangle 55">
              <a:extLst>
                <a:ext uri="{FF2B5EF4-FFF2-40B4-BE49-F238E27FC236}">
                  <a16:creationId xmlns:a16="http://schemas.microsoft.com/office/drawing/2014/main" id="{992595BF-6A9E-684C-B6EE-AAD070BB75F0}"/>
                </a:ext>
              </a:extLst>
            </p:cNvPr>
            <p:cNvSpPr/>
            <p:nvPr/>
          </p:nvSpPr>
          <p:spPr>
            <a:xfrm>
              <a:off x="5361509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usr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0" name="Rounded Rectangle 56">
              <a:extLst>
                <a:ext uri="{FF2B5EF4-FFF2-40B4-BE49-F238E27FC236}">
                  <a16:creationId xmlns:a16="http://schemas.microsoft.com/office/drawing/2014/main" id="{FCDC85B2-2F39-CA45-8535-7DD5113308B5}"/>
                </a:ext>
              </a:extLst>
            </p:cNvPr>
            <p:cNvSpPr/>
            <p:nvPr/>
          </p:nvSpPr>
          <p:spPr>
            <a:xfrm>
              <a:off x="7086227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mnt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1" name="Rounded Rectangle 57">
              <a:extLst>
                <a:ext uri="{FF2B5EF4-FFF2-40B4-BE49-F238E27FC236}">
                  <a16:creationId xmlns:a16="http://schemas.microsoft.com/office/drawing/2014/main" id="{43E709B7-21DA-1947-B4D5-06345DC1DF5A}"/>
                </a:ext>
              </a:extLst>
            </p:cNvPr>
            <p:cNvSpPr/>
            <p:nvPr/>
          </p:nvSpPr>
          <p:spPr>
            <a:xfrm>
              <a:off x="6223868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bin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2" name="Rounded Rectangle 58">
              <a:extLst>
                <a:ext uri="{FF2B5EF4-FFF2-40B4-BE49-F238E27FC236}">
                  <a16:creationId xmlns:a16="http://schemas.microsoft.com/office/drawing/2014/main" id="{90B45F48-DE66-414A-9D66-4005A4B48D40}"/>
                </a:ext>
              </a:extLst>
            </p:cNvPr>
            <p:cNvSpPr/>
            <p:nvPr/>
          </p:nvSpPr>
          <p:spPr>
            <a:xfrm>
              <a:off x="6657200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foo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3" name="Rounded Rectangle 59">
              <a:extLst>
                <a:ext uri="{FF2B5EF4-FFF2-40B4-BE49-F238E27FC236}">
                  <a16:creationId xmlns:a16="http://schemas.microsoft.com/office/drawing/2014/main" id="{E4109807-4A6E-9D4E-AF14-FD66277C9D7B}"/>
                </a:ext>
              </a:extLst>
            </p:cNvPr>
            <p:cNvSpPr/>
            <p:nvPr/>
          </p:nvSpPr>
          <p:spPr>
            <a:xfrm>
              <a:off x="7616963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bar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cxnSp>
          <p:nvCxnSpPr>
            <p:cNvPr id="14" name="Straight Arrow Connector 60">
              <a:extLst>
                <a:ext uri="{FF2B5EF4-FFF2-40B4-BE49-F238E27FC236}">
                  <a16:creationId xmlns:a16="http://schemas.microsoft.com/office/drawing/2014/main" id="{188A64CF-2F5E-9748-9E91-CB81B92A7659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5685509" y="1833900"/>
              <a:ext cx="86666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61">
              <a:extLst>
                <a:ext uri="{FF2B5EF4-FFF2-40B4-BE49-F238E27FC236}">
                  <a16:creationId xmlns:a16="http://schemas.microsoft.com/office/drawing/2014/main" id="{0C0BF6FE-2591-7F41-A137-1BFA1752E8A3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547868" y="1833900"/>
              <a:ext cx="4305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62">
              <a:extLst>
                <a:ext uri="{FF2B5EF4-FFF2-40B4-BE49-F238E27FC236}">
                  <a16:creationId xmlns:a16="http://schemas.microsoft.com/office/drawing/2014/main" id="{57E01DA3-2824-704E-865D-353151B2EAEB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6552173" y="1833900"/>
              <a:ext cx="85805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63">
              <a:extLst>
                <a:ext uri="{FF2B5EF4-FFF2-40B4-BE49-F238E27FC236}">
                  <a16:creationId xmlns:a16="http://schemas.microsoft.com/office/drawing/2014/main" id="{1A011915-BF3C-DA4B-BE6F-6AE614A54515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flipH="1">
              <a:off x="6981200" y="2569572"/>
              <a:ext cx="429027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64">
              <a:extLst>
                <a:ext uri="{FF2B5EF4-FFF2-40B4-BE49-F238E27FC236}">
                  <a16:creationId xmlns:a16="http://schemas.microsoft.com/office/drawing/2014/main" id="{FD292232-D532-B141-860D-738B4EB32CC3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7410227" y="2569572"/>
              <a:ext cx="530736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28">
            <a:extLst>
              <a:ext uri="{FF2B5EF4-FFF2-40B4-BE49-F238E27FC236}">
                <a16:creationId xmlns:a16="http://schemas.microsoft.com/office/drawing/2014/main" id="{A322EF89-7799-0647-BDAC-62F3B50353CD}"/>
              </a:ext>
            </a:extLst>
          </p:cNvPr>
          <p:cNvGrpSpPr/>
          <p:nvPr/>
        </p:nvGrpSpPr>
        <p:grpSpPr>
          <a:xfrm>
            <a:off x="5760000" y="1155336"/>
            <a:ext cx="2903454" cy="1743600"/>
            <a:chOff x="5361509" y="1473900"/>
            <a:chExt cx="2903454" cy="1743600"/>
          </a:xfrm>
        </p:grpSpPr>
        <p:sp>
          <p:nvSpPr>
            <p:cNvPr id="20" name="Rounded Rectangle 5">
              <a:extLst>
                <a:ext uri="{FF2B5EF4-FFF2-40B4-BE49-F238E27FC236}">
                  <a16:creationId xmlns:a16="http://schemas.microsoft.com/office/drawing/2014/main" id="{480A5217-3ED9-7E45-8EFA-DD85822F20B1}"/>
                </a:ext>
              </a:extLst>
            </p:cNvPr>
            <p:cNvSpPr/>
            <p:nvPr/>
          </p:nvSpPr>
          <p:spPr>
            <a:xfrm>
              <a:off x="6228173" y="14739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/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1" name="Rounded Rectangle 6">
              <a:extLst>
                <a:ext uri="{FF2B5EF4-FFF2-40B4-BE49-F238E27FC236}">
                  <a16:creationId xmlns:a16="http://schemas.microsoft.com/office/drawing/2014/main" id="{200DFAF9-E98A-4A42-85A1-E364799F6E04}"/>
                </a:ext>
              </a:extLst>
            </p:cNvPr>
            <p:cNvSpPr/>
            <p:nvPr/>
          </p:nvSpPr>
          <p:spPr>
            <a:xfrm>
              <a:off x="5361509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usr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2" name="Rounded Rectangle 7">
              <a:extLst>
                <a:ext uri="{FF2B5EF4-FFF2-40B4-BE49-F238E27FC236}">
                  <a16:creationId xmlns:a16="http://schemas.microsoft.com/office/drawing/2014/main" id="{3AFE9738-2FB9-734F-808A-C5276DDFFE2E}"/>
                </a:ext>
              </a:extLst>
            </p:cNvPr>
            <p:cNvSpPr/>
            <p:nvPr/>
          </p:nvSpPr>
          <p:spPr>
            <a:xfrm>
              <a:off x="7086227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mnt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3" name="Rounded Rectangle 8">
              <a:extLst>
                <a:ext uri="{FF2B5EF4-FFF2-40B4-BE49-F238E27FC236}">
                  <a16:creationId xmlns:a16="http://schemas.microsoft.com/office/drawing/2014/main" id="{496C1B22-77BB-2344-97E4-11EE3EAE4303}"/>
                </a:ext>
              </a:extLst>
            </p:cNvPr>
            <p:cNvSpPr/>
            <p:nvPr/>
          </p:nvSpPr>
          <p:spPr>
            <a:xfrm>
              <a:off x="6223868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bin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4" name="Rounded Rectangle 9">
              <a:extLst>
                <a:ext uri="{FF2B5EF4-FFF2-40B4-BE49-F238E27FC236}">
                  <a16:creationId xmlns:a16="http://schemas.microsoft.com/office/drawing/2014/main" id="{EA27E371-FD7B-894D-966D-B6CEBB355613}"/>
                </a:ext>
              </a:extLst>
            </p:cNvPr>
            <p:cNvSpPr/>
            <p:nvPr/>
          </p:nvSpPr>
          <p:spPr>
            <a:xfrm>
              <a:off x="6657200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foo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5" name="Rounded Rectangle 10">
              <a:extLst>
                <a:ext uri="{FF2B5EF4-FFF2-40B4-BE49-F238E27FC236}">
                  <a16:creationId xmlns:a16="http://schemas.microsoft.com/office/drawing/2014/main" id="{A4ED262F-B750-DE45-B83F-26ABF149B946}"/>
                </a:ext>
              </a:extLst>
            </p:cNvPr>
            <p:cNvSpPr/>
            <p:nvPr/>
          </p:nvSpPr>
          <p:spPr>
            <a:xfrm>
              <a:off x="7616963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bar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cxnSp>
          <p:nvCxnSpPr>
            <p:cNvPr id="26" name="Straight Arrow Connector 11">
              <a:extLst>
                <a:ext uri="{FF2B5EF4-FFF2-40B4-BE49-F238E27FC236}">
                  <a16:creationId xmlns:a16="http://schemas.microsoft.com/office/drawing/2014/main" id="{65D070C1-8FC2-FE4D-8055-7AA75D8E3C51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 flipH="1">
              <a:off x="5685509" y="1833900"/>
              <a:ext cx="86666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2">
              <a:extLst>
                <a:ext uri="{FF2B5EF4-FFF2-40B4-BE49-F238E27FC236}">
                  <a16:creationId xmlns:a16="http://schemas.microsoft.com/office/drawing/2014/main" id="{A7893840-6FBB-AE40-AD16-BE1F11B497CB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 flipH="1">
              <a:off x="6547868" y="1833900"/>
              <a:ext cx="4305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13">
              <a:extLst>
                <a:ext uri="{FF2B5EF4-FFF2-40B4-BE49-F238E27FC236}">
                  <a16:creationId xmlns:a16="http://schemas.microsoft.com/office/drawing/2014/main" id="{4169EB68-5570-9B40-9B8E-4368E386A69B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6552173" y="1833900"/>
              <a:ext cx="85805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14">
              <a:extLst>
                <a:ext uri="{FF2B5EF4-FFF2-40B4-BE49-F238E27FC236}">
                  <a16:creationId xmlns:a16="http://schemas.microsoft.com/office/drawing/2014/main" id="{EA7626CF-061E-144A-A640-D69F605D6FF8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 flipH="1">
              <a:off x="6981200" y="2569572"/>
              <a:ext cx="429027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15">
              <a:extLst>
                <a:ext uri="{FF2B5EF4-FFF2-40B4-BE49-F238E27FC236}">
                  <a16:creationId xmlns:a16="http://schemas.microsoft.com/office/drawing/2014/main" id="{67889B2E-C9AE-CF46-9E88-2A7A6471AE4F}"/>
                </a:ext>
              </a:extLst>
            </p:cNvPr>
            <p:cNvCxnSpPr>
              <a:cxnSpLocks/>
              <a:stCxn id="22" idx="2"/>
              <a:endCxn id="25" idx="0"/>
            </p:cNvCxnSpPr>
            <p:nvPr/>
          </p:nvCxnSpPr>
          <p:spPr>
            <a:xfrm>
              <a:off x="7410227" y="2569572"/>
              <a:ext cx="530736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29">
            <a:extLst>
              <a:ext uri="{FF2B5EF4-FFF2-40B4-BE49-F238E27FC236}">
                <a16:creationId xmlns:a16="http://schemas.microsoft.com/office/drawing/2014/main" id="{D5FF6B01-8A60-384A-8941-3118621733E6}"/>
              </a:ext>
            </a:extLst>
          </p:cNvPr>
          <p:cNvGrpSpPr/>
          <p:nvPr/>
        </p:nvGrpSpPr>
        <p:grpSpPr>
          <a:xfrm>
            <a:off x="5760000" y="3344877"/>
            <a:ext cx="2903454" cy="1743600"/>
            <a:chOff x="5361509" y="1473900"/>
            <a:chExt cx="2903454" cy="1743600"/>
          </a:xfrm>
        </p:grpSpPr>
        <p:sp>
          <p:nvSpPr>
            <p:cNvPr id="32" name="Rounded Rectangle 30">
              <a:extLst>
                <a:ext uri="{FF2B5EF4-FFF2-40B4-BE49-F238E27FC236}">
                  <a16:creationId xmlns:a16="http://schemas.microsoft.com/office/drawing/2014/main" id="{3AA82107-8C4C-894A-B034-CCB3A23B5446}"/>
                </a:ext>
              </a:extLst>
            </p:cNvPr>
            <p:cNvSpPr/>
            <p:nvPr/>
          </p:nvSpPr>
          <p:spPr>
            <a:xfrm>
              <a:off x="6228173" y="14739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/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33" name="Rounded Rectangle 31">
              <a:extLst>
                <a:ext uri="{FF2B5EF4-FFF2-40B4-BE49-F238E27FC236}">
                  <a16:creationId xmlns:a16="http://schemas.microsoft.com/office/drawing/2014/main" id="{A13D82AF-3DFF-3F4F-A53F-779E3899EAD7}"/>
                </a:ext>
              </a:extLst>
            </p:cNvPr>
            <p:cNvSpPr/>
            <p:nvPr/>
          </p:nvSpPr>
          <p:spPr>
            <a:xfrm>
              <a:off x="5361509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usr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34" name="Rounded Rectangle 32">
              <a:extLst>
                <a:ext uri="{FF2B5EF4-FFF2-40B4-BE49-F238E27FC236}">
                  <a16:creationId xmlns:a16="http://schemas.microsoft.com/office/drawing/2014/main" id="{F20A6A55-D443-8148-9243-23266D0A4AFD}"/>
                </a:ext>
              </a:extLst>
            </p:cNvPr>
            <p:cNvSpPr/>
            <p:nvPr/>
          </p:nvSpPr>
          <p:spPr>
            <a:xfrm>
              <a:off x="7086227" y="2209572"/>
              <a:ext cx="648000" cy="360000"/>
            </a:xfrm>
            <a:prstGeom prst="round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bg1"/>
                  </a:solidFill>
                </a:rPr>
                <a:t>mnt</a:t>
              </a:r>
              <a:endParaRPr lang="en-CN" dirty="0">
                <a:solidFill>
                  <a:schemeClr val="bg1"/>
                </a:solidFill>
              </a:endParaRPr>
            </a:p>
          </p:txBody>
        </p:sp>
        <p:sp>
          <p:nvSpPr>
            <p:cNvPr id="35" name="Rounded Rectangle 33">
              <a:extLst>
                <a:ext uri="{FF2B5EF4-FFF2-40B4-BE49-F238E27FC236}">
                  <a16:creationId xmlns:a16="http://schemas.microsoft.com/office/drawing/2014/main" id="{139A3208-2EF9-554D-A49C-5633BDC44323}"/>
                </a:ext>
              </a:extLst>
            </p:cNvPr>
            <p:cNvSpPr/>
            <p:nvPr/>
          </p:nvSpPr>
          <p:spPr>
            <a:xfrm>
              <a:off x="6224075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bin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36" name="Rounded Rectangle 34">
              <a:extLst>
                <a:ext uri="{FF2B5EF4-FFF2-40B4-BE49-F238E27FC236}">
                  <a16:creationId xmlns:a16="http://schemas.microsoft.com/office/drawing/2014/main" id="{859980C7-F4D1-EB46-B9C2-26194CC98B14}"/>
                </a:ext>
              </a:extLst>
            </p:cNvPr>
            <p:cNvSpPr/>
            <p:nvPr/>
          </p:nvSpPr>
          <p:spPr>
            <a:xfrm>
              <a:off x="6657200" y="2857500"/>
              <a:ext cx="648000" cy="360000"/>
            </a:xfrm>
            <a:prstGeom prst="round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log</a:t>
              </a:r>
              <a:endParaRPr lang="en-CN" dirty="0">
                <a:solidFill>
                  <a:schemeClr val="bg1"/>
                </a:solidFill>
              </a:endParaRPr>
            </a:p>
          </p:txBody>
        </p:sp>
        <p:sp>
          <p:nvSpPr>
            <p:cNvPr id="37" name="Rounded Rectangle 35">
              <a:extLst>
                <a:ext uri="{FF2B5EF4-FFF2-40B4-BE49-F238E27FC236}">
                  <a16:creationId xmlns:a16="http://schemas.microsoft.com/office/drawing/2014/main" id="{DDF69DFA-9BD9-2C40-961B-D01485D35FD7}"/>
                </a:ext>
              </a:extLst>
            </p:cNvPr>
            <p:cNvSpPr/>
            <p:nvPr/>
          </p:nvSpPr>
          <p:spPr>
            <a:xfrm>
              <a:off x="7616963" y="2857500"/>
              <a:ext cx="648000" cy="360000"/>
            </a:xfrm>
            <a:prstGeom prst="round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var</a:t>
              </a:r>
              <a:endParaRPr lang="en-CN" dirty="0">
                <a:solidFill>
                  <a:schemeClr val="bg1"/>
                </a:solidFill>
              </a:endParaRPr>
            </a:p>
          </p:txBody>
        </p:sp>
        <p:cxnSp>
          <p:nvCxnSpPr>
            <p:cNvPr id="38" name="Straight Arrow Connector 36">
              <a:extLst>
                <a:ext uri="{FF2B5EF4-FFF2-40B4-BE49-F238E27FC236}">
                  <a16:creationId xmlns:a16="http://schemas.microsoft.com/office/drawing/2014/main" id="{F1199F10-FDEB-ED45-844E-7306A3338822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 flipH="1">
              <a:off x="5685509" y="1833900"/>
              <a:ext cx="86666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7">
              <a:extLst>
                <a:ext uri="{FF2B5EF4-FFF2-40B4-BE49-F238E27FC236}">
                  <a16:creationId xmlns:a16="http://schemas.microsoft.com/office/drawing/2014/main" id="{14B7DFBB-5E93-7840-BCBF-B1F1C20E2E8C}"/>
                </a:ext>
              </a:extLst>
            </p:cNvPr>
            <p:cNvCxnSpPr>
              <a:cxnSpLocks/>
              <a:stCxn id="32" idx="2"/>
              <a:endCxn id="35" idx="0"/>
            </p:cNvCxnSpPr>
            <p:nvPr/>
          </p:nvCxnSpPr>
          <p:spPr>
            <a:xfrm flipH="1">
              <a:off x="6548075" y="1833900"/>
              <a:ext cx="4098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8">
              <a:extLst>
                <a:ext uri="{FF2B5EF4-FFF2-40B4-BE49-F238E27FC236}">
                  <a16:creationId xmlns:a16="http://schemas.microsoft.com/office/drawing/2014/main" id="{D6CA9F3F-33D9-1645-A8FD-4E54B7003945}"/>
                </a:ext>
              </a:extLst>
            </p:cNvPr>
            <p:cNvCxnSpPr>
              <a:cxnSpLocks/>
              <a:stCxn id="32" idx="2"/>
              <a:endCxn id="34" idx="0"/>
            </p:cNvCxnSpPr>
            <p:nvPr/>
          </p:nvCxnSpPr>
          <p:spPr>
            <a:xfrm>
              <a:off x="6552173" y="1833900"/>
              <a:ext cx="85805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39">
              <a:extLst>
                <a:ext uri="{FF2B5EF4-FFF2-40B4-BE49-F238E27FC236}">
                  <a16:creationId xmlns:a16="http://schemas.microsoft.com/office/drawing/2014/main" id="{87C395F0-14E1-3E46-9202-C8AD91749CB3}"/>
                </a:ext>
              </a:extLst>
            </p:cNvPr>
            <p:cNvCxnSpPr>
              <a:cxnSpLocks/>
              <a:stCxn id="34" idx="2"/>
              <a:endCxn id="36" idx="0"/>
            </p:cNvCxnSpPr>
            <p:nvPr/>
          </p:nvCxnSpPr>
          <p:spPr>
            <a:xfrm flipH="1">
              <a:off x="6981200" y="2569572"/>
              <a:ext cx="429027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0">
              <a:extLst>
                <a:ext uri="{FF2B5EF4-FFF2-40B4-BE49-F238E27FC236}">
                  <a16:creationId xmlns:a16="http://schemas.microsoft.com/office/drawing/2014/main" id="{7CF868CA-9E59-2542-91B0-C33B85607EB7}"/>
                </a:ext>
              </a:extLst>
            </p:cNvPr>
            <p:cNvCxnSpPr>
              <a:cxnSpLocks/>
              <a:stCxn id="34" idx="2"/>
              <a:endCxn id="37" idx="0"/>
            </p:cNvCxnSpPr>
            <p:nvPr/>
          </p:nvCxnSpPr>
          <p:spPr>
            <a:xfrm>
              <a:off x="7410227" y="2569572"/>
              <a:ext cx="530736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67">
            <a:extLst>
              <a:ext uri="{FF2B5EF4-FFF2-40B4-BE49-F238E27FC236}">
                <a16:creationId xmlns:a16="http://schemas.microsoft.com/office/drawing/2014/main" id="{D396B5CE-C3BE-E24F-A1AF-AD1427814AC3}"/>
              </a:ext>
            </a:extLst>
          </p:cNvPr>
          <p:cNvSpPr/>
          <p:nvPr/>
        </p:nvSpPr>
        <p:spPr>
          <a:xfrm>
            <a:off x="5508104" y="3217540"/>
            <a:ext cx="3384376" cy="194421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                                          NS 1</a:t>
            </a:r>
          </a:p>
        </p:txBody>
      </p:sp>
      <p:sp>
        <p:nvSpPr>
          <p:cNvPr id="44" name="Down Arrow 69">
            <a:extLst>
              <a:ext uri="{FF2B5EF4-FFF2-40B4-BE49-F238E27FC236}">
                <a16:creationId xmlns:a16="http://schemas.microsoft.com/office/drawing/2014/main" id="{95839218-B8AC-B74D-88B1-577E93B937DA}"/>
              </a:ext>
            </a:extLst>
          </p:cNvPr>
          <p:cNvSpPr/>
          <p:nvPr/>
        </p:nvSpPr>
        <p:spPr>
          <a:xfrm>
            <a:off x="5726932" y="2475701"/>
            <a:ext cx="655843" cy="1276632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ja-JP" altLang="en-US" sz="1400"/>
              <a:t>创建子进程</a:t>
            </a:r>
            <a:endParaRPr lang="en-CN" sz="1400" dirty="0"/>
          </a:p>
        </p:txBody>
      </p:sp>
      <p:sp>
        <p:nvSpPr>
          <p:cNvPr id="45" name="TextBox 71">
            <a:extLst>
              <a:ext uri="{FF2B5EF4-FFF2-40B4-BE49-F238E27FC236}">
                <a16:creationId xmlns:a16="http://schemas.microsoft.com/office/drawing/2014/main" id="{F330870A-0720-2A48-B2FF-181F05D1C4F8}"/>
              </a:ext>
            </a:extLst>
          </p:cNvPr>
          <p:cNvSpPr txBox="1"/>
          <p:nvPr/>
        </p:nvSpPr>
        <p:spPr>
          <a:xfrm>
            <a:off x="8130733" y="188634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EXT4</a:t>
            </a:r>
            <a:endParaRPr lang="en-CN" dirty="0">
              <a:highlight>
                <a:srgbClr val="FFFF00"/>
              </a:highlight>
            </a:endParaRPr>
          </a:p>
        </p:txBody>
      </p:sp>
      <p:sp>
        <p:nvSpPr>
          <p:cNvPr id="46" name="TextBox 72">
            <a:extLst>
              <a:ext uri="{FF2B5EF4-FFF2-40B4-BE49-F238E27FC236}">
                <a16:creationId xmlns:a16="http://schemas.microsoft.com/office/drawing/2014/main" id="{6B44D850-2EA0-614C-8895-B713C9FE5A55}"/>
              </a:ext>
            </a:extLst>
          </p:cNvPr>
          <p:cNvSpPr txBox="1"/>
          <p:nvPr/>
        </p:nvSpPr>
        <p:spPr>
          <a:xfrm>
            <a:off x="8134974" y="407121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XFS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935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166 L 0.00035 0.3847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ja-JP" dirty="0"/>
              <a:t>IPC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不同</a:t>
            </a:r>
            <a:r>
              <a:rPr lang="ja-JP" altLang="en-CN"/>
              <a:t>容器内</a:t>
            </a:r>
            <a:r>
              <a:rPr lang="ja-JP" altLang="en-US"/>
              <a:t>的进程</a:t>
            </a:r>
            <a:r>
              <a:rPr lang="zh-CN" altLang="en-US" dirty="0"/>
              <a:t>若</a:t>
            </a:r>
            <a:r>
              <a:rPr lang="ja-JP" altLang="en-US"/>
              <a:t>共享</a:t>
            </a:r>
            <a:r>
              <a:rPr lang="en-US" altLang="ja-JP" dirty="0"/>
              <a:t>IPC</a:t>
            </a:r>
            <a:r>
              <a:rPr lang="ja-JP" altLang="en-US"/>
              <a:t>对象会发生什么</a:t>
            </a:r>
            <a:r>
              <a:rPr lang="zh-CN" altLang="en-US" dirty="0"/>
              <a:t>？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假设有两个容器</a:t>
            </a:r>
            <a:r>
              <a:rPr lang="en-US" altLang="ja-JP" dirty="0"/>
              <a:t>A</a:t>
            </a:r>
            <a:r>
              <a:rPr lang="ja-JP" altLang="en-US"/>
              <a:t>和</a:t>
            </a:r>
            <a:r>
              <a:rPr lang="en-US" altLang="ja-JP" dirty="0"/>
              <a:t>B</a:t>
            </a:r>
          </a:p>
          <a:p>
            <a:pPr lvl="1"/>
            <a:r>
              <a:rPr lang="en-US" altLang="zh-CN" dirty="0"/>
              <a:t>A</a:t>
            </a:r>
            <a:r>
              <a:rPr lang="ja-JP" altLang="en-US"/>
              <a:t>中进程使用名为</a:t>
            </a:r>
            <a:r>
              <a:rPr lang="zh-CN" altLang="en-US" dirty="0"/>
              <a:t>“</a:t>
            </a:r>
            <a:r>
              <a:rPr lang="en-US" altLang="zh-CN" dirty="0" err="1"/>
              <a:t>my_mem</a:t>
            </a:r>
            <a:r>
              <a:rPr lang="zh-CN" altLang="en-US" dirty="0"/>
              <a:t>”</a:t>
            </a:r>
            <a:r>
              <a:rPr lang="ja-JP" altLang="en-US"/>
              <a:t>共享内存进行数据共享</a:t>
            </a:r>
            <a:endParaRPr lang="en-US" altLang="ja-JP" dirty="0"/>
          </a:p>
          <a:p>
            <a:pPr lvl="1"/>
            <a:r>
              <a:rPr lang="en-US" altLang="ja-JP" dirty="0"/>
              <a:t>B</a:t>
            </a:r>
            <a:r>
              <a:rPr lang="ja-JP" altLang="en-US"/>
              <a:t>中进程也使用名为</a:t>
            </a:r>
            <a:r>
              <a:rPr lang="zh-CN" altLang="en-US" dirty="0"/>
              <a:t>“</a:t>
            </a:r>
            <a:r>
              <a:rPr lang="en-US" altLang="zh-CN" dirty="0" err="1"/>
              <a:t>my_mem</a:t>
            </a:r>
            <a:r>
              <a:rPr lang="zh-CN" altLang="en-US" dirty="0"/>
              <a:t>”</a:t>
            </a:r>
            <a:r>
              <a:rPr lang="ja-JP" altLang="en-US"/>
              <a:t>共享内存进行通信</a:t>
            </a:r>
            <a:endParaRPr lang="en-US" altLang="ja-JP" dirty="0"/>
          </a:p>
          <a:p>
            <a:pPr lvl="1"/>
            <a:r>
              <a:rPr lang="en-US" altLang="ja-JP" dirty="0"/>
              <a:t>B</a:t>
            </a:r>
            <a:r>
              <a:rPr lang="ja-JP" altLang="en-US"/>
              <a:t>中进程可能收到</a:t>
            </a:r>
            <a:r>
              <a:rPr lang="en-US" altLang="ja-JP" dirty="0"/>
              <a:t>A</a:t>
            </a:r>
            <a:r>
              <a:rPr lang="ja-JP" altLang="en-US"/>
              <a:t>中进程的数据</a:t>
            </a:r>
            <a:r>
              <a:rPr lang="zh-CN" altLang="en-US" dirty="0"/>
              <a:t>，</a:t>
            </a:r>
            <a:r>
              <a:rPr lang="ja-JP" altLang="en-US"/>
              <a:t>导致出错以及数据泄露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1881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IPC Namespace</a:t>
            </a:r>
            <a:r>
              <a:rPr lang="zh-CN" altLang="en-US" dirty="0"/>
              <a:t>的设计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直接的想法</a:t>
            </a:r>
            <a:endParaRPr lang="en-US" altLang="zh-CN" dirty="0"/>
          </a:p>
          <a:p>
            <a:pPr lvl="1"/>
            <a:r>
              <a:rPr lang="zh-CN" altLang="en-US" dirty="0"/>
              <a:t>在内核中创建</a:t>
            </a:r>
            <a:r>
              <a:rPr lang="en-US" altLang="zh-CN" dirty="0"/>
              <a:t>IPC</a:t>
            </a:r>
            <a:r>
              <a:rPr lang="zh-CN" altLang="en-US" dirty="0"/>
              <a:t>对象时，贴上对应</a:t>
            </a:r>
            <a:r>
              <a:rPr lang="en-US" altLang="zh-CN" dirty="0"/>
              <a:t>NS</a:t>
            </a:r>
            <a:r>
              <a:rPr lang="zh-CN" altLang="en-US" dirty="0"/>
              <a:t>的标签</a:t>
            </a:r>
            <a:endParaRPr lang="en-US" altLang="zh-CN" dirty="0"/>
          </a:p>
          <a:p>
            <a:pPr lvl="1"/>
            <a:r>
              <a:rPr lang="zh-CN" altLang="en-US" dirty="0"/>
              <a:t>进程访问</a:t>
            </a:r>
            <a:r>
              <a:rPr lang="en-US" altLang="zh-CN" dirty="0"/>
              <a:t>IPC</a:t>
            </a:r>
            <a:r>
              <a:rPr lang="zh-CN" altLang="en-US" dirty="0"/>
              <a:t>对象时内核来判断是否允许访问该对象</a:t>
            </a:r>
            <a:endParaRPr lang="en-US" altLang="zh-CN" dirty="0"/>
          </a:p>
          <a:p>
            <a:r>
              <a:rPr lang="zh-CN" altLang="en-US" dirty="0"/>
              <a:t>可能的问题</a:t>
            </a:r>
            <a:endParaRPr lang="en-US" altLang="zh-CN" dirty="0"/>
          </a:p>
          <a:p>
            <a:pPr lvl="1"/>
            <a:r>
              <a:rPr lang="zh-CN" altLang="en-US" dirty="0"/>
              <a:t>可能有</a:t>
            </a:r>
            <a:r>
              <a:rPr lang="en-US" altLang="zh-CN" dirty="0"/>
              <a:t>timing side channel</a:t>
            </a:r>
            <a:r>
              <a:rPr lang="zh-CN" altLang="en-US" dirty="0"/>
              <a:t>隐患</a:t>
            </a:r>
            <a:endParaRPr lang="en-US" altLang="zh-CN" dirty="0"/>
          </a:p>
          <a:p>
            <a:pPr lvl="1"/>
            <a:r>
              <a:rPr lang="zh-CN" altLang="en-US" dirty="0"/>
              <a:t>对于同名的</a:t>
            </a:r>
            <a:r>
              <a:rPr lang="en-US" altLang="zh-CN" dirty="0"/>
              <a:t>IPC</a:t>
            </a:r>
            <a:r>
              <a:rPr lang="zh-CN" altLang="en-US" dirty="0"/>
              <a:t>对象不好处理</a:t>
            </a:r>
            <a:endParaRPr lang="en-US" altLang="zh-CN" dirty="0"/>
          </a:p>
          <a:p>
            <a:r>
              <a:rPr lang="zh-CN" altLang="en-US" dirty="0"/>
              <a:t>更进一步</a:t>
            </a:r>
            <a:endParaRPr lang="en-US" altLang="zh-CN" dirty="0"/>
          </a:p>
          <a:p>
            <a:pPr lvl="1"/>
            <a:r>
              <a:rPr lang="zh-CN" altLang="en-US" dirty="0"/>
              <a:t>将每个</a:t>
            </a:r>
            <a:r>
              <a:rPr lang="en-US" altLang="zh-CN" dirty="0"/>
              <a:t>NS</a:t>
            </a:r>
            <a:r>
              <a:rPr lang="zh-CN" altLang="en-US" dirty="0"/>
              <a:t>创建的</a:t>
            </a:r>
            <a:r>
              <a:rPr lang="en-US" altLang="zh-CN" dirty="0"/>
              <a:t>IPC</a:t>
            </a:r>
            <a:r>
              <a:rPr lang="zh-CN" altLang="en-US" dirty="0"/>
              <a:t>对象放在一起管理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955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FA3-9336-7245-9B81-BFA9D774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IPC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r>
              <a:rPr lang="ja-JP" altLang="en-US"/>
              <a:t>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007D-6F76-0142-8EAC-1D7476A8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使</a:t>
            </a:r>
            <a:r>
              <a:rPr lang="zh-CN" altLang="en-US" dirty="0"/>
              <a:t>每个</a:t>
            </a:r>
            <a:r>
              <a:rPr lang="en-US" altLang="zh-CN" dirty="0"/>
              <a:t>IPC</a:t>
            </a:r>
            <a:r>
              <a:rPr lang="zh-CN" altLang="en-US" dirty="0"/>
              <a:t>对象只能属于一个</a:t>
            </a:r>
            <a:r>
              <a:rPr lang="en-US" altLang="zh-CN" dirty="0"/>
              <a:t>NS</a:t>
            </a:r>
            <a:endParaRPr lang="en-US" altLang="ja-JP" dirty="0"/>
          </a:p>
          <a:p>
            <a:pPr lvl="1"/>
            <a:r>
              <a:rPr lang="ja-JP" altLang="en-US"/>
              <a:t>每个</a:t>
            </a:r>
            <a:r>
              <a:rPr lang="en-US" altLang="ja-JP" dirty="0"/>
              <a:t>NS</a:t>
            </a:r>
            <a:r>
              <a:rPr lang="ja-JP" altLang="en-US"/>
              <a:t>单独记录属于自己的</a:t>
            </a:r>
            <a:r>
              <a:rPr lang="en-US" altLang="ja-JP" dirty="0"/>
              <a:t>IPC</a:t>
            </a:r>
            <a:r>
              <a:rPr lang="ja-JP" altLang="en-US"/>
              <a:t>对象</a:t>
            </a:r>
            <a:endParaRPr lang="en-US" altLang="ja-JP" dirty="0"/>
          </a:p>
          <a:p>
            <a:pPr lvl="1"/>
            <a:r>
              <a:rPr lang="ja-JP" altLang="en-US"/>
              <a:t>进程只能在当前</a:t>
            </a:r>
            <a:r>
              <a:rPr lang="en-US" altLang="ja-JP" dirty="0"/>
              <a:t>NS</a:t>
            </a:r>
            <a:r>
              <a:rPr lang="ja-JP" altLang="en-US"/>
              <a:t>中寻找</a:t>
            </a:r>
            <a:r>
              <a:rPr lang="en-US" altLang="ja-JP" dirty="0"/>
              <a:t>IPC</a:t>
            </a:r>
            <a:r>
              <a:rPr lang="ja-JP" altLang="en-US"/>
              <a:t>对象</a:t>
            </a:r>
            <a:endParaRPr lang="en-US" altLang="ja-JP" dirty="0"/>
          </a:p>
          <a:p>
            <a:pPr lvl="1"/>
            <a:endParaRPr lang="en-US" altLang="zh-CN" dirty="0"/>
          </a:p>
          <a:p>
            <a:r>
              <a:rPr lang="zh-CN" altLang="en-US" dirty="0"/>
              <a:t>图例</a:t>
            </a:r>
            <a:endParaRPr lang="en-US" altLang="zh-CN" dirty="0"/>
          </a:p>
          <a:p>
            <a:pPr lvl="1"/>
            <a:r>
              <a:rPr lang="zh-CN" altLang="en-US" dirty="0"/>
              <a:t>即使不同</a:t>
            </a:r>
            <a:r>
              <a:rPr lang="en-US" altLang="zh-CN" dirty="0"/>
              <a:t>NS</a:t>
            </a:r>
            <a:r>
              <a:rPr lang="zh-CN" altLang="en-US" dirty="0"/>
              <a:t>的共享内存</a:t>
            </a:r>
            <a:r>
              <a:rPr lang="en-US" altLang="zh-CN" dirty="0"/>
              <a:t>ID</a:t>
            </a:r>
            <a:r>
              <a:rPr lang="zh-CN" altLang="en-US" dirty="0"/>
              <a:t>均为</a:t>
            </a:r>
            <a:br>
              <a:rPr lang="en-US" altLang="zh-CN" dirty="0"/>
            </a:br>
            <a:r>
              <a:rPr lang="en-US" altLang="zh-CN" dirty="0" err="1"/>
              <a:t>my_mem</a:t>
            </a:r>
            <a:r>
              <a:rPr lang="zh-CN" altLang="en-US" dirty="0"/>
              <a:t>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ja-JP" altLang="en-US">
                <a:sym typeface="Wingdings" pitchFamily="2" charset="2"/>
              </a:rPr>
              <a:t>不同的共享内存</a:t>
            </a:r>
            <a:endParaRPr lang="en-US" altLang="zh-CN" dirty="0"/>
          </a:p>
          <a:p>
            <a:pPr lvl="2"/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AEDD-B84F-B746-B1A2-2574F873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5401B-EEE8-074B-BA09-F92552B4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0EFF795C-4B3E-FB42-99E6-C37D445EB469}"/>
              </a:ext>
            </a:extLst>
          </p:cNvPr>
          <p:cNvSpPr/>
          <p:nvPr/>
        </p:nvSpPr>
        <p:spPr>
          <a:xfrm>
            <a:off x="5729837" y="3654637"/>
            <a:ext cx="3096344" cy="129628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                                     </a:t>
            </a:r>
            <a:r>
              <a:rPr lang="en-US" altLang="zh-CN" dirty="0">
                <a:solidFill>
                  <a:schemeClr val="accent1"/>
                </a:solidFill>
              </a:rPr>
              <a:t>NS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7" name="Rounded Rectangle 52">
            <a:extLst>
              <a:ext uri="{FF2B5EF4-FFF2-40B4-BE49-F238E27FC236}">
                <a16:creationId xmlns:a16="http://schemas.microsoft.com/office/drawing/2014/main" id="{012D7AA4-E180-1342-B779-87BEF0F79014}"/>
              </a:ext>
            </a:extLst>
          </p:cNvPr>
          <p:cNvSpPr/>
          <p:nvPr/>
        </p:nvSpPr>
        <p:spPr>
          <a:xfrm>
            <a:off x="6590848" y="3852323"/>
            <a:ext cx="1169522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my_mem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8" name="Rounded Rectangle 53">
            <a:extLst>
              <a:ext uri="{FF2B5EF4-FFF2-40B4-BE49-F238E27FC236}">
                <a16:creationId xmlns:a16="http://schemas.microsoft.com/office/drawing/2014/main" id="{FAA84C02-C645-5941-A7F5-0A37D8FCC059}"/>
              </a:ext>
            </a:extLst>
          </p:cNvPr>
          <p:cNvSpPr/>
          <p:nvPr/>
        </p:nvSpPr>
        <p:spPr>
          <a:xfrm>
            <a:off x="5801845" y="4518915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9" name="Rounded Rectangle 54">
            <a:extLst>
              <a:ext uri="{FF2B5EF4-FFF2-40B4-BE49-F238E27FC236}">
                <a16:creationId xmlns:a16="http://schemas.microsoft.com/office/drawing/2014/main" id="{F02333C8-13BC-B24E-A983-613E345F53F3}"/>
              </a:ext>
            </a:extLst>
          </p:cNvPr>
          <p:cNvSpPr/>
          <p:nvPr/>
        </p:nvSpPr>
        <p:spPr>
          <a:xfrm>
            <a:off x="7731019" y="4518915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10" name="Elbow Connector 57">
            <a:extLst>
              <a:ext uri="{FF2B5EF4-FFF2-40B4-BE49-F238E27FC236}">
                <a16:creationId xmlns:a16="http://schemas.microsoft.com/office/drawing/2014/main" id="{41001805-1951-CF4E-B962-E83F7B187BF9}"/>
              </a:ext>
            </a:extLst>
          </p:cNvPr>
          <p:cNvCxnSpPr>
            <a:cxnSpLocks/>
            <a:stCxn id="8" idx="0"/>
            <a:endCxn id="7" idx="1"/>
          </p:cNvCxnSpPr>
          <p:nvPr/>
        </p:nvCxnSpPr>
        <p:spPr>
          <a:xfrm rot="5400000" flipH="1" flipV="1">
            <a:off x="6162896" y="4090964"/>
            <a:ext cx="486592" cy="36931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60">
            <a:extLst>
              <a:ext uri="{FF2B5EF4-FFF2-40B4-BE49-F238E27FC236}">
                <a16:creationId xmlns:a16="http://schemas.microsoft.com/office/drawing/2014/main" id="{2DDF9739-D4C1-C842-BE25-F38E2DA8DCDF}"/>
              </a:ext>
            </a:extLst>
          </p:cNvPr>
          <p:cNvCxnSpPr>
            <a:cxnSpLocks/>
            <a:endCxn id="7" idx="3"/>
          </p:cNvCxnSpPr>
          <p:nvPr/>
        </p:nvCxnSpPr>
        <p:spPr>
          <a:xfrm rot="16200000" flipV="1">
            <a:off x="7703844" y="4088849"/>
            <a:ext cx="545008" cy="431956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76">
            <a:extLst>
              <a:ext uri="{FF2B5EF4-FFF2-40B4-BE49-F238E27FC236}">
                <a16:creationId xmlns:a16="http://schemas.microsoft.com/office/drawing/2014/main" id="{D9AEC610-EE4B-5F48-A8CA-2BA31CBB033B}"/>
              </a:ext>
            </a:extLst>
          </p:cNvPr>
          <p:cNvSpPr/>
          <p:nvPr/>
        </p:nvSpPr>
        <p:spPr>
          <a:xfrm>
            <a:off x="5724128" y="1417340"/>
            <a:ext cx="3096344" cy="129628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                                     </a:t>
            </a:r>
            <a:r>
              <a:rPr lang="en-US" altLang="zh-CN" dirty="0">
                <a:solidFill>
                  <a:schemeClr val="accent1"/>
                </a:solidFill>
              </a:rPr>
              <a:t>NS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3" name="Rounded Rectangle 77">
            <a:extLst>
              <a:ext uri="{FF2B5EF4-FFF2-40B4-BE49-F238E27FC236}">
                <a16:creationId xmlns:a16="http://schemas.microsoft.com/office/drawing/2014/main" id="{FF6E07A6-0E5D-1145-A73D-E34EDE412FDD}"/>
              </a:ext>
            </a:extLst>
          </p:cNvPr>
          <p:cNvSpPr/>
          <p:nvPr/>
        </p:nvSpPr>
        <p:spPr>
          <a:xfrm>
            <a:off x="6585139" y="1602753"/>
            <a:ext cx="1169522" cy="360000"/>
          </a:xfrm>
          <a:prstGeom prst="roundRect">
            <a:avLst/>
          </a:prstGeom>
          <a:solidFill>
            <a:schemeClr val="accent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my_mem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14" name="Rounded Rectangle 78">
            <a:extLst>
              <a:ext uri="{FF2B5EF4-FFF2-40B4-BE49-F238E27FC236}">
                <a16:creationId xmlns:a16="http://schemas.microsoft.com/office/drawing/2014/main" id="{4CB35D63-4F11-1540-BC8C-61EA7728D568}"/>
              </a:ext>
            </a:extLst>
          </p:cNvPr>
          <p:cNvSpPr/>
          <p:nvPr/>
        </p:nvSpPr>
        <p:spPr>
          <a:xfrm>
            <a:off x="5796136" y="2281618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5" name="Rounded Rectangle 79">
            <a:extLst>
              <a:ext uri="{FF2B5EF4-FFF2-40B4-BE49-F238E27FC236}">
                <a16:creationId xmlns:a16="http://schemas.microsoft.com/office/drawing/2014/main" id="{386F8665-5673-C942-A5E2-F8DC85A5D9E3}"/>
              </a:ext>
            </a:extLst>
          </p:cNvPr>
          <p:cNvSpPr/>
          <p:nvPr/>
        </p:nvSpPr>
        <p:spPr>
          <a:xfrm>
            <a:off x="7725310" y="2281618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16" name="Elbow Connector 80">
            <a:extLst>
              <a:ext uri="{FF2B5EF4-FFF2-40B4-BE49-F238E27FC236}">
                <a16:creationId xmlns:a16="http://schemas.microsoft.com/office/drawing/2014/main" id="{D26C8154-8951-2940-AC91-6731487BC92B}"/>
              </a:ext>
            </a:extLst>
          </p:cNvPr>
          <p:cNvCxnSpPr>
            <a:cxnSpLocks/>
            <a:stCxn id="14" idx="0"/>
            <a:endCxn id="13" idx="1"/>
          </p:cNvCxnSpPr>
          <p:nvPr/>
        </p:nvCxnSpPr>
        <p:spPr>
          <a:xfrm rot="5400000" flipH="1" flipV="1">
            <a:off x="6151051" y="1847531"/>
            <a:ext cx="498865" cy="36931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81">
            <a:extLst>
              <a:ext uri="{FF2B5EF4-FFF2-40B4-BE49-F238E27FC236}">
                <a16:creationId xmlns:a16="http://schemas.microsoft.com/office/drawing/2014/main" id="{DAFDE905-19DC-9E45-A1EE-C16B3F27AA3C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7698135" y="1839279"/>
            <a:ext cx="545008" cy="431956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3">
            <a:extLst>
              <a:ext uri="{FF2B5EF4-FFF2-40B4-BE49-F238E27FC236}">
                <a16:creationId xmlns:a16="http://schemas.microsoft.com/office/drawing/2014/main" id="{9C9DA2C5-8A0E-CA4E-83C1-00AEFD29A11C}"/>
              </a:ext>
            </a:extLst>
          </p:cNvPr>
          <p:cNvCxnSpPr>
            <a:stCxn id="12" idx="2"/>
            <a:endCxn id="6" idx="0"/>
          </p:cNvCxnSpPr>
          <p:nvPr/>
        </p:nvCxnSpPr>
        <p:spPr>
          <a:xfrm>
            <a:off x="7272300" y="2713626"/>
            <a:ext cx="5709" cy="94101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ultiply 84">
            <a:extLst>
              <a:ext uri="{FF2B5EF4-FFF2-40B4-BE49-F238E27FC236}">
                <a16:creationId xmlns:a16="http://schemas.microsoft.com/office/drawing/2014/main" id="{390410F4-0BD0-5642-9B1A-91A764B65467}"/>
              </a:ext>
            </a:extLst>
          </p:cNvPr>
          <p:cNvSpPr/>
          <p:nvPr/>
        </p:nvSpPr>
        <p:spPr>
          <a:xfrm>
            <a:off x="7020284" y="2940263"/>
            <a:ext cx="504031" cy="521318"/>
          </a:xfrm>
          <a:prstGeom prst="mathMultiply">
            <a:avLst>
              <a:gd name="adj1" fmla="val 130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876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ja-JP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不同的</a:t>
            </a:r>
            <a:r>
              <a:rPr lang="ja-JP" altLang="en-CN"/>
              <a:t>容器</a:t>
            </a:r>
            <a:r>
              <a:rPr lang="ja-JP" altLang="en-US"/>
              <a:t>共用一个</a:t>
            </a:r>
            <a:r>
              <a:rPr lang="en-US" altLang="ja-JP" dirty="0"/>
              <a:t>IP</a:t>
            </a:r>
            <a:r>
              <a:rPr lang="ja-JP" altLang="en-US"/>
              <a:t>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ja-JP" dirty="0"/>
          </a:p>
          <a:p>
            <a:r>
              <a:rPr lang="ja-JP" altLang="en-US"/>
              <a:t>假设有两个容器均提供网络服务</a:t>
            </a:r>
            <a:endParaRPr lang="en-US" altLang="ja-JP" dirty="0"/>
          </a:p>
          <a:p>
            <a:pPr lvl="1"/>
            <a:r>
              <a:rPr lang="ja-JP" altLang="en-US"/>
              <a:t>两个容器的外部用户向同一</a:t>
            </a:r>
            <a:r>
              <a:rPr lang="en-US" altLang="ja-JP" dirty="0"/>
              <a:t>IP</a:t>
            </a:r>
            <a:r>
              <a:rPr lang="ja-JP" altLang="en-US"/>
              <a:t>发送网络服务请求</a:t>
            </a:r>
            <a:endParaRPr lang="en-US" altLang="zh-CN" dirty="0"/>
          </a:p>
          <a:p>
            <a:pPr lvl="1"/>
            <a:r>
              <a:rPr lang="ja-JP" altLang="en-US"/>
              <a:t>主机操作系统不知道该将网络包转发给哪个容器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947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ontent Placeholder 68">
            <a:extLst>
              <a:ext uri="{FF2B5EF4-FFF2-40B4-BE49-F238E27FC236}">
                <a16:creationId xmlns:a16="http://schemas.microsoft.com/office/drawing/2014/main" id="{B1A7A651-A104-7A46-A22A-09C376B44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在虚拟机场景下很常见</a:t>
            </a:r>
            <a:endParaRPr lang="en-US" altLang="ja-JP" dirty="0"/>
          </a:p>
          <a:p>
            <a:pPr lvl="1"/>
            <a:r>
              <a:rPr lang="ja-JP" altLang="en-US" dirty="0"/>
              <a:t>每个虚拟机分配一个</a:t>
            </a:r>
            <a:r>
              <a:rPr lang="en-US" altLang="ja-JP" dirty="0"/>
              <a:t>IP</a:t>
            </a:r>
          </a:p>
          <a:p>
            <a:pPr lvl="2"/>
            <a:r>
              <a:rPr lang="en-CN" dirty="0"/>
              <a:t>IP</a:t>
            </a:r>
            <a:r>
              <a:rPr lang="ja-JP" altLang="en-CN" dirty="0"/>
              <a:t>绑定</a:t>
            </a:r>
            <a:r>
              <a:rPr lang="ja-JP" altLang="en-US" dirty="0"/>
              <a:t>到各自的网络设备上</a:t>
            </a:r>
            <a:endParaRPr lang="en-US" altLang="ja-JP" dirty="0"/>
          </a:p>
          <a:p>
            <a:pPr lvl="1"/>
            <a:r>
              <a:rPr lang="zh-CN" altLang="en-US" dirty="0"/>
              <a:t>内部的</a:t>
            </a:r>
            <a:r>
              <a:rPr lang="ja-JP" altLang="en-US"/>
              <a:t>二级</a:t>
            </a:r>
            <a:r>
              <a:rPr lang="zh-CN" altLang="en-US" dirty="0"/>
              <a:t>虚拟网络设备</a:t>
            </a:r>
            <a:endParaRPr lang="en-US" altLang="ja-JP" dirty="0"/>
          </a:p>
          <a:p>
            <a:pPr lvl="2"/>
            <a:r>
              <a:rPr lang="en-US" altLang="zh-CN" dirty="0"/>
              <a:t>br0:</a:t>
            </a:r>
            <a:r>
              <a:rPr lang="zh-CN" altLang="en-US" dirty="0"/>
              <a:t> 虚拟网桥</a:t>
            </a:r>
            <a:endParaRPr lang="en-US" altLang="zh-CN" dirty="0"/>
          </a:p>
          <a:p>
            <a:pPr lvl="2"/>
            <a:r>
              <a:rPr lang="en-US" altLang="zh-CN" dirty="0"/>
              <a:t>tap:</a:t>
            </a:r>
            <a:r>
              <a:rPr lang="zh-CN" altLang="en-US" dirty="0"/>
              <a:t> 虚拟网络设备</a:t>
            </a:r>
            <a:endParaRPr lang="en-US" altLang="zh-CN" dirty="0"/>
          </a:p>
          <a:p>
            <a:r>
              <a:rPr lang="zh-CN" altLang="en-US" dirty="0"/>
              <a:t>如何</a:t>
            </a:r>
            <a:r>
              <a:rPr lang="ja-JP" altLang="en-US" dirty="0"/>
              <a:t>应用到</a:t>
            </a:r>
            <a:r>
              <a:rPr lang="zh-CN" altLang="en-US" dirty="0"/>
              <a:t>容器场景？</a:t>
            </a:r>
            <a:endParaRPr lang="en-C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43E7D-0F80-EB4E-9FAB-4599DE40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Linux</a:t>
            </a:r>
            <a:r>
              <a:rPr lang="ja-JP" altLang="en-CN"/>
              <a:t>对于</a:t>
            </a:r>
            <a:r>
              <a:rPr lang="ja-JP" altLang="en-US"/>
              <a:t>多</a:t>
            </a:r>
            <a:r>
              <a:rPr lang="en-US" altLang="ja-JP" dirty="0"/>
              <a:t>IP</a:t>
            </a:r>
            <a:r>
              <a:rPr lang="ja-JP" altLang="en-US"/>
              <a:t>的支持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D618D-0243-AB44-9CB5-13E92CB2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1BC58-A3E5-A043-9651-43DD0526B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8" name="Rounded Rectangle 77">
            <a:extLst>
              <a:ext uri="{FF2B5EF4-FFF2-40B4-BE49-F238E27FC236}">
                <a16:creationId xmlns:a16="http://schemas.microsoft.com/office/drawing/2014/main" id="{20B45CB1-2934-FE44-A691-4F9CC33BA6DE}"/>
              </a:ext>
            </a:extLst>
          </p:cNvPr>
          <p:cNvSpPr/>
          <p:nvPr/>
        </p:nvSpPr>
        <p:spPr>
          <a:xfrm>
            <a:off x="5367766" y="3287572"/>
            <a:ext cx="3383650" cy="360000"/>
          </a:xfrm>
          <a:prstGeom prst="roundRect">
            <a:avLst/>
          </a:prstGeom>
          <a:solidFill>
            <a:schemeClr val="accent6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br0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30616" y="1489348"/>
            <a:ext cx="1213664" cy="13191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VM0</a:t>
            </a: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830155" y="3026518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tap0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7548885" y="3026518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tap1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7542177" y="3913895"/>
            <a:ext cx="814271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eth0</a:t>
            </a:r>
            <a:endParaRPr lang="zh-CN" altLang="en-US" dirty="0"/>
          </a:p>
        </p:txBody>
      </p:sp>
      <p:cxnSp>
        <p:nvCxnSpPr>
          <p:cNvPr id="50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7949312" y="3634212"/>
            <a:ext cx="1" cy="27968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圆角矩形 98"/>
          <p:cNvSpPr/>
          <p:nvPr/>
        </p:nvSpPr>
        <p:spPr>
          <a:xfrm>
            <a:off x="7602611" y="4600432"/>
            <a:ext cx="693401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NIC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0" name="Straight Connector 39">
            <a:extLst>
              <a:ext uri="{FF2B5EF4-FFF2-40B4-BE49-F238E27FC236}">
                <a16:creationId xmlns:a16="http://schemas.microsoft.com/office/drawing/2014/main" id="{962C19A7-3E7A-5945-9C52-A5941376B573}"/>
              </a:ext>
            </a:extLst>
          </p:cNvPr>
          <p:cNvCxnSpPr>
            <a:cxnSpLocks/>
          </p:cNvCxnSpPr>
          <p:nvPr/>
        </p:nvCxnSpPr>
        <p:spPr>
          <a:xfrm>
            <a:off x="4788024" y="4441676"/>
            <a:ext cx="4211960" cy="0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  <a:stCxn id="49" idx="2"/>
            <a:endCxn id="99" idx="0"/>
          </p:cNvCxnSpPr>
          <p:nvPr/>
        </p:nvCxnSpPr>
        <p:spPr>
          <a:xfrm flipH="1">
            <a:off x="7949312" y="4217742"/>
            <a:ext cx="1" cy="38269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4716016" y="44753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硬件</a:t>
            </a:r>
            <a:endParaRPr lang="en-CN" dirty="0"/>
          </a:p>
        </p:txBody>
      </p:sp>
      <p:sp>
        <p:nvSpPr>
          <p:cNvPr id="40" name="TextBox 56">
            <a:extLst>
              <a:ext uri="{FF2B5EF4-FFF2-40B4-BE49-F238E27FC236}">
                <a16:creationId xmlns:a16="http://schemas.microsoft.com/office/drawing/2014/main" id="{30CB1980-A8F2-4349-9F96-761B68AF85C6}"/>
              </a:ext>
            </a:extLst>
          </p:cNvPr>
          <p:cNvSpPr txBox="1"/>
          <p:nvPr/>
        </p:nvSpPr>
        <p:spPr>
          <a:xfrm>
            <a:off x="5673030" y="213821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192.168.2.2</a:t>
            </a:r>
            <a:endParaRPr lang="en-CN" sz="1400" dirty="0"/>
          </a:p>
        </p:txBody>
      </p:sp>
      <p:sp>
        <p:nvSpPr>
          <p:cNvPr id="52" name="TextBox 56">
            <a:extLst>
              <a:ext uri="{FF2B5EF4-FFF2-40B4-BE49-F238E27FC236}">
                <a16:creationId xmlns:a16="http://schemas.microsoft.com/office/drawing/2014/main" id="{96C6EC93-013B-DB42-974F-0EE1E1ABC616}"/>
              </a:ext>
            </a:extLst>
          </p:cNvPr>
          <p:cNvSpPr txBox="1"/>
          <p:nvPr/>
        </p:nvSpPr>
        <p:spPr>
          <a:xfrm>
            <a:off x="5789854" y="3626845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192.168.2.1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4B6885-CCD8-5A4A-8B67-D448BF96E58A}"/>
              </a:ext>
            </a:extLst>
          </p:cNvPr>
          <p:cNvSpPr/>
          <p:nvPr/>
        </p:nvSpPr>
        <p:spPr>
          <a:xfrm>
            <a:off x="5697388" y="1790443"/>
            <a:ext cx="1080120" cy="37533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CN"/>
              <a:t>协议栈</a:t>
            </a:r>
            <a:endParaRPr lang="en-CN" dirty="0"/>
          </a:p>
        </p:txBody>
      </p:sp>
      <p:sp>
        <p:nvSpPr>
          <p:cNvPr id="54" name="圆角矩形 19">
            <a:extLst>
              <a:ext uri="{FF2B5EF4-FFF2-40B4-BE49-F238E27FC236}">
                <a16:creationId xmlns:a16="http://schemas.microsoft.com/office/drawing/2014/main" id="{94E39813-4C5E-CE49-A442-4ED15229D90B}"/>
              </a:ext>
            </a:extLst>
          </p:cNvPr>
          <p:cNvSpPr/>
          <p:nvPr/>
        </p:nvSpPr>
        <p:spPr>
          <a:xfrm>
            <a:off x="5830155" y="2427158"/>
            <a:ext cx="814586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5" name="Straight Arrow Connector 31">
            <a:extLst>
              <a:ext uri="{FF2B5EF4-FFF2-40B4-BE49-F238E27FC236}">
                <a16:creationId xmlns:a16="http://schemas.microsoft.com/office/drawing/2014/main" id="{0BB9EA78-6C57-AC44-84E1-8B2EE9C47992}"/>
              </a:ext>
            </a:extLst>
          </p:cNvPr>
          <p:cNvCxnSpPr>
            <a:cxnSpLocks/>
            <a:stCxn id="54" idx="2"/>
            <a:endCxn id="20" idx="0"/>
          </p:cNvCxnSpPr>
          <p:nvPr/>
        </p:nvCxnSpPr>
        <p:spPr>
          <a:xfrm>
            <a:off x="6237448" y="2731005"/>
            <a:ext cx="0" cy="29551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31">
            <a:extLst>
              <a:ext uri="{FF2B5EF4-FFF2-40B4-BE49-F238E27FC236}">
                <a16:creationId xmlns:a16="http://schemas.microsoft.com/office/drawing/2014/main" id="{61E225FC-D3F3-9C47-AB37-816D3A8C9C95}"/>
              </a:ext>
            </a:extLst>
          </p:cNvPr>
          <p:cNvCxnSpPr>
            <a:cxnSpLocks/>
            <a:stCxn id="15" idx="2"/>
            <a:endCxn id="54" idx="0"/>
          </p:cNvCxnSpPr>
          <p:nvPr/>
        </p:nvCxnSpPr>
        <p:spPr>
          <a:xfrm>
            <a:off x="6237448" y="2165777"/>
            <a:ext cx="0" cy="261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圆角矩形 18">
            <a:extLst>
              <a:ext uri="{FF2B5EF4-FFF2-40B4-BE49-F238E27FC236}">
                <a16:creationId xmlns:a16="http://schemas.microsoft.com/office/drawing/2014/main" id="{2DED4D5E-C304-B54F-A7CB-DAB3936FE772}"/>
              </a:ext>
            </a:extLst>
          </p:cNvPr>
          <p:cNvSpPr/>
          <p:nvPr/>
        </p:nvSpPr>
        <p:spPr>
          <a:xfrm>
            <a:off x="7348336" y="1489348"/>
            <a:ext cx="1213664" cy="13191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VM1</a:t>
            </a: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1B42B8-A974-A741-ACF5-75F97A28FDD5}"/>
              </a:ext>
            </a:extLst>
          </p:cNvPr>
          <p:cNvSpPr/>
          <p:nvPr/>
        </p:nvSpPr>
        <p:spPr>
          <a:xfrm>
            <a:off x="7415108" y="1790443"/>
            <a:ext cx="1080120" cy="37533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CN"/>
              <a:t>协议栈</a:t>
            </a:r>
            <a:endParaRPr lang="en-CN" dirty="0"/>
          </a:p>
        </p:txBody>
      </p:sp>
      <p:sp>
        <p:nvSpPr>
          <p:cNvPr id="63" name="圆角矩形 19">
            <a:extLst>
              <a:ext uri="{FF2B5EF4-FFF2-40B4-BE49-F238E27FC236}">
                <a16:creationId xmlns:a16="http://schemas.microsoft.com/office/drawing/2014/main" id="{32BAD49E-DFBB-BC4B-A97C-0E67BD5794C1}"/>
              </a:ext>
            </a:extLst>
          </p:cNvPr>
          <p:cNvSpPr/>
          <p:nvPr/>
        </p:nvSpPr>
        <p:spPr>
          <a:xfrm>
            <a:off x="7547875" y="2443299"/>
            <a:ext cx="814586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4" name="Straight Arrow Connector 31">
            <a:extLst>
              <a:ext uri="{FF2B5EF4-FFF2-40B4-BE49-F238E27FC236}">
                <a16:creationId xmlns:a16="http://schemas.microsoft.com/office/drawing/2014/main" id="{6DEA3D07-F031-FE44-974A-C573105EB37B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7955168" y="2165777"/>
            <a:ext cx="0" cy="277522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31">
            <a:extLst>
              <a:ext uri="{FF2B5EF4-FFF2-40B4-BE49-F238E27FC236}">
                <a16:creationId xmlns:a16="http://schemas.microsoft.com/office/drawing/2014/main" id="{924C7E60-F31B-D846-A5A7-D452FBF575D6}"/>
              </a:ext>
            </a:extLst>
          </p:cNvPr>
          <p:cNvCxnSpPr>
            <a:cxnSpLocks/>
            <a:stCxn id="63" idx="2"/>
            <a:endCxn id="44" idx="0"/>
          </p:cNvCxnSpPr>
          <p:nvPr/>
        </p:nvCxnSpPr>
        <p:spPr>
          <a:xfrm>
            <a:off x="7955168" y="2747146"/>
            <a:ext cx="1010" cy="279372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790C74C3-9D8B-DD4A-8D2A-FE62450CFA61}"/>
              </a:ext>
            </a:extLst>
          </p:cNvPr>
          <p:cNvSpPr/>
          <p:nvPr/>
        </p:nvSpPr>
        <p:spPr>
          <a:xfrm>
            <a:off x="5813697" y="3928199"/>
            <a:ext cx="1080120" cy="37533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CN"/>
              <a:t>协议栈</a:t>
            </a:r>
            <a:endParaRPr lang="en-CN" dirty="0"/>
          </a:p>
        </p:txBody>
      </p:sp>
      <p:cxnSp>
        <p:nvCxnSpPr>
          <p:cNvPr id="71" name="Straight Arrow Connector 31">
            <a:extLst>
              <a:ext uri="{FF2B5EF4-FFF2-40B4-BE49-F238E27FC236}">
                <a16:creationId xmlns:a16="http://schemas.microsoft.com/office/drawing/2014/main" id="{A75C1C0A-C309-854A-AFBC-C814ACB36E9C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6353757" y="3647572"/>
            <a:ext cx="0" cy="280627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56">
            <a:extLst>
              <a:ext uri="{FF2B5EF4-FFF2-40B4-BE49-F238E27FC236}">
                <a16:creationId xmlns:a16="http://schemas.microsoft.com/office/drawing/2014/main" id="{27876A25-881D-2C43-A760-4BB3916B4152}"/>
              </a:ext>
            </a:extLst>
          </p:cNvPr>
          <p:cNvSpPr txBox="1"/>
          <p:nvPr/>
        </p:nvSpPr>
        <p:spPr>
          <a:xfrm>
            <a:off x="7364995" y="2150688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192.168.2.3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123208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FA3-9336-7245-9B81-BFA9D774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r>
              <a:rPr lang="ja-JP" altLang="en-US"/>
              <a:t>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007D-6F76-0142-8EAC-1D7476A8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CN" sz="1800"/>
              <a:t>每个</a:t>
            </a:r>
            <a:r>
              <a:rPr lang="en-US" altLang="ja-JP" sz="1800" dirty="0"/>
              <a:t>NS</a:t>
            </a:r>
            <a:r>
              <a:rPr lang="ja-JP" altLang="en-US" sz="1800"/>
              <a:t>拥有一套独立的网络资源</a:t>
            </a:r>
            <a:endParaRPr lang="en-US" altLang="ja-JP" sz="1800" dirty="0"/>
          </a:p>
          <a:p>
            <a:pPr lvl="1"/>
            <a:r>
              <a:rPr lang="ja-JP" altLang="en-US" sz="1600"/>
              <a:t>包括</a:t>
            </a:r>
            <a:r>
              <a:rPr lang="en-US" altLang="ja-JP" sz="1600" dirty="0"/>
              <a:t>IP</a:t>
            </a:r>
            <a:r>
              <a:rPr lang="ja-JP" altLang="en-US" sz="1600"/>
              <a:t>地址</a:t>
            </a:r>
            <a:r>
              <a:rPr lang="zh-CN" altLang="en-US" sz="1600" dirty="0"/>
              <a:t>、</a:t>
            </a:r>
            <a:r>
              <a:rPr lang="ja-JP" altLang="en-US" sz="1600"/>
              <a:t>网络设备等</a:t>
            </a:r>
            <a:endParaRPr lang="en-US" altLang="ja-JP" sz="1600" dirty="0"/>
          </a:p>
          <a:p>
            <a:r>
              <a:rPr lang="ja-JP" altLang="en-US" sz="1800"/>
              <a:t>新</a:t>
            </a:r>
            <a:r>
              <a:rPr lang="en-US" altLang="ja-JP" sz="1800" dirty="0"/>
              <a:t>N</a:t>
            </a:r>
            <a:r>
              <a:rPr lang="en-US" altLang="zh-CN" sz="1800" dirty="0"/>
              <a:t>S</a:t>
            </a:r>
            <a:r>
              <a:rPr lang="ja-JP" altLang="en-US" sz="1800"/>
              <a:t>默认只有一个</a:t>
            </a:r>
            <a:r>
              <a:rPr lang="en-US" altLang="ja-JP" sz="1800" dirty="0"/>
              <a:t>loopback</a:t>
            </a:r>
            <a:r>
              <a:rPr lang="ja-JP" altLang="en-US" sz="1800"/>
              <a:t>设备</a:t>
            </a:r>
            <a:endParaRPr lang="en-US" altLang="ja-JP" sz="1800" dirty="0"/>
          </a:p>
          <a:p>
            <a:pPr lvl="1"/>
            <a:r>
              <a:rPr lang="ja-JP" altLang="en-US" sz="1600"/>
              <a:t>其余设备需后续分配或从外部加入</a:t>
            </a:r>
            <a:endParaRPr lang="en-US" altLang="ja-JP" sz="1600" dirty="0"/>
          </a:p>
          <a:p>
            <a:r>
              <a:rPr lang="zh-CN" altLang="en-US" sz="1800" dirty="0"/>
              <a:t>图例</a:t>
            </a:r>
            <a:endParaRPr lang="en-US" altLang="zh-CN" sz="2000" dirty="0"/>
          </a:p>
          <a:p>
            <a:pPr lvl="1"/>
            <a:r>
              <a:rPr lang="zh-CN" altLang="en-US" sz="1600" dirty="0"/>
              <a:t>创建相连的</a:t>
            </a:r>
            <a:r>
              <a:rPr lang="en-US" altLang="zh-CN" sz="1600" dirty="0" err="1"/>
              <a:t>veth</a:t>
            </a:r>
            <a:r>
              <a:rPr lang="zh-CN" altLang="en-US" sz="1600" dirty="0"/>
              <a:t>虚拟设备对</a:t>
            </a:r>
            <a:endParaRPr lang="en-US" altLang="zh-CN" sz="1600" dirty="0"/>
          </a:p>
          <a:p>
            <a:pPr lvl="1"/>
            <a:r>
              <a:rPr lang="zh-CN" altLang="en-US" sz="1600" dirty="0"/>
              <a:t>一端加入</a:t>
            </a:r>
            <a:r>
              <a:rPr lang="en-US" altLang="zh-CN" sz="1600" dirty="0"/>
              <a:t>NS</a:t>
            </a:r>
            <a:r>
              <a:rPr lang="zh-CN" altLang="en-US" sz="1600" dirty="0"/>
              <a:t>即可连通网络</a:t>
            </a:r>
            <a:endParaRPr lang="en-US" altLang="zh-CN" sz="1600" dirty="0"/>
          </a:p>
          <a:p>
            <a:pPr lvl="1"/>
            <a:r>
              <a:rPr lang="zh-CN" altLang="en-US" sz="1600" dirty="0"/>
              <a:t>分配</a:t>
            </a:r>
            <a:r>
              <a:rPr lang="en-US" altLang="zh-CN" sz="1600" dirty="0"/>
              <a:t>IP</a:t>
            </a:r>
            <a:r>
              <a:rPr lang="zh-CN" altLang="en-US" sz="1600" dirty="0"/>
              <a:t>后可分别与外界通信</a:t>
            </a:r>
            <a:endParaRPr lang="en-US" altLang="zh-CN" sz="1600" dirty="0"/>
          </a:p>
          <a:p>
            <a:pPr lvl="1"/>
            <a:endParaRPr lang="zh-CN" altLang="en-US" sz="1600" dirty="0"/>
          </a:p>
          <a:p>
            <a:endParaRPr lang="en-CN" altLang="zh-CN" sz="2000"/>
          </a:p>
          <a:p>
            <a:pPr lvl="1"/>
            <a:endParaRPr lang="en-US" altLang="ja-JP" sz="1600" dirty="0"/>
          </a:p>
          <a:p>
            <a:endParaRPr lang="en-US" altLang="ja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AEDD-B84F-B746-B1A2-2574F873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5401B-EEE8-074B-BA09-F92552B4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76">
            <a:extLst>
              <a:ext uri="{FF2B5EF4-FFF2-40B4-BE49-F238E27FC236}">
                <a16:creationId xmlns:a16="http://schemas.microsoft.com/office/drawing/2014/main" id="{B120618B-728E-534F-B225-83C4D86D455F}"/>
              </a:ext>
            </a:extLst>
          </p:cNvPr>
          <p:cNvSpPr/>
          <p:nvPr/>
        </p:nvSpPr>
        <p:spPr>
          <a:xfrm>
            <a:off x="4898960" y="1800809"/>
            <a:ext cx="1788011" cy="7116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7" name="Rectangle 76">
            <a:extLst>
              <a:ext uri="{FF2B5EF4-FFF2-40B4-BE49-F238E27FC236}">
                <a16:creationId xmlns:a16="http://schemas.microsoft.com/office/drawing/2014/main" id="{D082B9F8-3D26-5F48-B82D-3AE1B3637DE6}"/>
              </a:ext>
            </a:extLst>
          </p:cNvPr>
          <p:cNvSpPr/>
          <p:nvPr/>
        </p:nvSpPr>
        <p:spPr>
          <a:xfrm>
            <a:off x="4761306" y="1417340"/>
            <a:ext cx="4276787" cy="309231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0AC1F87-A10D-E147-B0F7-3BD4BEBDABBF}"/>
              </a:ext>
            </a:extLst>
          </p:cNvPr>
          <p:cNvSpPr/>
          <p:nvPr/>
        </p:nvSpPr>
        <p:spPr>
          <a:xfrm>
            <a:off x="5007726" y="2089026"/>
            <a:ext cx="432048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F9EB75C-76E0-1349-9193-721F0F809C54}"/>
              </a:ext>
            </a:extLst>
          </p:cNvPr>
          <p:cNvSpPr/>
          <p:nvPr/>
        </p:nvSpPr>
        <p:spPr>
          <a:xfrm>
            <a:off x="7656362" y="4121922"/>
            <a:ext cx="432048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lo</a:t>
            </a:r>
            <a:endParaRPr lang="zh-CN" altLang="en-US" dirty="0"/>
          </a:p>
        </p:txBody>
      </p:sp>
      <p:sp>
        <p:nvSpPr>
          <p:cNvPr id="10" name="Rounded Rectangle 77">
            <a:extLst>
              <a:ext uri="{FF2B5EF4-FFF2-40B4-BE49-F238E27FC236}">
                <a16:creationId xmlns:a16="http://schemas.microsoft.com/office/drawing/2014/main" id="{01CC34D8-7288-234C-89CB-B40BAAC8A38B}"/>
              </a:ext>
            </a:extLst>
          </p:cNvPr>
          <p:cNvSpPr/>
          <p:nvPr/>
        </p:nvSpPr>
        <p:spPr>
          <a:xfrm>
            <a:off x="5223750" y="3503596"/>
            <a:ext cx="3383650" cy="360000"/>
          </a:xfrm>
          <a:prstGeom prst="roundRect">
            <a:avLst/>
          </a:prstGeom>
          <a:solidFill>
            <a:schemeClr val="accent6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br0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06CE876-5394-B14C-824B-930F6C484490}"/>
              </a:ext>
            </a:extLst>
          </p:cNvPr>
          <p:cNvSpPr/>
          <p:nvPr/>
        </p:nvSpPr>
        <p:spPr>
          <a:xfrm>
            <a:off x="5701910" y="2720724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706C866-CD63-1542-8A1D-99B8458EFE46}"/>
              </a:ext>
            </a:extLst>
          </p:cNvPr>
          <p:cNvSpPr/>
          <p:nvPr/>
        </p:nvSpPr>
        <p:spPr>
          <a:xfrm>
            <a:off x="5701910" y="3242542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TextBox 56">
            <a:extLst>
              <a:ext uri="{FF2B5EF4-FFF2-40B4-BE49-F238E27FC236}">
                <a16:creationId xmlns:a16="http://schemas.microsoft.com/office/drawing/2014/main" id="{9E5D9641-E7B2-2D40-BA24-E69C5502E15A}"/>
              </a:ext>
            </a:extLst>
          </p:cNvPr>
          <p:cNvSpPr txBox="1"/>
          <p:nvPr/>
        </p:nvSpPr>
        <p:spPr>
          <a:xfrm>
            <a:off x="8054198" y="138762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Root NS</a:t>
            </a:r>
            <a:endParaRPr lang="en-CN" dirty="0"/>
          </a:p>
        </p:txBody>
      </p:sp>
      <p:sp>
        <p:nvSpPr>
          <p:cNvPr id="14" name="TextBox 56">
            <a:extLst>
              <a:ext uri="{FF2B5EF4-FFF2-40B4-BE49-F238E27FC236}">
                <a16:creationId xmlns:a16="http://schemas.microsoft.com/office/drawing/2014/main" id="{3AA0A551-04AE-0B4B-A3A5-8EE1EDFC1757}"/>
              </a:ext>
            </a:extLst>
          </p:cNvPr>
          <p:cNvSpPr txBox="1"/>
          <p:nvPr/>
        </p:nvSpPr>
        <p:spPr>
          <a:xfrm>
            <a:off x="6042714" y="175225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 1</a:t>
            </a:r>
            <a:endParaRPr lang="en-CN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50DD0BA-221D-D54C-926D-D83C04B9EA77}"/>
              </a:ext>
            </a:extLst>
          </p:cNvPr>
          <p:cNvSpPr/>
          <p:nvPr/>
        </p:nvSpPr>
        <p:spPr>
          <a:xfrm>
            <a:off x="5701910" y="2094419"/>
            <a:ext cx="814586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31">
            <a:extLst>
              <a:ext uri="{FF2B5EF4-FFF2-40B4-BE49-F238E27FC236}">
                <a16:creationId xmlns:a16="http://schemas.microsoft.com/office/drawing/2014/main" id="{909AFAC1-F25F-214F-AA26-D2BD6E8C4676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6109203" y="3024571"/>
            <a:ext cx="0" cy="21797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31">
            <a:extLst>
              <a:ext uri="{FF2B5EF4-FFF2-40B4-BE49-F238E27FC236}">
                <a16:creationId xmlns:a16="http://schemas.microsoft.com/office/drawing/2014/main" id="{5FD0371C-D484-C446-BCC4-44C60D122182}"/>
              </a:ext>
            </a:extLst>
          </p:cNvPr>
          <p:cNvCxnSpPr>
            <a:cxnSpLocks/>
            <a:stCxn id="15" idx="2"/>
            <a:endCxn id="11" idx="2"/>
          </p:cNvCxnSpPr>
          <p:nvPr/>
        </p:nvCxnSpPr>
        <p:spPr>
          <a:xfrm>
            <a:off x="6109203" y="2398266"/>
            <a:ext cx="0" cy="626305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76">
            <a:extLst>
              <a:ext uri="{FF2B5EF4-FFF2-40B4-BE49-F238E27FC236}">
                <a16:creationId xmlns:a16="http://schemas.microsoft.com/office/drawing/2014/main" id="{E55F9F7C-3591-C447-9EC6-86672B46064E}"/>
              </a:ext>
            </a:extLst>
          </p:cNvPr>
          <p:cNvSpPr/>
          <p:nvPr/>
        </p:nvSpPr>
        <p:spPr>
          <a:xfrm>
            <a:off x="7160193" y="1800809"/>
            <a:ext cx="1788011" cy="7116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870B000-F51A-C848-A7EE-9A0291D37A49}"/>
              </a:ext>
            </a:extLst>
          </p:cNvPr>
          <p:cNvSpPr/>
          <p:nvPr/>
        </p:nvSpPr>
        <p:spPr>
          <a:xfrm>
            <a:off x="8413142" y="2089025"/>
            <a:ext cx="432048" cy="303847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2122E33-E890-D84E-980F-556A47775A73}"/>
              </a:ext>
            </a:extLst>
          </p:cNvPr>
          <p:cNvSpPr/>
          <p:nvPr/>
        </p:nvSpPr>
        <p:spPr>
          <a:xfrm>
            <a:off x="7303301" y="2720724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7CB25E0-066F-F344-A461-E127BCB7E6B4}"/>
              </a:ext>
            </a:extLst>
          </p:cNvPr>
          <p:cNvSpPr/>
          <p:nvPr/>
        </p:nvSpPr>
        <p:spPr>
          <a:xfrm>
            <a:off x="7303301" y="3242542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TextBox 56">
            <a:extLst>
              <a:ext uri="{FF2B5EF4-FFF2-40B4-BE49-F238E27FC236}">
                <a16:creationId xmlns:a16="http://schemas.microsoft.com/office/drawing/2014/main" id="{EFC4A344-F5D9-064D-9C5A-D463710E085C}"/>
              </a:ext>
            </a:extLst>
          </p:cNvPr>
          <p:cNvSpPr txBox="1"/>
          <p:nvPr/>
        </p:nvSpPr>
        <p:spPr>
          <a:xfrm>
            <a:off x="8284811" y="175225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 2</a:t>
            </a:r>
            <a:endParaRPr lang="en-CN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6DEE572-02FD-E947-BE39-1A5CE5A5C8B7}"/>
              </a:ext>
            </a:extLst>
          </p:cNvPr>
          <p:cNvSpPr/>
          <p:nvPr/>
        </p:nvSpPr>
        <p:spPr>
          <a:xfrm>
            <a:off x="7303301" y="2094419"/>
            <a:ext cx="814586" cy="303847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31">
            <a:extLst>
              <a:ext uri="{FF2B5EF4-FFF2-40B4-BE49-F238E27FC236}">
                <a16:creationId xmlns:a16="http://schemas.microsoft.com/office/drawing/2014/main" id="{C62959D9-3EEC-7A43-BAD0-1317C27123F6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7710594" y="3024571"/>
            <a:ext cx="0" cy="21797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31">
            <a:extLst>
              <a:ext uri="{FF2B5EF4-FFF2-40B4-BE49-F238E27FC236}">
                <a16:creationId xmlns:a16="http://schemas.microsoft.com/office/drawing/2014/main" id="{2701DCEF-B201-8D44-87C6-CEE9E5C54BE2}"/>
              </a:ext>
            </a:extLst>
          </p:cNvPr>
          <p:cNvCxnSpPr>
            <a:cxnSpLocks/>
            <a:stCxn id="23" idx="2"/>
            <a:endCxn id="20" idx="2"/>
          </p:cNvCxnSpPr>
          <p:nvPr/>
        </p:nvCxnSpPr>
        <p:spPr>
          <a:xfrm>
            <a:off x="7710594" y="2398266"/>
            <a:ext cx="0" cy="626305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1EFD7AC-3A51-3644-AECE-1007075729C6}"/>
              </a:ext>
            </a:extLst>
          </p:cNvPr>
          <p:cNvSpPr/>
          <p:nvPr/>
        </p:nvSpPr>
        <p:spPr>
          <a:xfrm>
            <a:off x="6508439" y="4121922"/>
            <a:ext cx="814271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eth0</a:t>
            </a:r>
            <a:endParaRPr lang="zh-CN" altLang="en-US" dirty="0"/>
          </a:p>
        </p:txBody>
      </p:sp>
      <p:cxnSp>
        <p:nvCxnSpPr>
          <p:cNvPr id="27" name="Straight Arrow Connector 31">
            <a:extLst>
              <a:ext uri="{FF2B5EF4-FFF2-40B4-BE49-F238E27FC236}">
                <a16:creationId xmlns:a16="http://schemas.microsoft.com/office/drawing/2014/main" id="{DEBC4FF7-6369-2148-8C43-238A091E157C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>
            <a:off x="6915575" y="3863596"/>
            <a:ext cx="0" cy="258326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B76AC3-AFCC-7D4C-888C-009B710D3CAA}"/>
              </a:ext>
            </a:extLst>
          </p:cNvPr>
          <p:cNvSpPr/>
          <p:nvPr/>
        </p:nvSpPr>
        <p:spPr>
          <a:xfrm>
            <a:off x="5481386" y="4121922"/>
            <a:ext cx="693401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ib0</a:t>
            </a:r>
            <a:endParaRPr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E35CA55-A290-B948-B092-C6432E6BCB1A}"/>
              </a:ext>
            </a:extLst>
          </p:cNvPr>
          <p:cNvSpPr/>
          <p:nvPr/>
        </p:nvSpPr>
        <p:spPr>
          <a:xfrm>
            <a:off x="6568873" y="4798279"/>
            <a:ext cx="693401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NIC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39">
            <a:extLst>
              <a:ext uri="{FF2B5EF4-FFF2-40B4-BE49-F238E27FC236}">
                <a16:creationId xmlns:a16="http://schemas.microsoft.com/office/drawing/2014/main" id="{9F535F20-D34D-E042-8282-25ACACEFA6F1}"/>
              </a:ext>
            </a:extLst>
          </p:cNvPr>
          <p:cNvCxnSpPr/>
          <p:nvPr/>
        </p:nvCxnSpPr>
        <p:spPr>
          <a:xfrm>
            <a:off x="4644008" y="4657700"/>
            <a:ext cx="4499992" cy="0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1">
            <a:extLst>
              <a:ext uri="{FF2B5EF4-FFF2-40B4-BE49-F238E27FC236}">
                <a16:creationId xmlns:a16="http://schemas.microsoft.com/office/drawing/2014/main" id="{77215B99-314F-5A48-9E2D-D0926DC8CB18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 flipH="1">
            <a:off x="6915574" y="4425769"/>
            <a:ext cx="1" cy="37251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6">
            <a:extLst>
              <a:ext uri="{FF2B5EF4-FFF2-40B4-BE49-F238E27FC236}">
                <a16:creationId xmlns:a16="http://schemas.microsoft.com/office/drawing/2014/main" id="{B6EF1252-FA7A-AD4F-9A66-162F824CD14B}"/>
              </a:ext>
            </a:extLst>
          </p:cNvPr>
          <p:cNvSpPr txBox="1"/>
          <p:nvPr/>
        </p:nvSpPr>
        <p:spPr>
          <a:xfrm>
            <a:off x="4572000" y="46913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硬件</a:t>
            </a:r>
            <a:endParaRPr lang="en-CN" dirty="0"/>
          </a:p>
        </p:txBody>
      </p:sp>
      <p:sp>
        <p:nvSpPr>
          <p:cNvPr id="33" name="TextBox 56">
            <a:extLst>
              <a:ext uri="{FF2B5EF4-FFF2-40B4-BE49-F238E27FC236}">
                <a16:creationId xmlns:a16="http://schemas.microsoft.com/office/drawing/2014/main" id="{A73A91DB-81D0-5E4E-9F08-945790E52478}"/>
              </a:ext>
            </a:extLst>
          </p:cNvPr>
          <p:cNvSpPr txBox="1"/>
          <p:nvPr/>
        </p:nvSpPr>
        <p:spPr>
          <a:xfrm>
            <a:off x="4733836" y="1418397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192.168.2.1</a:t>
            </a:r>
            <a:endParaRPr lang="en-CN" sz="1400" dirty="0"/>
          </a:p>
        </p:txBody>
      </p:sp>
      <p:sp>
        <p:nvSpPr>
          <p:cNvPr id="34" name="TextBox 56">
            <a:extLst>
              <a:ext uri="{FF2B5EF4-FFF2-40B4-BE49-F238E27FC236}">
                <a16:creationId xmlns:a16="http://schemas.microsoft.com/office/drawing/2014/main" id="{944E863C-2FDF-7C4C-BD9F-E3AA2AC6CCB9}"/>
              </a:ext>
            </a:extLst>
          </p:cNvPr>
          <p:cNvSpPr txBox="1"/>
          <p:nvPr/>
        </p:nvSpPr>
        <p:spPr>
          <a:xfrm>
            <a:off x="4864726" y="177778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192.168.2.2</a:t>
            </a:r>
            <a:endParaRPr lang="en-CN" sz="1400" dirty="0"/>
          </a:p>
        </p:txBody>
      </p:sp>
      <p:sp>
        <p:nvSpPr>
          <p:cNvPr id="35" name="TextBox 56">
            <a:extLst>
              <a:ext uri="{FF2B5EF4-FFF2-40B4-BE49-F238E27FC236}">
                <a16:creationId xmlns:a16="http://schemas.microsoft.com/office/drawing/2014/main" id="{3C57FC64-59F7-0340-8966-59E08AD2F1AB}"/>
              </a:ext>
            </a:extLst>
          </p:cNvPr>
          <p:cNvSpPr txBox="1"/>
          <p:nvPr/>
        </p:nvSpPr>
        <p:spPr>
          <a:xfrm>
            <a:off x="7116689" y="1785381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192.168.2.3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02451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 L 0.00017 -0.11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5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64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0.00017 -0.11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5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4" grpId="0"/>
      <p:bldP spid="15" grpId="0" animBg="1"/>
      <p:bldP spid="18" grpId="0" animBg="1"/>
      <p:bldP spid="19" grpId="0" animBg="1"/>
      <p:bldP spid="20" grpId="0" animBg="1"/>
      <p:bldP spid="22" grpId="0"/>
      <p:bldP spid="23" grpId="0" animBg="1"/>
      <p:bldP spid="34" grpId="0"/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ja-JP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CN" dirty="0"/>
              <a:t>容器</a:t>
            </a:r>
            <a:r>
              <a:rPr lang="ja-JP" altLang="en-US" dirty="0"/>
              <a:t>内进程可以看到容器外进程的</a:t>
            </a:r>
            <a:r>
              <a:rPr lang="en-US" altLang="ja-JP" dirty="0"/>
              <a:t>PID</a:t>
            </a:r>
            <a:r>
              <a:rPr lang="ja-JP" altLang="en-US" dirty="0"/>
              <a:t>会发生</a:t>
            </a:r>
            <a:r>
              <a:rPr lang="ja-JP" altLang="en-US"/>
              <a:t>什么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ja-JP" dirty="0"/>
          </a:p>
          <a:p>
            <a:r>
              <a:rPr lang="ja-JP" altLang="en-US" dirty="0"/>
              <a:t>假设有容器内存在一个恶意进程</a:t>
            </a:r>
            <a:endParaRPr lang="en-US" altLang="ja-JP" dirty="0"/>
          </a:p>
          <a:p>
            <a:pPr lvl="1"/>
            <a:r>
              <a:rPr lang="ja-JP" altLang="en-US" dirty="0"/>
              <a:t>恶意进程向容器外进程发送</a:t>
            </a:r>
            <a:r>
              <a:rPr lang="en-US" altLang="ja-JP" dirty="0"/>
              <a:t>SIGKILL</a:t>
            </a:r>
            <a:r>
              <a:rPr lang="ja-JP" altLang="en-US" dirty="0"/>
              <a:t>信号</a:t>
            </a:r>
            <a:endParaRPr lang="en-US" altLang="zh-CN" dirty="0"/>
          </a:p>
          <a:p>
            <a:pPr lvl="1"/>
            <a:r>
              <a:rPr lang="ja-JP" altLang="en-US" dirty="0"/>
              <a:t>主机操作系统或其他容器中的正常进程会被杀死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2721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PID Namespace</a:t>
            </a:r>
            <a:r>
              <a:rPr lang="zh-CN" altLang="en-US" dirty="0"/>
              <a:t>的设计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直接的想法</a:t>
            </a:r>
            <a:endParaRPr lang="en-US" altLang="zh-CN" dirty="0"/>
          </a:p>
          <a:p>
            <a:pPr lvl="1"/>
            <a:r>
              <a:rPr lang="zh-CN" altLang="en-US" dirty="0"/>
              <a:t>将每个</a:t>
            </a:r>
            <a:r>
              <a:rPr lang="en-US" altLang="zh-CN" dirty="0"/>
              <a:t>NS</a:t>
            </a:r>
            <a:r>
              <a:rPr lang="zh-CN" altLang="en-US" dirty="0"/>
              <a:t>中的进程放在一起管理，不同</a:t>
            </a:r>
            <a:r>
              <a:rPr lang="en-US" altLang="zh-CN" dirty="0"/>
              <a:t>NS</a:t>
            </a:r>
            <a:r>
              <a:rPr lang="zh-CN" altLang="en-US" dirty="0"/>
              <a:t>中的进程相互隔离</a:t>
            </a:r>
            <a:endParaRPr lang="en-US" altLang="zh-CN" dirty="0"/>
          </a:p>
          <a:p>
            <a:r>
              <a:rPr lang="zh-CN" altLang="en-US" dirty="0"/>
              <a:t>存在的问题</a:t>
            </a:r>
            <a:endParaRPr lang="en-US" altLang="zh-CN" dirty="0"/>
          </a:p>
          <a:p>
            <a:pPr lvl="1"/>
            <a:r>
              <a:rPr lang="zh-CN" altLang="en-US" dirty="0"/>
              <a:t>进程间关系如何处理（比如父子进程）？</a:t>
            </a:r>
            <a:endParaRPr lang="en-US" altLang="zh-CN" dirty="0"/>
          </a:p>
          <a:p>
            <a:r>
              <a:rPr lang="zh-CN" altLang="en-US" dirty="0"/>
              <a:t>更进一步</a:t>
            </a:r>
            <a:endParaRPr lang="en-US" altLang="zh-CN" dirty="0"/>
          </a:p>
          <a:p>
            <a:pPr lvl="1"/>
            <a:r>
              <a:rPr lang="zh-CN" altLang="en-US" dirty="0"/>
              <a:t>允许父</a:t>
            </a:r>
            <a:r>
              <a:rPr lang="en-US" altLang="zh-CN" dirty="0"/>
              <a:t>NS</a:t>
            </a:r>
            <a:r>
              <a:rPr lang="zh-CN" altLang="en-US" dirty="0"/>
              <a:t>看到子</a:t>
            </a:r>
            <a:r>
              <a:rPr lang="en-US" altLang="zh-CN" dirty="0"/>
              <a:t>NS</a:t>
            </a:r>
            <a:r>
              <a:rPr lang="zh-CN" altLang="en-US" dirty="0"/>
              <a:t>中的进程，保留父子关系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692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FA3-9336-7245-9B81-BFA9D774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r>
              <a:rPr lang="ja-JP" altLang="en-US"/>
              <a:t>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007D-6F76-0142-8EAC-1D7476A8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CN"/>
              <a:t>对</a:t>
            </a:r>
            <a:r>
              <a:rPr lang="en-US" altLang="ja-JP" dirty="0"/>
              <a:t>NS</a:t>
            </a:r>
            <a:r>
              <a:rPr lang="ja-JP" altLang="en-US"/>
              <a:t>内外的</a:t>
            </a:r>
            <a:r>
              <a:rPr lang="en-US" altLang="ja-JP" dirty="0"/>
              <a:t>PID</a:t>
            </a:r>
            <a:r>
              <a:rPr lang="ja-JP" altLang="en-US"/>
              <a:t>进行单向隔离</a:t>
            </a:r>
            <a:endParaRPr lang="en-US" altLang="ja-JP" dirty="0"/>
          </a:p>
          <a:p>
            <a:pPr lvl="1"/>
            <a:r>
              <a:rPr lang="ja-JP" altLang="en-US"/>
              <a:t>外部能看到</a:t>
            </a:r>
            <a:r>
              <a:rPr lang="zh-CN" altLang="en-US" dirty="0"/>
              <a:t>内部</a:t>
            </a:r>
            <a:r>
              <a:rPr lang="ja-JP" altLang="en-US"/>
              <a:t>的进程</a:t>
            </a:r>
            <a:r>
              <a:rPr lang="zh-CN" altLang="en-US" dirty="0"/>
              <a:t>，</a:t>
            </a:r>
            <a:r>
              <a:rPr lang="ja-JP" altLang="en-US"/>
              <a:t>反之</a:t>
            </a:r>
            <a:r>
              <a:rPr lang="zh-CN" altLang="en-US" dirty="0"/>
              <a:t>则</a:t>
            </a:r>
            <a:r>
              <a:rPr lang="ja-JP" altLang="en-US"/>
              <a:t>不能</a:t>
            </a:r>
            <a:endParaRPr lang="en-US" altLang="ja-JP" dirty="0"/>
          </a:p>
          <a:p>
            <a:endParaRPr lang="en-US" altLang="zh-CN" dirty="0"/>
          </a:p>
          <a:p>
            <a:r>
              <a:rPr lang="zh-CN" altLang="en-US" dirty="0"/>
              <a:t>图例</a:t>
            </a:r>
            <a:endParaRPr lang="en-US" altLang="zh-CN" dirty="0"/>
          </a:p>
          <a:p>
            <a:pPr lvl="1"/>
            <a:r>
              <a:rPr lang="zh-CN" altLang="en-US" dirty="0"/>
              <a:t>子</a:t>
            </a:r>
            <a:r>
              <a:rPr lang="en-US" altLang="zh-CN" dirty="0"/>
              <a:t>NS</a:t>
            </a:r>
            <a:r>
              <a:rPr lang="zh-CN" altLang="en-US" dirty="0"/>
              <a:t>中的进程在父</a:t>
            </a:r>
            <a:r>
              <a:rPr lang="en-US" altLang="zh-CN" dirty="0"/>
              <a:t>NS</a:t>
            </a:r>
            <a:r>
              <a:rPr lang="zh-CN" altLang="en-US" dirty="0"/>
              <a:t>中也有</a:t>
            </a:r>
            <a:r>
              <a:rPr lang="en-US" altLang="zh-CN" dirty="0"/>
              <a:t>PID</a:t>
            </a:r>
          </a:p>
          <a:p>
            <a:pPr lvl="1"/>
            <a:r>
              <a:rPr lang="ja-JP" altLang="en-US"/>
              <a:t>进程只能看到当前</a:t>
            </a:r>
            <a:r>
              <a:rPr lang="en-US" altLang="ja-JP" dirty="0"/>
              <a:t>NS</a:t>
            </a:r>
            <a:r>
              <a:rPr lang="ja-JP" altLang="en-US"/>
              <a:t>的</a:t>
            </a:r>
            <a:r>
              <a:rPr lang="en-US" altLang="ja-JP" dirty="0"/>
              <a:t>PID</a:t>
            </a:r>
            <a:endParaRPr lang="en-US" altLang="zh-CN" dirty="0"/>
          </a:p>
          <a:p>
            <a:pPr lvl="1"/>
            <a:r>
              <a:rPr lang="zh-CN" altLang="en-US" dirty="0"/>
              <a:t>子</a:t>
            </a:r>
            <a:r>
              <a:rPr lang="en-US" altLang="zh-CN" dirty="0"/>
              <a:t>NS</a:t>
            </a:r>
            <a:r>
              <a:rPr lang="zh-CN" altLang="en-US" dirty="0"/>
              <a:t>中的进程无法向外发送信号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AEDD-B84F-B746-B1A2-2574F873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5401B-EEE8-074B-BA09-F92552B4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8CD5B46-9C76-F240-9FD7-33DE64779607}"/>
              </a:ext>
            </a:extLst>
          </p:cNvPr>
          <p:cNvSpPr/>
          <p:nvPr/>
        </p:nvSpPr>
        <p:spPr>
          <a:xfrm>
            <a:off x="6817472" y="2717512"/>
            <a:ext cx="648072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BE7C725-0219-BF4A-BFB0-7B6421193E73}"/>
              </a:ext>
            </a:extLst>
          </p:cNvPr>
          <p:cNvSpPr/>
          <p:nvPr/>
        </p:nvSpPr>
        <p:spPr>
          <a:xfrm>
            <a:off x="5774336" y="3241240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2,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Rectangle 76">
            <a:extLst>
              <a:ext uri="{FF2B5EF4-FFF2-40B4-BE49-F238E27FC236}">
                <a16:creationId xmlns:a16="http://schemas.microsoft.com/office/drawing/2014/main" id="{A1A8596A-BDC7-D14C-B174-A2C2E32E4F82}"/>
              </a:ext>
            </a:extLst>
          </p:cNvPr>
          <p:cNvSpPr/>
          <p:nvPr/>
        </p:nvSpPr>
        <p:spPr>
          <a:xfrm>
            <a:off x="5680697" y="3090654"/>
            <a:ext cx="2106203" cy="1504976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cxnSp>
        <p:nvCxnSpPr>
          <p:cNvPr id="9" name="Straight Arrow Connector 31">
            <a:extLst>
              <a:ext uri="{FF2B5EF4-FFF2-40B4-BE49-F238E27FC236}">
                <a16:creationId xmlns:a16="http://schemas.microsoft.com/office/drawing/2014/main" id="{3C2D5578-D417-854B-950B-6BADD940252F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flipH="1">
            <a:off x="6098372" y="2387853"/>
            <a:ext cx="1043136" cy="853387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31">
            <a:extLst>
              <a:ext uri="{FF2B5EF4-FFF2-40B4-BE49-F238E27FC236}">
                <a16:creationId xmlns:a16="http://schemas.microsoft.com/office/drawing/2014/main" id="{65D96D02-F9FD-4D4A-BB87-675991FCA942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141508" y="2387853"/>
            <a:ext cx="1270458" cy="695424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31">
            <a:extLst>
              <a:ext uri="{FF2B5EF4-FFF2-40B4-BE49-F238E27FC236}">
                <a16:creationId xmlns:a16="http://schemas.microsoft.com/office/drawing/2014/main" id="{9AECEE92-950E-EB4D-B85D-C8F74E2892CE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098372" y="3545087"/>
            <a:ext cx="0" cy="600966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CFBCAD1-5A98-B04C-8AF1-249D98C3BE7E}"/>
              </a:ext>
            </a:extLst>
          </p:cNvPr>
          <p:cNvSpPr/>
          <p:nvPr/>
        </p:nvSpPr>
        <p:spPr>
          <a:xfrm>
            <a:off x="5774336" y="4146053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4,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3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23B5085-E468-9740-9C88-6D73F2E7BDF2}"/>
              </a:ext>
            </a:extLst>
          </p:cNvPr>
          <p:cNvSpPr/>
          <p:nvPr/>
        </p:nvSpPr>
        <p:spPr>
          <a:xfrm>
            <a:off x="6817472" y="2084006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4B86D15-AD9F-C14A-A85A-4F8AC9EDB579}"/>
              </a:ext>
            </a:extLst>
          </p:cNvPr>
          <p:cNvSpPr/>
          <p:nvPr/>
        </p:nvSpPr>
        <p:spPr>
          <a:xfrm>
            <a:off x="8087930" y="3083277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5" name="Rectangle 76">
            <a:extLst>
              <a:ext uri="{FF2B5EF4-FFF2-40B4-BE49-F238E27FC236}">
                <a16:creationId xmlns:a16="http://schemas.microsoft.com/office/drawing/2014/main" id="{3B6C9A4C-AFF2-9E41-B703-DD43ADF53F82}"/>
              </a:ext>
            </a:extLst>
          </p:cNvPr>
          <p:cNvSpPr/>
          <p:nvPr/>
        </p:nvSpPr>
        <p:spPr>
          <a:xfrm>
            <a:off x="5594404" y="1921396"/>
            <a:ext cx="3384376" cy="275547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16" name="TextBox 56">
            <a:extLst>
              <a:ext uri="{FF2B5EF4-FFF2-40B4-BE49-F238E27FC236}">
                <a16:creationId xmlns:a16="http://schemas.microsoft.com/office/drawing/2014/main" id="{D344C0B3-649A-BC43-8BC1-EE5EA771CB0A}"/>
              </a:ext>
            </a:extLst>
          </p:cNvPr>
          <p:cNvSpPr txBox="1"/>
          <p:nvPr/>
        </p:nvSpPr>
        <p:spPr>
          <a:xfrm>
            <a:off x="7787436" y="430753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Parent NS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7" name="TextBox 56">
            <a:extLst>
              <a:ext uri="{FF2B5EF4-FFF2-40B4-BE49-F238E27FC236}">
                <a16:creationId xmlns:a16="http://schemas.microsoft.com/office/drawing/2014/main" id="{6C771A95-D086-004D-90B6-11BC1EC2642E}"/>
              </a:ext>
            </a:extLst>
          </p:cNvPr>
          <p:cNvSpPr txBox="1"/>
          <p:nvPr/>
        </p:nvSpPr>
        <p:spPr>
          <a:xfrm>
            <a:off x="6740082" y="4242053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Child NS</a:t>
            </a:r>
            <a:endParaRPr lang="en-CN" dirty="0">
              <a:solidFill>
                <a:srgbClr val="00B0F0"/>
              </a:solidFill>
            </a:endParaRPr>
          </a:p>
        </p:txBody>
      </p:sp>
      <p:cxnSp>
        <p:nvCxnSpPr>
          <p:cNvPr id="18" name="Straight Arrow Connector 31">
            <a:extLst>
              <a:ext uri="{FF2B5EF4-FFF2-40B4-BE49-F238E27FC236}">
                <a16:creationId xmlns:a16="http://schemas.microsoft.com/office/drawing/2014/main" id="{4584FEB5-E526-EA45-8260-56F8B76781EC}"/>
              </a:ext>
            </a:extLst>
          </p:cNvPr>
          <p:cNvCxnSpPr>
            <a:cxnSpLocks/>
          </p:cNvCxnSpPr>
          <p:nvPr/>
        </p:nvCxnSpPr>
        <p:spPr>
          <a:xfrm>
            <a:off x="7141015" y="2717512"/>
            <a:ext cx="493" cy="932076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31">
            <a:extLst>
              <a:ext uri="{FF2B5EF4-FFF2-40B4-BE49-F238E27FC236}">
                <a16:creationId xmlns:a16="http://schemas.microsoft.com/office/drawing/2014/main" id="{63408A35-A164-3E4F-B492-4B41789480D3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7141508" y="2387853"/>
            <a:ext cx="0" cy="329659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F749AA7-033F-FD4C-9285-07A33EB58F1B}"/>
              </a:ext>
            </a:extLst>
          </p:cNvPr>
          <p:cNvSpPr/>
          <p:nvPr/>
        </p:nvSpPr>
        <p:spPr>
          <a:xfrm>
            <a:off x="6815060" y="3649588"/>
            <a:ext cx="648072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3,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2</a:t>
            </a:r>
            <a:endParaRPr lang="zh-CN" altLang="en-US" dirty="0">
              <a:solidFill>
                <a:srgbClr val="00B0F0"/>
              </a:solidFill>
            </a:endParaRPr>
          </a:p>
        </p:txBody>
      </p: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103BBC3B-95E2-E046-9669-0603CB442F57}"/>
              </a:ext>
            </a:extLst>
          </p:cNvPr>
          <p:cNvCxnSpPr/>
          <p:nvPr/>
        </p:nvCxnSpPr>
        <p:spPr>
          <a:xfrm rot="10800000" flipV="1">
            <a:off x="7460698" y="3387126"/>
            <a:ext cx="798003" cy="346496"/>
          </a:xfrm>
          <a:prstGeom prst="bentConnector3">
            <a:avLst>
              <a:gd name="adj1" fmla="val -29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13">
            <a:extLst>
              <a:ext uri="{FF2B5EF4-FFF2-40B4-BE49-F238E27FC236}">
                <a16:creationId xmlns:a16="http://schemas.microsoft.com/office/drawing/2014/main" id="{0E7885EE-8B16-3B4C-8F84-E66B8B64DDF8}"/>
              </a:ext>
            </a:extLst>
          </p:cNvPr>
          <p:cNvSpPr/>
          <p:nvPr/>
        </p:nvSpPr>
        <p:spPr>
          <a:xfrm>
            <a:off x="7790446" y="3809776"/>
            <a:ext cx="504031" cy="521318"/>
          </a:xfrm>
          <a:prstGeom prst="mathMultiply">
            <a:avLst>
              <a:gd name="adj1" fmla="val 130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L-Shape 15">
            <a:extLst>
              <a:ext uri="{FF2B5EF4-FFF2-40B4-BE49-F238E27FC236}">
                <a16:creationId xmlns:a16="http://schemas.microsoft.com/office/drawing/2014/main" id="{EF468DFD-2D39-E645-A6ED-68E1214140E5}"/>
              </a:ext>
            </a:extLst>
          </p:cNvPr>
          <p:cNvSpPr/>
          <p:nvPr/>
        </p:nvSpPr>
        <p:spPr>
          <a:xfrm rot="19140904">
            <a:off x="8360997" y="3467164"/>
            <a:ext cx="361523" cy="232792"/>
          </a:xfrm>
          <a:prstGeom prst="corner">
            <a:avLst>
              <a:gd name="adj1" fmla="val 27348"/>
              <a:gd name="adj2" fmla="val 292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4" name="直接箭头连接符 73">
            <a:extLst>
              <a:ext uri="{FF2B5EF4-FFF2-40B4-BE49-F238E27FC236}">
                <a16:creationId xmlns:a16="http://schemas.microsoft.com/office/drawing/2014/main" id="{57B1BEAB-7D51-4D4B-8799-C3463152326F}"/>
              </a:ext>
            </a:extLst>
          </p:cNvPr>
          <p:cNvCxnSpPr/>
          <p:nvPr/>
        </p:nvCxnSpPr>
        <p:spPr>
          <a:xfrm flipV="1">
            <a:off x="7474341" y="3869606"/>
            <a:ext cx="457200" cy="3679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56">
            <a:extLst>
              <a:ext uri="{FF2B5EF4-FFF2-40B4-BE49-F238E27FC236}">
                <a16:creationId xmlns:a16="http://schemas.microsoft.com/office/drawing/2014/main" id="{AD22C360-D587-0241-8EAF-4A1D3F03F041}"/>
              </a:ext>
            </a:extLst>
          </p:cNvPr>
          <p:cNvSpPr txBox="1"/>
          <p:nvPr/>
        </p:nvSpPr>
        <p:spPr>
          <a:xfrm>
            <a:off x="8198894" y="3808032"/>
            <a:ext cx="791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Signal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319705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4444E-6 L -0.00018 0.16194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808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8" grpId="0" animBg="1"/>
      <p:bldP spid="12" grpId="0" animBg="1"/>
      <p:bldP spid="14" grpId="0" animBg="1"/>
      <p:bldP spid="17" grpId="0"/>
      <p:bldP spid="20" grpId="0" animBg="1"/>
      <p:bldP spid="22" grpId="0" animBg="1"/>
      <p:bldP spid="23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ja-JP" dirty="0"/>
              <a:t>User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容器内外共享一个</a:t>
            </a:r>
            <a:r>
              <a:rPr lang="en-US" altLang="ja-JP" dirty="0"/>
              <a:t>root</a:t>
            </a:r>
            <a:r>
              <a:rPr lang="ja-JP" altLang="en-US"/>
              <a:t>用户会发生什么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r>
              <a:rPr lang="ja-JP" altLang="en-US"/>
              <a:t>假设一个恶意用户在容器内获取了</a:t>
            </a:r>
            <a:r>
              <a:rPr lang="en-US" altLang="ja-JP" dirty="0"/>
              <a:t>root</a:t>
            </a:r>
            <a:r>
              <a:rPr lang="ja-JP" altLang="en-US"/>
              <a:t>权限</a:t>
            </a:r>
            <a:endParaRPr lang="en-US" altLang="ja-JP" dirty="0"/>
          </a:p>
          <a:p>
            <a:pPr lvl="1"/>
            <a:r>
              <a:rPr lang="ja-JP" altLang="en-US"/>
              <a:t>恶意用户相当于拥有了整个系统的最高权限</a:t>
            </a:r>
            <a:endParaRPr lang="en-US" altLang="ja-JP" dirty="0"/>
          </a:p>
          <a:p>
            <a:pPr lvl="1"/>
            <a:r>
              <a:rPr lang="ja-JP" altLang="en-US"/>
              <a:t>可以窃取其他容器甚至主机操作系统的隐私信息</a:t>
            </a:r>
            <a:endParaRPr lang="en-US" altLang="ja-JP" dirty="0"/>
          </a:p>
          <a:p>
            <a:pPr lvl="1"/>
            <a:r>
              <a:rPr lang="ja-JP" altLang="en-US"/>
              <a:t>可以控制或破坏系统内的各种服务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9687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 Namespace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/>
          </a:bodyPr>
          <a:lstStyle/>
          <a:p>
            <a:r>
              <a:rPr lang="ja-JP" altLang="en-CN" sz="1800"/>
              <a:t>对</a:t>
            </a:r>
            <a:r>
              <a:rPr lang="en-US" altLang="ja-JP" sz="1800" dirty="0"/>
              <a:t>NS</a:t>
            </a:r>
            <a:r>
              <a:rPr lang="ja-JP" altLang="en-US" sz="1800"/>
              <a:t>内外的</a:t>
            </a:r>
            <a:r>
              <a:rPr lang="en-US" altLang="zh-CN" sz="1800" dirty="0"/>
              <a:t>UID</a:t>
            </a:r>
            <a:r>
              <a:rPr lang="ja-JP" altLang="en-US" sz="1800"/>
              <a:t>和</a:t>
            </a:r>
            <a:r>
              <a:rPr lang="en-US" altLang="ja-JP" sz="1800" dirty="0"/>
              <a:t>GID</a:t>
            </a:r>
            <a:r>
              <a:rPr lang="ja-JP" altLang="en-US" sz="1800"/>
              <a:t>进行映射</a:t>
            </a:r>
            <a:endParaRPr lang="en-US" altLang="ja-JP" sz="1800" dirty="0"/>
          </a:p>
          <a:p>
            <a:pPr lvl="1"/>
            <a:r>
              <a:rPr lang="zh-CN" altLang="en-US" sz="1600" dirty="0"/>
              <a:t>允许普通用户在容器内有更高权限</a:t>
            </a:r>
            <a:endParaRPr lang="en-US" altLang="zh-CN" sz="1600" dirty="0"/>
          </a:p>
          <a:p>
            <a:pPr lvl="2"/>
            <a:r>
              <a:rPr lang="zh-CN" altLang="en-US" sz="1600" dirty="0"/>
              <a:t>基于</a:t>
            </a:r>
            <a:r>
              <a:rPr lang="en-US" altLang="zh-CN" sz="1600" dirty="0"/>
              <a:t>Linux</a:t>
            </a:r>
            <a:r>
              <a:rPr lang="zh-CN" altLang="en-US" sz="1600" dirty="0"/>
              <a:t> </a:t>
            </a:r>
            <a:r>
              <a:rPr lang="en-US" altLang="zh-CN" sz="1600" dirty="0"/>
              <a:t>Capability</a:t>
            </a:r>
            <a:r>
              <a:rPr lang="zh-CN" altLang="en-US" sz="1600" dirty="0"/>
              <a:t>机制</a:t>
            </a:r>
            <a:endParaRPr lang="en-US" altLang="zh-CN" sz="1600" dirty="0"/>
          </a:p>
          <a:p>
            <a:pPr lvl="1"/>
            <a:r>
              <a:rPr lang="ja-JP" altLang="en-US" sz="1600"/>
              <a:t>容器内</a:t>
            </a:r>
            <a:r>
              <a:rPr lang="en-US" altLang="ja-JP" sz="1600" dirty="0"/>
              <a:t>root</a:t>
            </a:r>
            <a:r>
              <a:rPr lang="ja-JP" altLang="en-US" sz="1600"/>
              <a:t>用户在容器外</a:t>
            </a:r>
            <a:r>
              <a:rPr lang="zh-CN" altLang="en-US" sz="1600" dirty="0"/>
              <a:t>无</a:t>
            </a:r>
            <a:r>
              <a:rPr lang="ja-JP" altLang="en-US" sz="1600"/>
              <a:t>特权</a:t>
            </a:r>
            <a:endParaRPr lang="en-US" altLang="ja-JP" sz="1600" dirty="0"/>
          </a:p>
          <a:p>
            <a:pPr lvl="2"/>
            <a:r>
              <a:rPr lang="zh-CN" altLang="en-US" sz="1600" dirty="0"/>
              <a:t>只是普通用户</a:t>
            </a:r>
            <a:endParaRPr lang="en-US" altLang="zh-CN" sz="1600" dirty="0"/>
          </a:p>
          <a:p>
            <a:r>
              <a:rPr lang="zh-CN" altLang="en-US" sz="1800" dirty="0"/>
              <a:t>图例</a:t>
            </a:r>
            <a:endParaRPr lang="en-US" altLang="zh-CN" sz="1800" dirty="0"/>
          </a:p>
          <a:p>
            <a:pPr lvl="1"/>
            <a:r>
              <a:rPr lang="zh-CN" altLang="en-US" sz="1600" dirty="0"/>
              <a:t>普通用户在子</a:t>
            </a:r>
            <a:r>
              <a:rPr lang="en-US" altLang="zh-CN" sz="1600" dirty="0"/>
              <a:t>NS</a:t>
            </a:r>
            <a:r>
              <a:rPr lang="zh-CN" altLang="en-US" sz="1600" dirty="0"/>
              <a:t>中是</a:t>
            </a:r>
            <a:r>
              <a:rPr lang="en-US" altLang="zh-CN" sz="1600" dirty="0"/>
              <a:t>root</a:t>
            </a:r>
            <a:r>
              <a:rPr lang="zh-CN" altLang="en-US" sz="1600" dirty="0"/>
              <a:t>用户</a:t>
            </a:r>
            <a:endParaRPr lang="en-US" altLang="zh-CN" sz="1600" dirty="0"/>
          </a:p>
          <a:p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5103410" y="1646332"/>
            <a:ext cx="3657600" cy="2248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6017810" y="2570943"/>
            <a:ext cx="1828800" cy="22483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6475010" y="3500098"/>
            <a:ext cx="914400" cy="22483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4934014" y="1201316"/>
            <a:ext cx="4114800" cy="316070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931619" y="3037715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root</a:t>
            </a:r>
          </a:p>
          <a:p>
            <a:pPr algn="ctr"/>
            <a:r>
              <a:rPr lang="en-US" altLang="zh-CN" sz="1400" dirty="0"/>
              <a:t>0</a:t>
            </a:r>
            <a:endParaRPr lang="en-CN" sz="1400" dirty="0"/>
          </a:p>
        </p:txBody>
      </p:sp>
      <p:sp>
        <p:nvSpPr>
          <p:cNvPr id="73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961885" y="2101376"/>
            <a:ext cx="648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Hong</a:t>
            </a:r>
          </a:p>
          <a:p>
            <a:r>
              <a:rPr lang="en-US" sz="1400" dirty="0"/>
              <a:t>500</a:t>
            </a:r>
            <a:endParaRPr lang="en-CN" sz="1400" dirty="0"/>
          </a:p>
        </p:txBody>
      </p:sp>
      <p:sp>
        <p:nvSpPr>
          <p:cNvPr id="74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84261" y="1368520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2999</a:t>
            </a:r>
          </a:p>
        </p:txBody>
      </p:sp>
      <p:sp>
        <p:nvSpPr>
          <p:cNvPr id="75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521369" y="1174567"/>
            <a:ext cx="648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</a:t>
            </a:r>
            <a:r>
              <a:rPr lang="en-US" altLang="ja-JP" sz="1400" dirty="0"/>
              <a:t>ing</a:t>
            </a:r>
            <a:endParaRPr lang="en-US" altLang="zh-CN" sz="1400" dirty="0"/>
          </a:p>
          <a:p>
            <a:r>
              <a:rPr lang="en-US" sz="1400" dirty="0"/>
              <a:t>1000</a:t>
            </a:r>
            <a:endParaRPr lang="en-CN" sz="1400" dirty="0"/>
          </a:p>
        </p:txBody>
      </p:sp>
      <p:sp>
        <p:nvSpPr>
          <p:cNvPr id="76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4788024" y="1174567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root</a:t>
            </a:r>
          </a:p>
          <a:p>
            <a:pPr algn="ctr"/>
            <a:r>
              <a:rPr lang="en-US" altLang="zh-CN" sz="1400" dirty="0"/>
              <a:t>0</a:t>
            </a:r>
            <a:endParaRPr lang="en-CN" sz="1400" dirty="0"/>
          </a:p>
        </p:txBody>
      </p:sp>
      <p:sp>
        <p:nvSpPr>
          <p:cNvPr id="77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488663" y="2092764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root</a:t>
            </a:r>
          </a:p>
          <a:p>
            <a:pPr algn="ctr"/>
            <a:r>
              <a:rPr lang="en-US" altLang="zh-CN" sz="1400" dirty="0"/>
              <a:t>0</a:t>
            </a:r>
            <a:endParaRPr lang="en-CN" sz="1400" dirty="0"/>
          </a:p>
        </p:txBody>
      </p:sp>
      <p:sp>
        <p:nvSpPr>
          <p:cNvPr id="78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6836773" y="2293044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1499</a:t>
            </a:r>
          </a:p>
        </p:txBody>
      </p:sp>
      <p:sp>
        <p:nvSpPr>
          <p:cNvPr id="79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46282" y="2291087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1999</a:t>
            </a:r>
          </a:p>
        </p:txBody>
      </p:sp>
      <p:sp>
        <p:nvSpPr>
          <p:cNvPr id="80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6932210" y="3228333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999</a:t>
            </a:r>
          </a:p>
        </p:txBody>
      </p:sp>
      <p:cxnSp>
        <p:nvCxnSpPr>
          <p:cNvPr id="81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 flipH="1">
            <a:off x="6017809" y="1653382"/>
            <a:ext cx="1" cy="910511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 flipH="1">
            <a:off x="7846610" y="1653382"/>
            <a:ext cx="1" cy="910511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8711669" y="1532612"/>
            <a:ext cx="648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en-CN" sz="1600" b="1" dirty="0"/>
          </a:p>
        </p:txBody>
      </p:sp>
      <p:sp>
        <p:nvSpPr>
          <p:cNvPr id="84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60922" y="3373224"/>
            <a:ext cx="648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…</a:t>
            </a:r>
            <a:endParaRPr lang="en-CN" sz="1600" b="1" dirty="0">
              <a:solidFill>
                <a:schemeClr val="accent1"/>
              </a:solidFill>
            </a:endParaRPr>
          </a:p>
        </p:txBody>
      </p:sp>
      <p:cxnSp>
        <p:nvCxnSpPr>
          <p:cNvPr id="85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 flipH="1">
            <a:off x="6475011" y="1669123"/>
            <a:ext cx="0" cy="182880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>
            <a:off x="7389408" y="1669123"/>
            <a:ext cx="1" cy="182880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840146" y="2446691"/>
            <a:ext cx="648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…</a:t>
            </a:r>
            <a:endParaRPr lang="en-CN" sz="1600" b="1" dirty="0">
              <a:solidFill>
                <a:schemeClr val="accent3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604888" y="2016331"/>
            <a:ext cx="3064117" cy="2129664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6061999" y="2911011"/>
            <a:ext cx="2112375" cy="1017272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8164181" y="1192704"/>
            <a:ext cx="958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Root NS</a:t>
            </a:r>
            <a:endParaRPr lang="en-CN" sz="1600" dirty="0"/>
          </a:p>
        </p:txBody>
      </p:sp>
      <p:sp>
        <p:nvSpPr>
          <p:cNvPr id="91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866447" y="1996916"/>
            <a:ext cx="8747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3"/>
                </a:solidFill>
              </a:rPr>
              <a:t>LV1 NS</a:t>
            </a:r>
            <a:endParaRPr lang="en-CN" sz="1600" dirty="0">
              <a:solidFill>
                <a:schemeClr val="accent3"/>
              </a:solidFill>
            </a:endParaRPr>
          </a:p>
        </p:txBody>
      </p:sp>
      <p:sp>
        <p:nvSpPr>
          <p:cNvPr id="92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71467" y="2886150"/>
            <a:ext cx="8747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</a:rPr>
              <a:t>LV2 NS</a:t>
            </a:r>
            <a:endParaRPr lang="en-CN" sz="1600" dirty="0">
              <a:solidFill>
                <a:schemeClr val="accent1"/>
              </a:solidFill>
            </a:endParaRPr>
          </a:p>
        </p:txBody>
      </p:sp>
      <p:sp>
        <p:nvSpPr>
          <p:cNvPr id="93" name="上箭头标注 92"/>
          <p:cNvSpPr/>
          <p:nvPr/>
        </p:nvSpPr>
        <p:spPr>
          <a:xfrm>
            <a:off x="7647858" y="4073174"/>
            <a:ext cx="1409853" cy="927574"/>
          </a:xfrm>
          <a:prstGeom prst="upArrowCallout">
            <a:avLst>
              <a:gd name="adj1" fmla="val 4620"/>
              <a:gd name="adj2" fmla="val 7363"/>
              <a:gd name="adj3" fmla="val 8931"/>
              <a:gd name="adj4" fmla="val 3576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/</a:t>
            </a:r>
            <a:r>
              <a:rPr lang="en-US" altLang="zh-CN" sz="1100" b="1" dirty="0" err="1"/>
              <a:t>proc</a:t>
            </a:r>
            <a:r>
              <a:rPr lang="en-US" altLang="zh-CN" sz="1100" b="1" dirty="0"/>
              <a:t>/PID/</a:t>
            </a:r>
            <a:r>
              <a:rPr lang="en-US" altLang="zh-CN" sz="1100" b="1" dirty="0" err="1"/>
              <a:t>uid_map</a:t>
            </a:r>
            <a:br>
              <a:rPr lang="en-US" altLang="zh-CN" sz="1100" b="1" dirty="0"/>
            </a:br>
            <a:r>
              <a:rPr lang="en-US" altLang="zh-CN" sz="1100" b="1" dirty="0"/>
              <a:t>0    1000    2000</a:t>
            </a:r>
            <a:endParaRPr lang="zh-CN" altLang="en-US" sz="1100" dirty="0"/>
          </a:p>
        </p:txBody>
      </p:sp>
      <p:sp>
        <p:nvSpPr>
          <p:cNvPr id="94" name="上箭头标注 93"/>
          <p:cNvSpPr/>
          <p:nvPr/>
        </p:nvSpPr>
        <p:spPr>
          <a:xfrm>
            <a:off x="6096613" y="3860298"/>
            <a:ext cx="1409853" cy="1144995"/>
          </a:xfrm>
          <a:prstGeom prst="upArrowCallout">
            <a:avLst>
              <a:gd name="adj1" fmla="val 4620"/>
              <a:gd name="adj2" fmla="val 7363"/>
              <a:gd name="adj3" fmla="val 8931"/>
              <a:gd name="adj4" fmla="val 290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/</a:t>
            </a:r>
            <a:r>
              <a:rPr lang="en-US" altLang="zh-CN" sz="1100" b="1" dirty="0" err="1"/>
              <a:t>proc</a:t>
            </a:r>
            <a:r>
              <a:rPr lang="en-US" altLang="zh-CN" sz="1100" b="1" dirty="0"/>
              <a:t>/PID/</a:t>
            </a:r>
            <a:r>
              <a:rPr lang="en-US" altLang="zh-CN" sz="1100" b="1" dirty="0" err="1"/>
              <a:t>uid_map</a:t>
            </a:r>
            <a:br>
              <a:rPr lang="en-US" altLang="zh-CN" sz="1100" b="1" dirty="0"/>
            </a:br>
            <a:r>
              <a:rPr lang="en-US" altLang="zh-CN" sz="1100" b="1" dirty="0"/>
              <a:t>0    500    1000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6712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2" grpId="0"/>
      <p:bldP spid="73" grpId="0"/>
      <p:bldP spid="77" grpId="0"/>
      <p:bldP spid="78" grpId="0"/>
      <p:bldP spid="79" grpId="0"/>
      <p:bldP spid="80" grpId="0"/>
      <p:bldP spid="84" grpId="0"/>
      <p:bldP spid="87" grpId="0"/>
      <p:bldP spid="88" grpId="0" animBg="1"/>
      <p:bldP spid="89" grpId="0" animBg="1"/>
      <p:bldP spid="91" grpId="0"/>
      <p:bldP spid="92" grpId="0"/>
      <p:bldP spid="93" grpId="0" animBg="1"/>
      <p:bldP spid="9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67BA4-DB32-2C44-BC9E-029C0D69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进一步限制容器内</a:t>
            </a:r>
            <a:r>
              <a:rPr kumimoji="1" lang="en-US" altLang="zh-CN" dirty="0"/>
              <a:t>Root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51007-BEC8-F54F-89F1-880202943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如果容器内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要执行特权操作怎么办？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insmod</a:t>
            </a:r>
            <a:r>
              <a:rPr kumimoji="1" lang="zh-CN" altLang="en-US" dirty="0"/>
              <a:t>？一旦允许在内核中插入驱动，则拥有最高权限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关机</a:t>
            </a:r>
            <a:r>
              <a:rPr kumimoji="1" lang="en-US" altLang="zh-CN" dirty="0"/>
              <a:t>/</a:t>
            </a:r>
            <a:r>
              <a:rPr kumimoji="1" lang="zh-CN" altLang="en-US" dirty="0"/>
              <a:t>重启？整个云服务器会受影响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、从内核角度来看，仅仅是普通用户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、限制系统调用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Seccomp</a:t>
            </a:r>
            <a:r>
              <a:rPr kumimoji="1" lang="zh-CN" altLang="en-US" dirty="0"/>
              <a:t>机制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13144-BBE2-7140-94C1-43ECDC5D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C1B07E-CD7E-1845-850D-74E9FBD34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692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209C-7BAA-B543-B0A8-9211B5EC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7E37-2AE7-CF47-A72D-B0785E334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dirty="0"/>
              <a:t>UTS Namespace</a:t>
            </a:r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NS</a:t>
            </a:r>
            <a:r>
              <a:rPr lang="zh-CN" altLang="en-US" dirty="0"/>
              <a:t>拥有独立的</a:t>
            </a:r>
            <a:r>
              <a:rPr lang="en-US" altLang="zh-CN" dirty="0"/>
              <a:t>hostname</a:t>
            </a:r>
            <a:r>
              <a:rPr lang="zh-CN" altLang="en-US" dirty="0"/>
              <a:t>等名称</a:t>
            </a:r>
            <a:endParaRPr lang="en-US" altLang="zh-CN" dirty="0"/>
          </a:p>
          <a:p>
            <a:pPr lvl="1"/>
            <a:r>
              <a:rPr lang="zh-CN" altLang="en-US" dirty="0"/>
              <a:t>便于分辨主机操作系统及其上的多个容器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dirty="0" err="1"/>
              <a:t>Cgroup</a:t>
            </a:r>
            <a:r>
              <a:rPr lang="en-US" dirty="0"/>
              <a:t> Namespace</a:t>
            </a:r>
          </a:p>
          <a:p>
            <a:pPr lvl="1"/>
            <a:r>
              <a:rPr lang="en-US" altLang="zh-CN" dirty="0" err="1"/>
              <a:t>cgroupfs</a:t>
            </a:r>
            <a:r>
              <a:rPr lang="zh-CN" altLang="en-US" dirty="0"/>
              <a:t>的实现向容器内暴露</a:t>
            </a:r>
            <a:r>
              <a:rPr lang="en-US" altLang="zh-CN" dirty="0" err="1"/>
              <a:t>cgroup</a:t>
            </a:r>
            <a:r>
              <a:rPr lang="zh-CN" altLang="en-US" dirty="0"/>
              <a:t>根目录</a:t>
            </a:r>
            <a:endParaRPr lang="en-US" altLang="zh-CN" dirty="0"/>
          </a:p>
          <a:p>
            <a:pPr lvl="1"/>
            <a:r>
              <a:rPr lang="zh-CN" altLang="en-US" dirty="0"/>
              <a:t>增强隔离性：避免向容器内泄露主机操作系统信息</a:t>
            </a:r>
            <a:endParaRPr lang="en-US" altLang="zh-CN" dirty="0"/>
          </a:p>
          <a:p>
            <a:pPr lvl="1"/>
            <a:r>
              <a:rPr lang="zh-CN" altLang="en-US" dirty="0"/>
              <a:t>增强可移植性：取消</a:t>
            </a:r>
            <a:r>
              <a:rPr lang="en-US" altLang="zh-CN" dirty="0" err="1"/>
              <a:t>cgroup</a:t>
            </a:r>
            <a:r>
              <a:rPr lang="zh-CN" altLang="en-US" dirty="0"/>
              <a:t>路径名依赖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FADB-4421-504E-A2DA-9B181221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4F0DE-CAA0-4548-8B26-3F0421607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8135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SFI</a:t>
            </a:r>
            <a:r>
              <a:rPr kumimoji="1" lang="zh-CN" altLang="en-US" dirty="0"/>
              <a:t>：软件错误隔离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Wahbe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et al.  SOSP'93]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01131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86A96-EC1B-444A-B4A5-1E136CD1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2824"/>
            <a:ext cx="8229600" cy="900442"/>
          </a:xfrm>
        </p:spPr>
        <p:txBody>
          <a:bodyPr/>
          <a:lstStyle/>
          <a:p>
            <a:r>
              <a:rPr lang="zh-CN" altLang="en-US" dirty="0"/>
              <a:t>内部沙盒：三个限制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580EB3C-F016-4EED-8FF4-57764009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522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同一个地址空间内的隔离</a:t>
            </a:r>
            <a:endParaRPr lang="en-US" altLang="zh-CN" dirty="0"/>
          </a:p>
          <a:p>
            <a:pPr lvl="1"/>
            <a:r>
              <a:rPr lang="zh-CN" altLang="en-US" dirty="0"/>
              <a:t>每个“进程”就是一个独立的“</a:t>
            </a:r>
            <a:r>
              <a:rPr lang="en-US" altLang="zh-CN" dirty="0"/>
              <a:t>domain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domain</a:t>
            </a:r>
            <a:r>
              <a:rPr lang="zh-CN" altLang="en-US" dirty="0"/>
              <a:t>都有自己的内存区域（如上下边界）</a:t>
            </a:r>
            <a:endParaRPr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domain</a:t>
            </a:r>
            <a:r>
              <a:rPr lang="zh-CN" altLang="en-US" dirty="0"/>
              <a:t>在运行时，会检查所有的访存操作，保证不越界</a:t>
            </a:r>
            <a:endParaRPr lang="en-US" altLang="zh-CN" dirty="0"/>
          </a:p>
          <a:p>
            <a:r>
              <a:rPr lang="en-US" altLang="zh-CN" dirty="0"/>
              <a:t>Tradeoff</a:t>
            </a:r>
            <a:r>
              <a:rPr lang="zh-CN" altLang="en-US" dirty="0"/>
              <a:t>：检查和通信</a:t>
            </a:r>
            <a:endParaRPr lang="en-US" altLang="zh-CN" dirty="0"/>
          </a:p>
          <a:p>
            <a:pPr lvl="1"/>
            <a:r>
              <a:rPr lang="zh-CN" altLang="en-US" dirty="0"/>
              <a:t>增加的开销：检查访存，</a:t>
            </a:r>
            <a:r>
              <a:rPr lang="en-US" altLang="zh-CN" dirty="0"/>
              <a:t>domain</a:t>
            </a:r>
            <a:r>
              <a:rPr lang="zh-CN" altLang="en-US" dirty="0"/>
              <a:t>之间的切换</a:t>
            </a:r>
            <a:endParaRPr lang="en-US" altLang="zh-CN" dirty="0"/>
          </a:p>
          <a:p>
            <a:pPr lvl="1"/>
            <a:r>
              <a:rPr lang="zh-CN" altLang="en-US" dirty="0"/>
              <a:t>减少的开销：不用再陷入内核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6822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6420A-DED8-E449-94FA-227050C6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Domain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EF5FDC-6C2C-6F47-8AE1-5A2749383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运行在一个内存区域的代码和数据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通过一个唯一的</a:t>
            </a:r>
            <a:r>
              <a:rPr kumimoji="1" lang="en-US" altLang="zh-CN" sz="1800" dirty="0"/>
              <a:t>ID</a:t>
            </a:r>
            <a:r>
              <a:rPr kumimoji="1" lang="zh-CN" altLang="en-US" sz="1800" dirty="0"/>
              <a:t>来标识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代码和数据是分离的（如堆、栈）</a:t>
            </a:r>
            <a:endParaRPr kumimoji="1" lang="en-US" altLang="zh-CN" sz="1800" dirty="0"/>
          </a:p>
          <a:p>
            <a:r>
              <a:rPr kumimoji="1" lang="zh-CN" altLang="en-US" sz="2000" dirty="0"/>
              <a:t>二进制重写，保证无法从</a:t>
            </a:r>
            <a:r>
              <a:rPr kumimoji="1" lang="en-US" altLang="zh-CN" sz="2000" dirty="0"/>
              <a:t>domain</a:t>
            </a:r>
            <a:r>
              <a:rPr kumimoji="1" lang="zh-CN" altLang="en-US" sz="2000" dirty="0"/>
              <a:t>逃逸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所有的地址在访问前都会被</a:t>
            </a:r>
            <a:r>
              <a:rPr kumimoji="1" lang="en-US" altLang="zh-CN" sz="1800" dirty="0"/>
              <a:t>mask</a:t>
            </a:r>
          </a:p>
          <a:p>
            <a:pPr lvl="1"/>
            <a:r>
              <a:rPr kumimoji="1" lang="zh-CN" altLang="en-US" sz="1800" dirty="0"/>
              <a:t>属于粗粒度的内存安全（相比</a:t>
            </a:r>
            <a:r>
              <a:rPr kumimoji="1" lang="en-US" altLang="zh-CN" sz="1800" dirty="0"/>
              <a:t>Java</a:t>
            </a:r>
            <a:r>
              <a:rPr kumimoji="1" lang="zh-CN" altLang="en-US" sz="1800" dirty="0"/>
              <a:t>的类型安全，如数组边界检查）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在每条</a:t>
            </a:r>
            <a:r>
              <a:rPr kumimoji="1" lang="en-US" altLang="zh-CN" sz="1800" dirty="0" err="1"/>
              <a:t>jmp</a:t>
            </a:r>
            <a:r>
              <a:rPr kumimoji="1" lang="zh-CN" altLang="en-US" sz="1800" dirty="0"/>
              <a:t>语句之前同样插入代码，保证无法跳出特定区域</a:t>
            </a:r>
            <a:endParaRPr kumimoji="1" lang="en-US" altLang="zh-CN" sz="1800" dirty="0"/>
          </a:p>
          <a:p>
            <a:r>
              <a:rPr kumimoji="1" lang="zh-CN" altLang="en-US" sz="2200" dirty="0"/>
              <a:t>问：是否有可能抵御</a:t>
            </a:r>
            <a:r>
              <a:rPr kumimoji="1" lang="en-US" altLang="zh-CN" sz="2200" dirty="0"/>
              <a:t>buffer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overflow</a:t>
            </a:r>
            <a:r>
              <a:rPr kumimoji="1" lang="zh-CN" altLang="en-US" sz="2200" dirty="0"/>
              <a:t>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C2CBF-535F-F64B-BD1C-E92D5271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A1A105-C4BC-F840-8668-E20345172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426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26FDB-97ED-9C4A-AF49-1848EBA3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检查所有的</a:t>
            </a:r>
            <a:r>
              <a:rPr kumimoji="1" lang="en-US" altLang="zh-CN" dirty="0" err="1"/>
              <a:t>jmp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store</a:t>
            </a:r>
            <a:r>
              <a:rPr kumimoji="1"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29C310-45B7-A746-8B41-A48912B34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如果目标地址可以静态确定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用内存段的</a:t>
            </a:r>
            <a:r>
              <a:rPr kumimoji="1" lang="en-US" altLang="zh-CN" sz="1800" dirty="0"/>
              <a:t>upper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bits</a:t>
            </a:r>
            <a:r>
              <a:rPr kumimoji="1" lang="zh-CN" altLang="en-US" sz="1800" dirty="0"/>
              <a:t>来</a:t>
            </a:r>
            <a:r>
              <a:rPr kumimoji="1" lang="en-US" altLang="zh-CN" sz="1800" dirty="0"/>
              <a:t>mask</a:t>
            </a:r>
          </a:p>
          <a:p>
            <a:pPr lvl="1"/>
            <a:r>
              <a:rPr kumimoji="1" lang="zh-CN" altLang="en-US" sz="1800" dirty="0"/>
              <a:t>可能导致</a:t>
            </a:r>
            <a:r>
              <a:rPr kumimoji="1" lang="en-US" altLang="zh-CN" sz="1800" dirty="0"/>
              <a:t>domain</a:t>
            </a:r>
            <a:r>
              <a:rPr kumimoji="1" lang="zh-CN" altLang="en-US" sz="1800" dirty="0"/>
              <a:t>的</a:t>
            </a:r>
            <a:r>
              <a:rPr kumimoji="1" lang="en-US" altLang="zh-CN" sz="1800" dirty="0"/>
              <a:t>crash</a:t>
            </a:r>
            <a:r>
              <a:rPr kumimoji="1" lang="zh-CN" altLang="en-US" sz="1800" dirty="0"/>
              <a:t>，但至少不会篡改其他</a:t>
            </a:r>
            <a:r>
              <a:rPr kumimoji="1" lang="en-US" altLang="zh-CN" sz="1800" dirty="0"/>
              <a:t>domain</a:t>
            </a:r>
            <a:r>
              <a:rPr kumimoji="1" lang="zh-CN" altLang="en-US" sz="1800" dirty="0"/>
              <a:t>的内存</a:t>
            </a:r>
            <a:endParaRPr kumimoji="1" lang="en-US" altLang="zh-CN" sz="1800" dirty="0"/>
          </a:p>
          <a:p>
            <a:r>
              <a:rPr kumimoji="1" lang="zh-CN" altLang="en-US" sz="2000" dirty="0"/>
              <a:t>如果地址只能动态确定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在访问地址的代码前插入检查代码（二进制重写）</a:t>
            </a:r>
            <a:endParaRPr kumimoji="1" lang="en-US" altLang="zh-CN" sz="1800" dirty="0"/>
          </a:p>
          <a:p>
            <a:r>
              <a:rPr kumimoji="1" lang="zh-CN" altLang="en-US" sz="2000" dirty="0"/>
              <a:t>保证代码不会跳过检查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目标地址放在一个特定的寄存器中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保证这个值只能够被插入的代码原子地修改，且这个值只能来自内存段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F5934F-592C-4C4E-A6A6-3527CE3E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AD22C-D34D-AD48-8BE9-5D73F8566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6949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2A411285-CE2B-F640-84A9-8AEAE475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619100" indent="-238115"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952462" indent="-190492"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333447" indent="-190492"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1714431" indent="-190492"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095416" indent="-190492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476401" indent="-190492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2857386" indent="-190492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238370" indent="-190492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000">
                <a:latin typeface="Arial" panose="020B0604020202020204" pitchFamily="34" charset="0"/>
              </a:rPr>
              <a:t>slide </a:t>
            </a:r>
            <a:fld id="{040189B1-9B60-8D45-BE25-890B4261ABA4}" type="slidenum">
              <a:rPr lang="en-US" altLang="zh-CN" sz="1000">
                <a:latin typeface="Arial" panose="020B0604020202020204" pitchFamily="34" charset="0"/>
              </a:rPr>
              <a:pPr/>
              <a:t>37</a:t>
            </a:fld>
            <a:endParaRPr lang="en-US" altLang="zh-CN" sz="1000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DAA87F6-2E41-5C45-B39F-A7D1D710B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简单的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SFI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示例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66371" name="Rectangle 3">
            <a:extLst>
              <a:ext uri="{FF2B5EF4-FFF2-40B4-BE49-F238E27FC236}">
                <a16:creationId xmlns:a16="http://schemas.microsoft.com/office/drawing/2014/main" id="{CDC96F6B-C279-0C49-8962-6E7112D0B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313" y="1160995"/>
            <a:ext cx="7048500" cy="4064000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ea typeface="宋体" panose="02010600030101010101" pitchFamily="2" charset="-122"/>
              </a:rPr>
              <a:t>domain = 0x1200 ~ 0x12FF</a:t>
            </a:r>
          </a:p>
          <a:p>
            <a:r>
              <a:rPr lang="zh-CN" altLang="en-US" sz="2000" dirty="0">
                <a:latin typeface="+mn-ea"/>
                <a:ea typeface="+mn-ea"/>
              </a:rPr>
              <a:t>原始代码</a:t>
            </a:r>
            <a:r>
              <a:rPr lang="en-US" altLang="zh-CN" sz="2000" dirty="0">
                <a:latin typeface="+mn-ea"/>
                <a:ea typeface="+mn-ea"/>
              </a:rPr>
              <a:t>:</a:t>
            </a:r>
            <a:r>
              <a:rPr lang="en-US" altLang="zh-CN" sz="2000" dirty="0">
                <a:ea typeface="宋体" panose="02010600030101010101" pitchFamily="2" charset="-122"/>
              </a:rPr>
              <a:t>		write x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Naïve SFI:		x := x &amp; 00FF</a:t>
            </a:r>
          </a:p>
          <a:p>
            <a:pPr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                  		x := x | 1200</a:t>
            </a:r>
          </a:p>
          <a:p>
            <a:pPr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				write x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Better SFI:		</a:t>
            </a:r>
            <a:r>
              <a:rPr lang="en-US" altLang="zh-CN" sz="2000" dirty="0" err="1">
                <a:ea typeface="宋体" panose="02010600030101010101" pitchFamily="2" charset="-122"/>
              </a:rPr>
              <a:t>tmp</a:t>
            </a:r>
            <a:r>
              <a:rPr lang="en-US" altLang="zh-CN" sz="2000" dirty="0">
                <a:ea typeface="宋体" panose="02010600030101010101" pitchFamily="2" charset="-122"/>
              </a:rPr>
              <a:t> := x &amp; 00FF</a:t>
            </a:r>
          </a:p>
          <a:p>
            <a:pPr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		</a:t>
            </a:r>
            <a:r>
              <a:rPr lang="en-US" altLang="zh-CN" sz="2000" dirty="0" err="1">
                <a:ea typeface="宋体" panose="02010600030101010101" pitchFamily="2" charset="-122"/>
              </a:rPr>
              <a:t>tmp</a:t>
            </a:r>
            <a:r>
              <a:rPr lang="en-US" altLang="zh-CN" sz="2000" dirty="0">
                <a:ea typeface="宋体" panose="02010600030101010101" pitchFamily="2" charset="-122"/>
              </a:rPr>
              <a:t> := </a:t>
            </a:r>
            <a:r>
              <a:rPr lang="en-US" altLang="zh-CN" sz="2000" dirty="0" err="1">
                <a:ea typeface="宋体" panose="02010600030101010101" pitchFamily="2" charset="-122"/>
              </a:rPr>
              <a:t>tmp</a:t>
            </a:r>
            <a:r>
              <a:rPr lang="en-US" altLang="zh-CN" sz="2000" dirty="0">
                <a:ea typeface="宋体" panose="02010600030101010101" pitchFamily="2" charset="-122"/>
              </a:rPr>
              <a:t> | 1200</a:t>
            </a:r>
          </a:p>
          <a:p>
            <a:pPr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		write </a:t>
            </a:r>
            <a:r>
              <a:rPr lang="en-US" altLang="zh-CN" sz="2000" dirty="0" err="1">
                <a:ea typeface="宋体" panose="02010600030101010101" pitchFamily="2" charset="-122"/>
              </a:rPr>
              <a:t>tmp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F9ECFB79-9E1C-0C4C-A192-86A2EE89C18E}"/>
              </a:ext>
            </a:extLst>
          </p:cNvPr>
          <p:cNvGrpSpPr>
            <a:grpSpLocks/>
          </p:cNvGrpSpPr>
          <p:nvPr/>
        </p:nvGrpSpPr>
        <p:grpSpPr bwMode="auto">
          <a:xfrm>
            <a:off x="5652120" y="2256532"/>
            <a:ext cx="3380055" cy="889000"/>
            <a:chOff x="3456" y="1632"/>
            <a:chExt cx="2555" cy="672"/>
          </a:xfrm>
        </p:grpSpPr>
        <p:sp>
          <p:nvSpPr>
            <p:cNvPr id="16394" name="Text Box 4">
              <a:extLst>
                <a:ext uri="{FF2B5EF4-FFF2-40B4-BE49-F238E27FC236}">
                  <a16:creationId xmlns:a16="http://schemas.microsoft.com/office/drawing/2014/main" id="{290C44E3-A388-CC40-ACC2-2D6C1238A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858"/>
              <a:ext cx="236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FontTx/>
                <a:buNone/>
              </a:pPr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将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转换到一个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内的地址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95" name="AutoShape 5">
              <a:extLst>
                <a:ext uri="{FF2B5EF4-FFF2-40B4-BE49-F238E27FC236}">
                  <a16:creationId xmlns:a16="http://schemas.microsoft.com/office/drawing/2014/main" id="{94ED8EAD-F3E4-174C-B0EA-3FADAEC6D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632"/>
              <a:ext cx="192" cy="672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9pPr>
            </a:lstStyle>
            <a:p>
              <a:endParaRPr lang="zh-CN" altLang="zh-CN" sz="2000"/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2E2E84EA-BC8B-2A46-AC3D-5D72DCA558FE}"/>
              </a:ext>
            </a:extLst>
          </p:cNvPr>
          <p:cNvGrpSpPr>
            <a:grpSpLocks/>
          </p:cNvGrpSpPr>
          <p:nvPr/>
        </p:nvGrpSpPr>
        <p:grpSpPr bwMode="auto">
          <a:xfrm>
            <a:off x="1691680" y="3064288"/>
            <a:ext cx="7022041" cy="513292"/>
            <a:chOff x="735" y="2160"/>
            <a:chExt cx="5308" cy="388"/>
          </a:xfrm>
        </p:grpSpPr>
        <p:sp>
          <p:nvSpPr>
            <p:cNvPr id="16391" name="AutoShape 7">
              <a:extLst>
                <a:ext uri="{FF2B5EF4-FFF2-40B4-BE49-F238E27FC236}">
                  <a16:creationId xmlns:a16="http://schemas.microsoft.com/office/drawing/2014/main" id="{67D8D0EF-110E-D84A-8632-F6946F4AD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2314"/>
              <a:ext cx="2151" cy="219"/>
            </a:xfrm>
            <a:prstGeom prst="wedgeRectCallout">
              <a:avLst>
                <a:gd name="adj1" fmla="val -61630"/>
                <a:gd name="adj2" fmla="val -9686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r>
                <a:rPr lang="zh-CN" altLang="en-US" sz="1600" dirty="0">
                  <a:solidFill>
                    <a:srgbClr val="FF0000"/>
                  </a:solidFill>
                  <a:latin typeface="+mn-ea"/>
                </a:rPr>
                <a:t>如果直接跳转到这里怎么办？</a:t>
              </a:r>
              <a:endParaRPr lang="en-US" altLang="zh-CN" sz="16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6392" name="Freeform 8">
              <a:extLst>
                <a:ext uri="{FF2B5EF4-FFF2-40B4-BE49-F238E27FC236}">
                  <a16:creationId xmlns:a16="http://schemas.microsoft.com/office/drawing/2014/main" id="{F41775AA-E607-3F41-AA0D-9672C4A3C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2165"/>
              <a:ext cx="935" cy="383"/>
            </a:xfrm>
            <a:custGeom>
              <a:avLst/>
              <a:gdLst>
                <a:gd name="T0" fmla="*/ 0 w 935"/>
                <a:gd name="T1" fmla="*/ 133 h 383"/>
                <a:gd name="T2" fmla="*/ 376 w 935"/>
                <a:gd name="T3" fmla="*/ 33 h 383"/>
                <a:gd name="T4" fmla="*/ 632 w 935"/>
                <a:gd name="T5" fmla="*/ 333 h 383"/>
                <a:gd name="T6" fmla="*/ 935 w 935"/>
                <a:gd name="T7" fmla="*/ 331 h 3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5"/>
                <a:gd name="T13" fmla="*/ 0 h 383"/>
                <a:gd name="T14" fmla="*/ 935 w 935"/>
                <a:gd name="T15" fmla="*/ 383 h 3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5" h="383">
                  <a:moveTo>
                    <a:pt x="0" y="133"/>
                  </a:moveTo>
                  <a:cubicBezTo>
                    <a:pt x="63" y="116"/>
                    <a:pt x="271" y="0"/>
                    <a:pt x="376" y="33"/>
                  </a:cubicBezTo>
                  <a:cubicBezTo>
                    <a:pt x="481" y="66"/>
                    <a:pt x="539" y="283"/>
                    <a:pt x="632" y="333"/>
                  </a:cubicBezTo>
                  <a:cubicBezTo>
                    <a:pt x="725" y="383"/>
                    <a:pt x="872" y="331"/>
                    <a:pt x="935" y="33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16393" name="Text Box 9">
              <a:extLst>
                <a:ext uri="{FF2B5EF4-FFF2-40B4-BE49-F238E27FC236}">
                  <a16:creationId xmlns:a16="http://schemas.microsoft.com/office/drawing/2014/main" id="{918B566A-E2A1-4C4C-898C-51D7C2D58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2160"/>
              <a:ext cx="29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ea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D8F80520-517E-8D48-B7D9-6A4C367EB539}"/>
              </a:ext>
            </a:extLst>
          </p:cNvPr>
          <p:cNvSpPr/>
          <p:nvPr/>
        </p:nvSpPr>
        <p:spPr>
          <a:xfrm>
            <a:off x="3322836" y="1705371"/>
            <a:ext cx="2185268" cy="3816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5804C0-E7E7-4648-8061-CDAE49F9AA6F}"/>
              </a:ext>
            </a:extLst>
          </p:cNvPr>
          <p:cNvSpPr/>
          <p:nvPr/>
        </p:nvSpPr>
        <p:spPr>
          <a:xfrm>
            <a:off x="3322836" y="2197305"/>
            <a:ext cx="2185268" cy="1430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371292-8728-8F48-8794-3C807506B2D2}"/>
              </a:ext>
            </a:extLst>
          </p:cNvPr>
          <p:cNvSpPr/>
          <p:nvPr/>
        </p:nvSpPr>
        <p:spPr>
          <a:xfrm>
            <a:off x="3322836" y="3786235"/>
            <a:ext cx="2185268" cy="1430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7EAD7-2472-F749-B756-B482B0AAAF78}"/>
              </a:ext>
            </a:extLst>
          </p:cNvPr>
          <p:cNvSpPr txBox="1"/>
          <p:nvPr/>
        </p:nvSpPr>
        <p:spPr>
          <a:xfrm>
            <a:off x="5840047" y="4746355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但依然不够，需要保护控制流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CFI</a:t>
            </a:r>
            <a:r>
              <a:rPr kumimoji="1" lang="zh-CN" altLang="en-US" dirty="0"/>
              <a:t>：控制流完整性保护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821016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程序运行前：预先确定应用程序的控制流图</a:t>
            </a:r>
            <a:r>
              <a:rPr kumimoji="1" lang="en-US" altLang="zh-CN" dirty="0"/>
              <a:t>CFG</a:t>
            </a:r>
          </a:p>
          <a:p>
            <a:pPr lvl="1"/>
            <a:r>
              <a:rPr kumimoji="1" lang="ja-JP" altLang="en-US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</a:t>
            </a:r>
            <a:r>
              <a:rPr kumimoji="1" lang="ja-JP" altLang="en-US"/>
              <a:t>通过对源代码的静态分析</a:t>
            </a:r>
            <a:endParaRPr kumimoji="1" lang="en-US" altLang="ja-JP" dirty="0"/>
          </a:p>
          <a:p>
            <a:pPr lvl="1"/>
            <a:r>
              <a:rPr kumimoji="1" lang="ja-JP" altLang="en-US"/>
              <a:t>方法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</a:t>
            </a:r>
            <a:r>
              <a:rPr kumimoji="1" lang="ja-JP" altLang="en-US"/>
              <a:t>通过对二进制的静态分析</a:t>
            </a:r>
            <a:endParaRPr kumimoji="1" lang="en-US" altLang="ja-JP" dirty="0"/>
          </a:p>
          <a:p>
            <a:pPr lvl="1"/>
            <a:r>
              <a:rPr kumimoji="1" lang="ja-JP" altLang="en-US"/>
              <a:t>方法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：通过动态执行的</a:t>
            </a:r>
            <a:r>
              <a:rPr kumimoji="1" lang="en-US" altLang="zh-CN" dirty="0"/>
              <a:t>profiling</a:t>
            </a:r>
          </a:p>
          <a:p>
            <a:pPr lvl="1"/>
            <a:r>
              <a:rPr kumimoji="1" lang="ja-JP" altLang="en-US"/>
              <a:t>方法</a:t>
            </a:r>
            <a:r>
              <a:rPr kumimoji="1" lang="en-US" altLang="zh-CN" dirty="0"/>
              <a:t>-4</a:t>
            </a:r>
            <a:r>
              <a:rPr kumimoji="1" lang="zh-CN" altLang="en-US" dirty="0"/>
              <a:t>：显示规定安全策略的规范</a:t>
            </a:r>
            <a:endParaRPr kumimoji="1" lang="en-US" altLang="zh-CN" dirty="0"/>
          </a:p>
          <a:p>
            <a:r>
              <a:rPr kumimoji="1" lang="ja-JP" altLang="en-US"/>
              <a:t>程序运行时</a:t>
            </a:r>
            <a:r>
              <a:rPr kumimoji="1" lang="zh-CN" altLang="en-US" dirty="0"/>
              <a:t>：实际的控制流必须符合</a:t>
            </a:r>
            <a:r>
              <a:rPr kumimoji="1" lang="en-US" altLang="zh-CN" dirty="0"/>
              <a:t>CFG</a:t>
            </a:r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回顾：控制流完整性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299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4695D-24E4-2F46-B151-2153D0C1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通过二进制插桩的方式实现</a:t>
            </a:r>
            <a:r>
              <a:rPr kumimoji="1" lang="en-US" altLang="zh-CN" dirty="0"/>
              <a:t>CFI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345BD-6485-A045-94CF-0C7E6AC6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扫描程序的二进制并重写部分代码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</a:t>
            </a:r>
            <a:r>
              <a:rPr kumimoji="1" lang="en-US" altLang="zh-CN" dirty="0"/>
              <a:t>SFI</a:t>
            </a:r>
            <a:r>
              <a:rPr kumimoji="1" lang="zh-CN" altLang="en-US" dirty="0"/>
              <a:t>的实现</a:t>
            </a:r>
            <a:endParaRPr kumimoji="1" lang="en-US" altLang="zh-CN" dirty="0"/>
          </a:p>
          <a:p>
            <a:r>
              <a:rPr kumimoji="1" lang="zh-CN" altLang="en-US" dirty="0"/>
              <a:t>插入检查代码保证运行时的执行符合</a:t>
            </a:r>
            <a:r>
              <a:rPr kumimoji="1" lang="en-US" altLang="zh-CN" dirty="0"/>
              <a:t>CFG</a:t>
            </a:r>
          </a:p>
          <a:p>
            <a:pPr lvl="1"/>
            <a:r>
              <a:rPr kumimoji="1" lang="zh-CN" altLang="en-US" dirty="0"/>
              <a:t>当运行分支跳转指令后，立即检查是否合法</a:t>
            </a:r>
            <a:endParaRPr kumimoji="1" lang="en-US" altLang="zh-CN" dirty="0"/>
          </a:p>
          <a:p>
            <a:r>
              <a:rPr kumimoji="1" lang="zh-CN" altLang="en-US" dirty="0"/>
              <a:t>目标：防止跳转到任意代码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即使攻击者已经完整控制了可写部分的内存，也依然可以保证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问：如果攻击者修改了函数指针，是否能防御？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E8AC2B-DB23-124A-B257-5D636F15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CE157-8B23-D347-B18A-B4827DD6B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3709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7171F-2AE6-054F-A860-8125EB1A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CFI</a:t>
            </a:r>
            <a:r>
              <a:rPr kumimoji="1" lang="zh-CN" altLang="en-US" dirty="0"/>
              <a:t>的例子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E53B40-2A7B-2449-AE5F-50C68D83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67C497-FC64-A24E-854E-E74C85579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DA533B5E-D73B-C14D-B4C7-2D9E802C1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6" y="1215231"/>
            <a:ext cx="8382000" cy="328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869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09206-0BF3-7245-833A-1D47750B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控制流的正确性保证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E9468-381C-DC43-9177-253B70ED5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对于每一次跳转，首先静态确定其合法目标地址</a:t>
            </a:r>
            <a:endParaRPr kumimoji="1" lang="en-US" altLang="zh-CN" dirty="0"/>
          </a:p>
          <a:p>
            <a:r>
              <a:rPr kumimoji="1" lang="zh-CN" altLang="en-US" dirty="0"/>
              <a:t>在每个合法地址插入一个唯一的标识（</a:t>
            </a:r>
            <a:r>
              <a:rPr kumimoji="1" lang="en-US" altLang="zh-CN" dirty="0"/>
              <a:t>bit-pattern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如果从一个源地址可能跳转到两个目标地址，则这两个地址等价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这导致</a:t>
            </a:r>
            <a:r>
              <a:rPr kumimoji="1" lang="en-US" altLang="zh-CN" dirty="0"/>
              <a:t>CFG</a:t>
            </a:r>
            <a:r>
              <a:rPr kumimoji="1" lang="zh-CN" altLang="en-US" dirty="0"/>
              <a:t>的准确度下降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对于等价的地址，使用相同的标识</a:t>
            </a:r>
            <a:endParaRPr kumimoji="1" lang="en-US" altLang="zh-CN" dirty="0"/>
          </a:p>
          <a:p>
            <a:r>
              <a:rPr kumimoji="1" lang="zh-CN" altLang="en-US" dirty="0"/>
              <a:t>插入的指令会在运行时检查标识是否正确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EDB53-0D87-7B48-B5AE-EE583C6C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A5168B-79EA-F144-AF88-5BAEC9958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60302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E7E4D-23CA-E64B-BB74-1A1DFADDF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CFI</a:t>
            </a:r>
            <a:r>
              <a:rPr kumimoji="1" lang="zh-CN" altLang="en-US" dirty="0"/>
              <a:t>机制：防止被绕过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7AD060-4E9D-3944-87BF-5B3C8B309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唯一的</a:t>
            </a:r>
            <a:r>
              <a:rPr kumimoji="1" lang="en-US" altLang="zh-CN" sz="2000" dirty="0"/>
              <a:t>ID</a:t>
            </a:r>
          </a:p>
          <a:p>
            <a:pPr lvl="1"/>
            <a:r>
              <a:rPr kumimoji="1" lang="zh-CN" altLang="en-US" sz="1800" dirty="0"/>
              <a:t>在二进制文件中，</a:t>
            </a:r>
            <a:r>
              <a:rPr kumimoji="1" lang="en-US" altLang="zh-CN" sz="1800" dirty="0"/>
              <a:t>ID</a:t>
            </a:r>
            <a:r>
              <a:rPr kumimoji="1" lang="zh-CN" altLang="en-US" sz="1800" dirty="0"/>
              <a:t>不能出现在除了检查之外的其他地方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否则可能跳转过去（可能是指令中间），从而打破</a:t>
            </a:r>
            <a:r>
              <a:rPr kumimoji="1" lang="en-US" altLang="zh-CN" sz="1800" dirty="0"/>
              <a:t>CFG</a:t>
            </a:r>
            <a:r>
              <a:rPr kumimoji="1" lang="zh-CN" altLang="en-US" sz="1800" dirty="0"/>
              <a:t>的约束</a:t>
            </a:r>
            <a:endParaRPr kumimoji="1" lang="en-US" altLang="zh-CN" sz="1800" dirty="0"/>
          </a:p>
          <a:p>
            <a:r>
              <a:rPr kumimoji="1" lang="zh-CN" altLang="en-US" sz="2000" dirty="0"/>
              <a:t>代码不可写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程序无法在运行时修改代码（自修改代码的支持会更困难）</a:t>
            </a:r>
            <a:endParaRPr kumimoji="1" lang="en-US" altLang="zh-CN" sz="1800" dirty="0"/>
          </a:p>
          <a:p>
            <a:r>
              <a:rPr kumimoji="1" lang="zh-CN" altLang="en-US" sz="2000" dirty="0"/>
              <a:t>数据不可执行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因为假设是攻击者有能力修改数据</a:t>
            </a:r>
            <a:endParaRPr kumimoji="1" lang="en-US" altLang="zh-CN" sz="1800" dirty="0"/>
          </a:p>
          <a:p>
            <a:r>
              <a:rPr kumimoji="1" lang="zh-CN" altLang="en-US" sz="2000" dirty="0"/>
              <a:t>几点保证：硬件支持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禁止部分系统调用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加载时检查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禁止那些有可能影响保护状态的系统调用，比如</a:t>
            </a:r>
            <a:r>
              <a:rPr kumimoji="1" lang="en-US" altLang="zh-CN" sz="1600" dirty="0"/>
              <a:t>mprotect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E3474A-8FFC-3245-9A7E-5207ACDC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69B5D8-78A9-D24A-BE09-3C82DF180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9939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BE85C-BABA-D844-878A-C323D27D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</a:t>
            </a:r>
            <a:r>
              <a:rPr kumimoji="1" lang="en-US" altLang="zh-CN" dirty="0"/>
              <a:t>CFI</a:t>
            </a:r>
            <a:r>
              <a:rPr kumimoji="1" lang="zh-CN" altLang="en-US" dirty="0"/>
              <a:t>的准确度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1A75F-ACF2-D644-B1F7-9F3D4AA9C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假设静态分析后，允许：</a:t>
            </a:r>
            <a:r>
              <a:rPr kumimoji="1" lang="en-US" altLang="zh-CN" dirty="0"/>
              <a:t>A→C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 →[C|D]</a:t>
            </a:r>
          </a:p>
          <a:p>
            <a:pPr lvl="1"/>
            <a:r>
              <a:rPr kumimoji="1" lang="zh-CN" altLang="en-US" dirty="0"/>
              <a:t>于是</a:t>
            </a:r>
            <a:r>
              <a:rPr kumimoji="1" lang="en-US" altLang="zh-CN" dirty="0"/>
              <a:t>C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</a:t>
            </a:r>
            <a:r>
              <a:rPr kumimoji="1" lang="zh-CN" altLang="en-US" dirty="0"/>
              <a:t>的标识是一样的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导致</a:t>
            </a:r>
            <a:r>
              <a:rPr kumimoji="1" lang="en-US" altLang="zh-CN" dirty="0"/>
              <a:t>A</a:t>
            </a:r>
            <a:r>
              <a:rPr kumimoji="1" lang="zh-CN" altLang="en-US" dirty="0"/>
              <a:t>也可以跳转到</a:t>
            </a:r>
            <a:r>
              <a:rPr kumimoji="1" lang="en-US" altLang="zh-CN" dirty="0"/>
              <a:t>D</a:t>
            </a:r>
            <a:r>
              <a:rPr kumimoji="1" lang="zh-CN" altLang="en-US" dirty="0"/>
              <a:t>，但实际是不允许的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解决方法：复制一份</a:t>
            </a:r>
            <a:r>
              <a:rPr kumimoji="1" lang="en-US" altLang="zh-CN" dirty="0"/>
              <a:t>B</a:t>
            </a:r>
            <a:r>
              <a:rPr kumimoji="1" lang="zh-CN" altLang="en-US" dirty="0"/>
              <a:t>的代码，使</a:t>
            </a:r>
            <a:r>
              <a:rPr kumimoji="1" lang="en-US" altLang="zh-CN" dirty="0"/>
              <a:t>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D</a:t>
            </a:r>
            <a:r>
              <a:rPr kumimoji="1" lang="zh-CN" altLang="en-US" dirty="0"/>
              <a:t>的标识不同</a:t>
            </a:r>
            <a:endParaRPr kumimoji="1" lang="en-US" altLang="zh-CN" dirty="0"/>
          </a:p>
          <a:p>
            <a:r>
              <a:rPr kumimoji="1" lang="zh-CN" altLang="en-US" dirty="0"/>
              <a:t>假设静态分析后，允许：</a:t>
            </a:r>
            <a:r>
              <a:rPr kumimoji="1" lang="en-US" altLang="zh-CN" dirty="0"/>
              <a:t>A →F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 →F</a:t>
            </a:r>
          </a:p>
          <a:p>
            <a:pPr lvl="1"/>
            <a:r>
              <a:rPr kumimoji="1" lang="zh-CN" altLang="en-US" dirty="0"/>
              <a:t>但实际运行时，</a:t>
            </a:r>
            <a:r>
              <a:rPr kumimoji="1" lang="en-US" altLang="zh-CN" dirty="0"/>
              <a:t>A →</a:t>
            </a:r>
            <a:r>
              <a:rPr kumimoji="1" lang="zh-CN" altLang="en-US" dirty="0"/>
              <a:t> </a:t>
            </a:r>
            <a:r>
              <a:rPr kumimoji="1" lang="en-US" altLang="zh-CN" dirty="0"/>
              <a:t>F </a:t>
            </a:r>
            <a:r>
              <a:rPr kumimoji="1" lang="zh-CN" altLang="en-US" dirty="0"/>
              <a:t> </a:t>
            </a:r>
            <a:r>
              <a:rPr kumimoji="1" lang="en-US" altLang="zh-CN" dirty="0"/>
              <a:t>return-to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r>
              <a:rPr kumimoji="1" lang="zh-CN" altLang="en-US" dirty="0"/>
              <a:t>，无法检查出来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解决方法：</a:t>
            </a:r>
            <a:r>
              <a:rPr kumimoji="1" lang="en-US" altLang="zh-CN" dirty="0"/>
              <a:t>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，专门且仅仅保存返回地址，用于检查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F259CC-7A0D-FD4B-AD53-7268B915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3B3C18-46A3-6845-966D-3FF7D7842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2109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E366A-6C67-8642-9E5C-A8FFE701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CFI</a:t>
            </a:r>
            <a:r>
              <a:rPr kumimoji="1" lang="zh-CN" altLang="en-US" dirty="0"/>
              <a:t>的安全性保证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3A3BFF-9EAA-164B-947D-399919B8C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能够有效防御非法劫持控制流的攻击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overflow</a:t>
            </a:r>
            <a:r>
              <a:rPr kumimoji="1" lang="zh-CN" altLang="en-US" dirty="0"/>
              <a:t>、</a:t>
            </a:r>
            <a:r>
              <a:rPr kumimoji="1" lang="en-US" altLang="zh-CN" dirty="0"/>
              <a:t>return-to-</a:t>
            </a:r>
            <a:r>
              <a:rPr kumimoji="1" lang="en-US" altLang="zh-CN" dirty="0" err="1"/>
              <a:t>libc</a:t>
            </a:r>
            <a:r>
              <a:rPr kumimoji="1" lang="zh-CN" altLang="en-US" dirty="0"/>
              <a:t>、指针篡改等</a:t>
            </a:r>
            <a:endParaRPr kumimoji="1" lang="en-US" altLang="zh-CN" dirty="0"/>
          </a:p>
          <a:p>
            <a:r>
              <a:rPr kumimoji="1" lang="zh-CN" altLang="en-US" dirty="0"/>
              <a:t>但并不能防御那些不修改原</a:t>
            </a:r>
            <a:r>
              <a:rPr kumimoji="1" lang="en-US" altLang="zh-CN" dirty="0"/>
              <a:t>CFG</a:t>
            </a:r>
            <a:r>
              <a:rPr kumimoji="1" lang="zh-CN" altLang="en-US" dirty="0"/>
              <a:t>的攻击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使用错误的参数进行系统调用（如：把机密数据发出网络）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替换文件名（如：通过文件名窃取机密数据）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修改某个表示权限的数据字段（从而获取更高权限）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其他</a:t>
            </a:r>
            <a:r>
              <a:rPr kumimoji="1" lang="en-US" altLang="zh-CN" dirty="0"/>
              <a:t>data-only</a:t>
            </a:r>
            <a:r>
              <a:rPr kumimoji="1" lang="zh-CN" altLang="en-US" dirty="0"/>
              <a:t>的攻击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DC0B48-2FB8-FC4C-8D7C-741A5BE3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0D9EAD-E23B-1B49-9511-0416E1695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8058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XFI</a:t>
            </a:r>
            <a:r>
              <a:rPr kumimoji="1" lang="zh-CN" altLang="en-US" dirty="0"/>
              <a:t>：</a:t>
            </a:r>
            <a:r>
              <a:rPr kumimoji="1" lang="en-US" altLang="zh-CN" dirty="0"/>
              <a:t>SFI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CFI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Erlingsson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et al.  OSDI'06]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044317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通过二进制重写实现安全检查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支持遗留代码</a:t>
            </a:r>
            <a:endParaRPr kumimoji="1" lang="en-US" altLang="zh-CN" dirty="0"/>
          </a:p>
          <a:p>
            <a:r>
              <a:rPr kumimoji="1" lang="zh-CN" altLang="en-US" dirty="0"/>
              <a:t>支持</a:t>
            </a:r>
            <a:r>
              <a:rPr kumimoji="1" lang="en-US" altLang="zh-CN" dirty="0"/>
              <a:t>CFI</a:t>
            </a:r>
            <a:r>
              <a:rPr kumimoji="1" lang="zh-CN" altLang="en-US" dirty="0"/>
              <a:t>防止被绕过</a:t>
            </a:r>
            <a:endParaRPr kumimoji="1" lang="en-US" altLang="zh-CN" dirty="0"/>
          </a:p>
          <a:p>
            <a:r>
              <a:rPr kumimoji="1" lang="zh-CN" altLang="en-US" dirty="0"/>
              <a:t>支持对内存的细粒度访问控制策略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相比而言，</a:t>
            </a:r>
            <a:r>
              <a:rPr kumimoji="1" lang="en-US" altLang="zh-CN" dirty="0"/>
              <a:t>CFI</a:t>
            </a:r>
            <a:r>
              <a:rPr kumimoji="1" lang="zh-CN" altLang="en-US" dirty="0"/>
              <a:t>仅能提供简单的内存安全性</a:t>
            </a:r>
            <a:endParaRPr kumimoji="1" lang="en-US" altLang="zh-CN" dirty="0"/>
          </a:p>
          <a:p>
            <a:r>
              <a:rPr kumimoji="1" lang="ja-JP" altLang="en-US"/>
              <a:t>依赖加载时的验证</a:t>
            </a:r>
            <a:endParaRPr kumimoji="1" lang="en-US" altLang="ja-JP" dirty="0"/>
          </a:p>
          <a:p>
            <a:r>
              <a:rPr kumimoji="1" lang="ja-JP" altLang="en-US"/>
              <a:t>可用来保护操作系统中的驱动</a:t>
            </a:r>
            <a:r>
              <a:rPr kumimoji="1" lang="zh-CN" altLang="en-US" dirty="0"/>
              <a:t>，以及多媒体编解码器模块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XFI</a:t>
            </a:r>
            <a:r>
              <a:rPr kumimoji="1" lang="zh-CN" altLang="en-US" dirty="0"/>
              <a:t>：通过</a:t>
            </a:r>
            <a:r>
              <a:rPr kumimoji="1" lang="en-US" altLang="zh-CN" dirty="0"/>
              <a:t>SFI</a:t>
            </a:r>
            <a:r>
              <a:rPr kumimoji="1" lang="zh-CN" altLang="en-US" dirty="0"/>
              <a:t>和</a:t>
            </a:r>
            <a:r>
              <a:rPr kumimoji="1" lang="en-US" altLang="zh-CN" dirty="0"/>
              <a:t>CFI</a:t>
            </a:r>
            <a:r>
              <a:rPr kumimoji="1" lang="zh-CN" altLang="en-US" dirty="0"/>
              <a:t>保护操作系统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1110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1C9A4-FBD5-6D4E-92AD-6A92E2C0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两个栈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99E50D-7EE3-6D4E-8907-ED0D90F12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Scoped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：用于保存返回值和部分本地变量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记录下所有的函数调用、返回、异常处理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无法被</a:t>
            </a:r>
            <a:r>
              <a:rPr kumimoji="1" lang="en-US" altLang="zh-CN" dirty="0"/>
              <a:t>overflow</a:t>
            </a:r>
            <a:r>
              <a:rPr kumimoji="1" lang="zh-CN" altLang="en-US" dirty="0"/>
              <a:t>，只能通过一个计算后的指针来访问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通过软件检查来保护栈的完整性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在程序加载时，会验证这些检查确实存在</a:t>
            </a:r>
            <a:endParaRPr kumimoji="1" lang="en-US" altLang="zh-CN" dirty="0"/>
          </a:p>
          <a:p>
            <a:r>
              <a:rPr kumimoji="1" lang="en-US" altLang="zh-CN" dirty="0"/>
              <a:t>Allocation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：记录一些数组或本地变量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这些变量的地址是可以传递的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5ADF32-1BA6-F042-BB2F-05B6729F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C45438-58CF-5340-91AD-B2B03416B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99790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1E72E-9D4B-AB4E-AD5C-4CE13087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内存的访问控制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87A91-C3F7-6D40-B58A-45104A989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模块（例如驱动）只能访问分配给它的内存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即使是自己的内存也有限制，如无法随意修改</a:t>
            </a:r>
            <a:r>
              <a:rPr kumimoji="1" lang="en-US" altLang="zh-CN" dirty="0"/>
              <a:t>scoped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</a:p>
          <a:p>
            <a:r>
              <a:rPr kumimoji="1" lang="zh-CN" altLang="en-US" dirty="0"/>
              <a:t>模块外的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则可以允许模块访问其他的连续内存段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粒度非常细，可以到字节粒度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通过静态验证的方法来确定对常量地址和</a:t>
            </a:r>
            <a:r>
              <a:rPr kumimoji="1" lang="en-US" altLang="zh-CN" dirty="0"/>
              <a:t>scoped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的访问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通过动态的指令来实现对其他内存的访问检查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6247E-CBB4-D241-AD39-C91E9C6B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EC382-89EA-4740-9ECC-24CBD15B3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6472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F92F6-6E76-6A46-A8AF-BAC38777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防止被绕过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31104B-3361-1E45-B10E-196F9E965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XFI</a:t>
            </a:r>
            <a:r>
              <a:rPr kumimoji="1" lang="zh-CN" altLang="en-US" dirty="0"/>
              <a:t>保护机制自身的完整性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基本的</a:t>
            </a:r>
            <a:r>
              <a:rPr kumimoji="1" lang="en-US" altLang="zh-CN" dirty="0"/>
              <a:t>CFI</a:t>
            </a:r>
          </a:p>
          <a:p>
            <a:pPr lvl="1"/>
            <a:r>
              <a:rPr kumimoji="1" lang="en-US" altLang="zh-CN" dirty="0"/>
              <a:t>scoped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能够避免函数乱序返回（即</a:t>
            </a:r>
            <a:r>
              <a:rPr kumimoji="1" lang="en-US" altLang="zh-CN" dirty="0"/>
              <a:t>A-&gt;F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return-to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r>
              <a:rPr kumimoji="1" lang="zh-CN" altLang="en-US" dirty="0"/>
              <a:t>攻击）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一些危险的指令不会执行，或受限执行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比如在加载时扫描二进制，禁止模块中出现一些特权指令</a:t>
            </a:r>
            <a:endParaRPr kumimoji="1" lang="en-US" altLang="zh-CN" dirty="0"/>
          </a:p>
          <a:p>
            <a:pPr lvl="2"/>
            <a:endParaRPr kumimoji="1" lang="en-US" altLang="zh-CN" dirty="0"/>
          </a:p>
          <a:p>
            <a:r>
              <a:rPr kumimoji="1" lang="zh-CN" altLang="en-US" dirty="0"/>
              <a:t>所以</a:t>
            </a:r>
            <a:r>
              <a:rPr kumimoji="1" lang="en-US" altLang="zh-CN" dirty="0"/>
              <a:t>XFI</a:t>
            </a:r>
            <a:r>
              <a:rPr kumimoji="1" lang="zh-CN" altLang="en-US" dirty="0"/>
              <a:t>可以在内核中运行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143DB-A36B-1D46-8F94-0BA20221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2F55B-3214-DD44-9806-8C0B53F06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0113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Native-Client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348747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目标：允许浏览器安全地运行一个下载的</a:t>
            </a:r>
            <a:r>
              <a:rPr kumimoji="1" lang="en-US" altLang="zh-CN" sz="2000" dirty="0"/>
              <a:t>x86</a:t>
            </a:r>
            <a:r>
              <a:rPr kumimoji="1" lang="zh-CN" altLang="en-US" sz="2000" dirty="0"/>
              <a:t>二进制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毕竟二进制比</a:t>
            </a:r>
            <a:r>
              <a:rPr kumimoji="1" lang="en-US" altLang="zh-CN" sz="1800" dirty="0" err="1"/>
              <a:t>js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java</a:t>
            </a:r>
            <a:r>
              <a:rPr kumimoji="1" lang="zh-CN" altLang="en-US" sz="1800" dirty="0"/>
              <a:t>等快得多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传统的</a:t>
            </a:r>
            <a:r>
              <a:rPr kumimoji="1" lang="en-US" altLang="zh-CN" sz="1800" dirty="0"/>
              <a:t>ActiveX</a:t>
            </a:r>
            <a:r>
              <a:rPr kumimoji="1" lang="zh-CN" altLang="en-US" sz="1800" dirty="0"/>
              <a:t>：仅仅依赖签名，没有运行时限制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传统的</a:t>
            </a:r>
            <a:r>
              <a:rPr kumimoji="1" lang="en-US" altLang="zh-CN" sz="1800" dirty="0" err="1"/>
              <a:t>.Net</a:t>
            </a:r>
            <a:r>
              <a:rPr kumimoji="1" lang="zh-CN" altLang="en-US" sz="1800" dirty="0"/>
              <a:t>：中间层的字节码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验证</a:t>
            </a:r>
            <a:endParaRPr kumimoji="1" lang="en-US" altLang="zh-CN" sz="1800" dirty="0"/>
          </a:p>
          <a:p>
            <a:r>
              <a:rPr kumimoji="1" lang="en-US" altLang="zh-CN" sz="2000" dirty="0" err="1"/>
              <a:t>NativeClient</a:t>
            </a:r>
            <a:r>
              <a:rPr kumimoji="1" lang="zh-CN" altLang="en-US" sz="2000" dirty="0"/>
              <a:t>：运行不可信</a:t>
            </a:r>
            <a:r>
              <a:rPr kumimoji="1" lang="en-US" altLang="zh-CN" sz="2000" dirty="0"/>
              <a:t>x86</a:t>
            </a:r>
            <a:r>
              <a:rPr kumimoji="1" lang="zh-CN" altLang="en-US" sz="2000" dirty="0"/>
              <a:t>代码的用户态隔离沙箱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一个受限的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汇编指令的子集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类似</a:t>
            </a:r>
            <a:r>
              <a:rPr kumimoji="1" lang="en-US" altLang="zh-CN" sz="1800" dirty="0"/>
              <a:t>SFI</a:t>
            </a:r>
            <a:r>
              <a:rPr kumimoji="1" lang="zh-CN" altLang="en-US" sz="1800" dirty="0"/>
              <a:t>的沙箱机制，保证内存的安全性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受限的系统接口（系统调用）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接近本地代码的运行性能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pPr lvl="1"/>
            <a:endParaRPr kumimoji="1" lang="en-US" altLang="ja-JP" sz="18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Native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5558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8227D-0B08-E546-AAB6-FC8ACC93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NaCL</a:t>
            </a:r>
            <a:r>
              <a:rPr kumimoji="1" lang="zh-CN" altLang="en-US" dirty="0"/>
              <a:t>沙箱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7B23CA-00EA-5A4D-9FCF-0ED1F16C3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受限的</a:t>
            </a:r>
            <a:r>
              <a:rPr kumimoji="1" lang="en-US" altLang="zh-CN" dirty="0"/>
              <a:t>x86</a:t>
            </a:r>
            <a:r>
              <a:rPr kumimoji="1" lang="zh-CN" altLang="en-US" dirty="0"/>
              <a:t>汇编代码子集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允许可靠的反汇编，并且有效的验证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禁止不安全的指令：</a:t>
            </a:r>
            <a:r>
              <a:rPr kumimoji="1" lang="en" altLang="zh-CN" dirty="0" err="1"/>
              <a:t>syscall</a:t>
            </a:r>
            <a:r>
              <a:rPr kumimoji="1" lang="en" altLang="zh-CN" dirty="0"/>
              <a:t>, int, ret, </a:t>
            </a:r>
            <a:r>
              <a:rPr kumimoji="1" lang="zh-CN" altLang="en" dirty="0"/>
              <a:t>依赖内存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jmp</a:t>
            </a:r>
            <a:r>
              <a:rPr kumimoji="1" lang="zh-CN" altLang="en-US" dirty="0"/>
              <a:t>和</a:t>
            </a:r>
            <a:r>
              <a:rPr kumimoji="1" lang="en-US" altLang="zh-CN" dirty="0"/>
              <a:t>call,</a:t>
            </a:r>
            <a:r>
              <a:rPr kumimoji="1" lang="zh-CN" altLang="en-US" dirty="0"/>
              <a:t> </a:t>
            </a:r>
            <a:r>
              <a:rPr kumimoji="1" lang="zh-CN" altLang="en" dirty="0"/>
              <a:t>所有</a:t>
            </a:r>
            <a:r>
              <a:rPr kumimoji="1" lang="zh-CN" altLang="en-US" dirty="0"/>
              <a:t>特权指令</a:t>
            </a:r>
            <a:r>
              <a:rPr kumimoji="1" lang="en" altLang="zh-CN" dirty="0"/>
              <a:t>, </a:t>
            </a:r>
            <a:r>
              <a:rPr kumimoji="1" lang="zh-CN" altLang="en" dirty="0"/>
              <a:t>对</a:t>
            </a:r>
            <a:r>
              <a:rPr kumimoji="1" lang="zh-CN" altLang="en-US" dirty="0"/>
              <a:t>段状态修改的指令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...</a:t>
            </a:r>
            <a:endParaRPr kumimoji="1" lang="en" altLang="zh-CN" dirty="0"/>
          </a:p>
          <a:p>
            <a:r>
              <a:rPr kumimoji="1" lang="zh-CN" altLang="en-US" dirty="0"/>
              <a:t>禁止访问特定段之外的内存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</a:t>
            </a:r>
            <a:r>
              <a:rPr kumimoji="1" lang="en-US" altLang="zh-CN" dirty="0"/>
              <a:t>SFI</a:t>
            </a:r>
          </a:p>
          <a:p>
            <a:r>
              <a:rPr kumimoji="1" lang="en-US" altLang="zh-CN" dirty="0"/>
              <a:t>CFI</a:t>
            </a:r>
            <a:r>
              <a:rPr kumimoji="1" lang="zh-CN" altLang="en-US" dirty="0"/>
              <a:t>保证</a:t>
            </a:r>
            <a:endParaRPr kumimoji="1" lang="en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4CBC68-D34C-EE41-9C6B-9D438F7F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C3FB6-E015-8D45-BE53-D89026D57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99849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DE372-DDC4-6041-BBE0-99BA392D8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NaCl</a:t>
            </a:r>
            <a:r>
              <a:rPr kumimoji="1" lang="zh-CN" altLang="en-US" dirty="0"/>
              <a:t>二进制的限制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978F12-B4D8-F348-BBBA-D56275D7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40D48-D755-394C-A15F-A69DF4841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 descr="nacl.png">
            <a:extLst>
              <a:ext uri="{FF2B5EF4-FFF2-40B4-BE49-F238E27FC236}">
                <a16:creationId xmlns:a16="http://schemas.microsoft.com/office/drawing/2014/main" id="{CDD2248F-2AE9-CB4F-BEB1-2A24017C8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26" y="1201316"/>
            <a:ext cx="7673398" cy="4294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73816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AFB07-711E-8D4D-A02D-0F7F047C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NaCl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CFI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EA7F05-9279-0940-A3B6-8C1A9C010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对直接跳转，静态计算出跳转地址，并验证合法性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对于后续的汇编指令来说，必须是</a:t>
            </a:r>
            <a:r>
              <a:rPr kumimoji="1" lang="en-US" altLang="zh-CN" sz="1800" dirty="0"/>
              <a:t>reachable</a:t>
            </a:r>
            <a:r>
              <a:rPr kumimoji="1" lang="zh-CN" altLang="en-US" sz="1800" dirty="0"/>
              <a:t>的</a:t>
            </a:r>
            <a:endParaRPr kumimoji="1" lang="en-US" altLang="zh-CN" sz="1800" dirty="0"/>
          </a:p>
          <a:p>
            <a:r>
              <a:rPr kumimoji="1" lang="zh-CN" altLang="en-US" sz="2000" dirty="0"/>
              <a:t>对间接跳转，必须通过如下方式编码</a:t>
            </a:r>
            <a:endParaRPr kumimoji="1" lang="en-US" altLang="zh-CN" sz="2000" dirty="0"/>
          </a:p>
          <a:p>
            <a:pPr lvl="1">
              <a:buFontTx/>
              <a:buNone/>
            </a:pPr>
            <a:r>
              <a:rPr lang="en-US" altLang="zh-CN" sz="1800" dirty="0">
                <a:solidFill>
                  <a:srgbClr val="7030A0"/>
                </a:solidFill>
                <a:ea typeface="宋体" panose="02010600030101010101" pitchFamily="2" charset="-122"/>
              </a:rPr>
              <a:t>		and  %</a:t>
            </a:r>
            <a:r>
              <a:rPr lang="en-US" altLang="zh-CN" sz="1800" dirty="0" err="1">
                <a:solidFill>
                  <a:srgbClr val="7030A0"/>
                </a:solidFill>
                <a:ea typeface="宋体" panose="02010600030101010101" pitchFamily="2" charset="-122"/>
              </a:rPr>
              <a:t>eax</a:t>
            </a:r>
            <a:r>
              <a:rPr lang="en-US" altLang="zh-CN" sz="1800" dirty="0">
                <a:solidFill>
                  <a:srgbClr val="7030A0"/>
                </a:solidFill>
                <a:ea typeface="宋体" panose="02010600030101010101" pitchFamily="2" charset="-122"/>
              </a:rPr>
              <a:t>, 0xffffffe0</a:t>
            </a:r>
          </a:p>
          <a:p>
            <a:pPr lvl="1">
              <a:buFontTx/>
              <a:buNone/>
            </a:pPr>
            <a:r>
              <a:rPr lang="en-US" altLang="zh-CN" sz="1800" dirty="0">
                <a:solidFill>
                  <a:srgbClr val="7030A0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1800" dirty="0" err="1">
                <a:solidFill>
                  <a:srgbClr val="7030A0"/>
                </a:solidFill>
                <a:ea typeface="宋体" panose="02010600030101010101" pitchFamily="2" charset="-122"/>
              </a:rPr>
              <a:t>jmp</a:t>
            </a:r>
            <a:r>
              <a:rPr lang="en-US" altLang="zh-CN" sz="1800" dirty="0">
                <a:solidFill>
                  <a:srgbClr val="7030A0"/>
                </a:solidFill>
                <a:ea typeface="宋体" panose="02010600030101010101" pitchFamily="2" charset="-122"/>
              </a:rPr>
              <a:t>  *%</a:t>
            </a:r>
            <a:r>
              <a:rPr lang="en-US" altLang="zh-CN" sz="1800" dirty="0" err="1">
                <a:solidFill>
                  <a:srgbClr val="7030A0"/>
                </a:solidFill>
                <a:ea typeface="宋体" panose="02010600030101010101" pitchFamily="2" charset="-122"/>
              </a:rPr>
              <a:t>eax</a:t>
            </a:r>
            <a:endParaRPr lang="en-US" altLang="zh-CN" sz="1800" dirty="0">
              <a:solidFill>
                <a:srgbClr val="7030A0"/>
              </a:solidFill>
              <a:ea typeface="宋体" panose="02010600030101010101" pitchFamily="2" charset="-122"/>
            </a:endParaRPr>
          </a:p>
          <a:p>
            <a:pPr lvl="1"/>
            <a:r>
              <a:rPr kumimoji="1" lang="zh-CN" altLang="en-US" sz="1800" dirty="0"/>
              <a:t>保证跳转目标地址是</a:t>
            </a:r>
            <a:r>
              <a:rPr kumimoji="1" lang="en-US" altLang="zh-CN" sz="1800" dirty="0"/>
              <a:t>32</a:t>
            </a:r>
            <a:r>
              <a:rPr kumimoji="1" lang="zh-CN" altLang="en-US" sz="1800" dirty="0"/>
              <a:t>位对齐的</a:t>
            </a:r>
            <a:endParaRPr kumimoji="1" lang="en-US" altLang="zh-CN" sz="1800" dirty="0"/>
          </a:p>
          <a:p>
            <a:r>
              <a:rPr kumimoji="1" lang="zh-CN" altLang="en-US" sz="2000" dirty="0"/>
              <a:t>没有</a:t>
            </a:r>
            <a:r>
              <a:rPr kumimoji="1" lang="en-US" altLang="zh-CN" sz="2000" dirty="0"/>
              <a:t>ret</a:t>
            </a:r>
            <a:r>
              <a:rPr kumimoji="1" lang="zh-CN" altLang="en-US" sz="2000" dirty="0"/>
              <a:t>指令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使用间接跳转指令来取代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D79938-8F22-854C-92FD-2A349086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C4E7D-7B23-B246-999D-F3B212D31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02389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2167D-69D9-BA41-990E-A4F3BD19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与沙盒外的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交互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606283-DADD-534B-A6EF-2F3F0B2B2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可信的运行时环境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用于创建线程、内存管理、其他系统服务</a:t>
            </a:r>
            <a:endParaRPr kumimoji="1" lang="en-US" altLang="zh-CN" dirty="0"/>
          </a:p>
          <a:p>
            <a:r>
              <a:rPr kumimoji="1" lang="zh-CN" altLang="en-US" dirty="0"/>
              <a:t>从不可信</a:t>
            </a:r>
            <a:r>
              <a:rPr kumimoji="1" lang="en-US" altLang="zh-CN" dirty="0"/>
              <a:t>→</a:t>
            </a:r>
            <a:r>
              <a:rPr kumimoji="1" lang="zh-CN" altLang="en-US" dirty="0"/>
              <a:t>可信部分的控制流转换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固定的入口：</a:t>
            </a:r>
            <a:r>
              <a:rPr kumimoji="1" lang="en-US" altLang="zh-CN" dirty="0"/>
              <a:t>trampolines</a:t>
            </a:r>
          </a:p>
          <a:p>
            <a:pPr lvl="1"/>
            <a:r>
              <a:rPr kumimoji="1" lang="zh-CN" altLang="en-US" dirty="0"/>
              <a:t>重设寄存器，恢复线程栈，执行可信的服务</a:t>
            </a:r>
            <a:r>
              <a:rPr kumimoji="1" lang="en-US" altLang="zh-CN" dirty="0"/>
              <a:t>handler</a:t>
            </a:r>
          </a:p>
          <a:p>
            <a:r>
              <a:rPr kumimoji="1" lang="zh-CN" altLang="en-US" dirty="0"/>
              <a:t>从可信部分</a:t>
            </a:r>
            <a:r>
              <a:rPr kumimoji="1" lang="en-US" altLang="zh-CN" dirty="0"/>
              <a:t>→</a:t>
            </a:r>
            <a:r>
              <a:rPr kumimoji="1" lang="zh-CN" altLang="en-US" dirty="0"/>
              <a:t>不可信代码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称为：</a:t>
            </a:r>
            <a:r>
              <a:rPr kumimoji="1" lang="en-US" altLang="zh-CN" dirty="0"/>
              <a:t>springboard</a:t>
            </a:r>
          </a:p>
          <a:p>
            <a:pPr lvl="1"/>
            <a:r>
              <a:rPr kumimoji="1" lang="zh-CN" altLang="en-US" dirty="0"/>
              <a:t>可以跳转到任意不可信的地址，并执行线程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F58EE2-64A3-6E4F-A203-64D8B7E8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D5AB3-3649-F54C-A691-DBF9A6621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32657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0E8E3-DCCE-A245-8A0A-33E4B525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NaCl</a:t>
            </a:r>
            <a:r>
              <a:rPr kumimoji="1" lang="zh-CN" altLang="en-US" dirty="0"/>
              <a:t>沙盒的其他方面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BD5326-6B62-D342-B17B-61A5B0E20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禁止通过</a:t>
            </a:r>
            <a:r>
              <a:rPr kumimoji="1" lang="en-US" altLang="zh-CN" dirty="0"/>
              <a:t>OS</a:t>
            </a:r>
            <a:r>
              <a:rPr kumimoji="1" lang="zh-CN" altLang="en-US" dirty="0"/>
              <a:t>访问网络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禁止调用类似</a:t>
            </a:r>
            <a:r>
              <a:rPr kumimoji="1" lang="en-US" altLang="zh-CN" dirty="0"/>
              <a:t>connect</a:t>
            </a:r>
            <a:r>
              <a:rPr kumimoji="1" lang="zh-CN" altLang="en-US" dirty="0"/>
              <a:t>或</a:t>
            </a:r>
            <a:r>
              <a:rPr kumimoji="1" lang="en-US" altLang="zh-CN" dirty="0"/>
              <a:t>accept</a:t>
            </a:r>
            <a:r>
              <a:rPr kumimoji="1" lang="zh-CN" altLang="en-US" dirty="0"/>
              <a:t>之类的系统调用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仅允许用</a:t>
            </a:r>
            <a:r>
              <a:rPr kumimoji="1" lang="en-US" altLang="zh-CN" dirty="0"/>
              <a:t>JavaScript</a:t>
            </a:r>
            <a:r>
              <a:rPr kumimoji="1" lang="zh-CN" altLang="en-US" dirty="0"/>
              <a:t>通过浏览器访问网络</a:t>
            </a:r>
            <a:endParaRPr kumimoji="1" lang="en-US" altLang="zh-CN" dirty="0"/>
          </a:p>
          <a:p>
            <a:r>
              <a:rPr kumimoji="1" lang="en-US" altLang="zh-CN" dirty="0"/>
              <a:t>IMC</a:t>
            </a:r>
            <a:r>
              <a:rPr kumimoji="1" lang="zh-CN" altLang="en-US" dirty="0"/>
              <a:t>：</a:t>
            </a:r>
            <a:r>
              <a:rPr kumimoji="1" lang="en-US" altLang="zh-CN" dirty="0"/>
              <a:t>Inter-Module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Communication</a:t>
            </a:r>
            <a:r>
              <a:rPr kumimoji="1" lang="zh-CN" altLang="en-US" dirty="0"/>
              <a:t>服务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一种特殊的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，类似</a:t>
            </a:r>
            <a:r>
              <a:rPr kumimoji="1" lang="en-US" altLang="zh-CN" dirty="0"/>
              <a:t>socket</a:t>
            </a:r>
            <a:r>
              <a:rPr kumimoji="1" lang="zh-CN" altLang="en-US" dirty="0"/>
              <a:t>的抽象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允许</a:t>
            </a:r>
            <a:r>
              <a:rPr kumimoji="1" lang="en-US" altLang="zh-CN" dirty="0"/>
              <a:t>JavaScript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DOM</a:t>
            </a:r>
            <a:r>
              <a:rPr kumimoji="1" lang="zh-CN" altLang="en-US" dirty="0"/>
              <a:t>对象访问，实现模块之间的通信</a:t>
            </a:r>
            <a:endParaRPr kumimoji="1" lang="en-US" altLang="zh-CN" dirty="0"/>
          </a:p>
          <a:p>
            <a:r>
              <a:rPr kumimoji="1" lang="zh-CN" altLang="en-US" dirty="0"/>
              <a:t>新的替代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WebAssembly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WASM</a:t>
            </a:r>
            <a:r>
              <a:rPr kumimoji="1" lang="zh-CN" altLang="en-US" dirty="0"/>
              <a:t>）：语言级虚拟机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975C6E-11C2-4946-91AF-7BF4BB74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BD440-11D3-8D4C-8A6B-13FA0A1BB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37763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60B59D8-F699-0449-91D8-2050F4E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基于硬件的进程内隔离：</a:t>
            </a:r>
            <a:r>
              <a:rPr kumimoji="1" lang="en-US" altLang="zh-CN" dirty="0"/>
              <a:t>Enclave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424B2-B4C6-5E40-B258-2C2E17AE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DE351-8C4F-1549-BF37-66DF01F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CFC59-3E2B-1846-8EB2-7A50DE080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5612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6632CB8-7350-FC47-8EB7-D0020D01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Enclave</a:t>
            </a:r>
            <a:r>
              <a:rPr kumimoji="1" lang="zh-CN" altLang="en-US" dirty="0"/>
              <a:t>：以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SGX</a:t>
            </a:r>
            <a:r>
              <a:rPr kumimoji="1" lang="zh-CN" altLang="en-US" dirty="0"/>
              <a:t>为例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315016D-FB47-FF45-A25C-B1347908F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SGX:</a:t>
            </a:r>
            <a:r>
              <a:rPr kumimoji="1" lang="zh-CN" altLang="en-US" dirty="0"/>
              <a:t> </a:t>
            </a:r>
            <a:r>
              <a:rPr kumimoji="1" lang="en-US" altLang="zh-CN" dirty="0"/>
              <a:t>Software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eXtension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2015</a:t>
            </a:r>
            <a:r>
              <a:rPr kumimoji="1" lang="zh-CN" altLang="en-US" dirty="0"/>
              <a:t>年首次引入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Skylake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保护程序和代码在运行时的安全（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in-run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其他安全包括：存储时安全和传输时安全</a:t>
            </a:r>
            <a:endParaRPr kumimoji="1" lang="en-US" altLang="zh-CN" dirty="0"/>
          </a:p>
          <a:p>
            <a:r>
              <a:rPr kumimoji="1" lang="zh-CN" altLang="en-US" dirty="0"/>
              <a:t>关键技术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Enclave</a:t>
            </a:r>
            <a:r>
              <a:rPr kumimoji="1" lang="zh-CN" altLang="en-US" dirty="0"/>
              <a:t>内部与外部的隔离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内存加密与完整性保护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远程验证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E3206-C50E-2846-B816-6B2F0E23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12BA8D-37AF-DF48-B3FC-7F142CF88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218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111E-4ECD-DE4B-80B5-4E520ADF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硬件内存加密与保护机制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325AF-1AA6-304A-A8B3-21670F1B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硬件加密保护隐私性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外皆为密文，包括内存、存储、网络等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内部为明文，包括各级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与寄存器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数据进出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时，由进行加密和解密操作</a:t>
            </a:r>
            <a:endParaRPr kumimoji="1" lang="en-US" altLang="zh-CN" dirty="0"/>
          </a:p>
          <a:p>
            <a:r>
              <a:rPr kumimoji="1" lang="zh-CN" altLang="en-US" dirty="0"/>
              <a:t>硬件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保护完整性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对内存中数据计算一级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，对一级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计算二级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，形成树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内部仅保存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，其它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保存在不可信的内存中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当内存中的数据被修改时，更新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EB3EF0-B8FB-1346-B5E1-A660F16E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5ABBF-D54D-564F-8AA6-1F00114E2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7174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4DE-BDEA-054F-9223-9E9DB14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EPC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308D2-CD3D-3442-9AC5-69551A17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预留一部分内存，仅允许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连续的</a:t>
            </a:r>
            <a:r>
              <a:rPr kumimoji="1" lang="en-US" altLang="zh-CN" dirty="0"/>
              <a:t>128MB/256MB</a:t>
            </a:r>
            <a:r>
              <a:rPr kumimoji="1" lang="zh-CN" altLang="en-US" dirty="0"/>
              <a:t>，这部分不会暴露给软件操作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全部加密，并保证数据的完整性（即无法篡改）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可能的篡改方法：通过总线直接修改</a:t>
            </a:r>
            <a:endParaRPr kumimoji="1" lang="en-US" altLang="zh-CN" dirty="0"/>
          </a:p>
          <a:p>
            <a:r>
              <a:rPr kumimoji="1" lang="zh-CN" altLang="en-US" dirty="0"/>
              <a:t>操作系统负责将</a:t>
            </a:r>
            <a:r>
              <a:rPr kumimoji="1" lang="en-US" altLang="zh-CN" dirty="0"/>
              <a:t>EPC</a:t>
            </a:r>
            <a:r>
              <a:rPr kumimoji="1" lang="zh-CN" altLang="en-US" dirty="0"/>
              <a:t>添加并映射至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操作系统也可以触发</a:t>
            </a:r>
            <a:r>
              <a:rPr kumimoji="1" lang="en-US" altLang="zh-CN" dirty="0"/>
              <a:t>swap</a:t>
            </a:r>
            <a:r>
              <a:rPr kumimoji="1" lang="zh-CN" altLang="en-US" dirty="0"/>
              <a:t>，将数据从</a:t>
            </a:r>
            <a:r>
              <a:rPr kumimoji="1" lang="en-US" altLang="zh-CN" dirty="0"/>
              <a:t>EPC</a:t>
            </a:r>
            <a:r>
              <a:rPr kumimoji="1" lang="zh-CN" altLang="en-US" dirty="0"/>
              <a:t>交换到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由专门的硬件指令来进行</a:t>
            </a:r>
            <a:r>
              <a:rPr kumimoji="1" lang="en-US" altLang="zh-CN" dirty="0"/>
              <a:t>swap</a:t>
            </a:r>
            <a:r>
              <a:rPr kumimoji="1" lang="zh-CN" altLang="en-US" dirty="0"/>
              <a:t>，粒度为一个内存页（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注意：页表依然由不可信的操作系统控制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BD862-F832-A749-9EBF-BE37422F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15C11-1E75-2443-A8DE-29F1B69D5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5450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8C0CD-6BEC-8046-8F10-1D9D9EAF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Enclave</a:t>
            </a:r>
            <a:r>
              <a:rPr kumimoji="1" lang="zh-CN" altLang="en-US" dirty="0"/>
              <a:t>与进程的关系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980B2-5917-654B-88C3-93D7BB7B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4906888" cy="3900263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1800" dirty="0"/>
              <a:t>Enclave</a:t>
            </a:r>
            <a:r>
              <a:rPr kumimoji="1" lang="zh-CN" altLang="en-US" sz="1800" dirty="0"/>
              <a:t>是进程的一部分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内外共享一个虚拟地址空间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内部可以访问外部的内存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反之则不行</a:t>
            </a:r>
            <a:endParaRPr kumimoji="1" lang="en-US" altLang="zh-CN" sz="1600" dirty="0"/>
          </a:p>
          <a:p>
            <a:r>
              <a:rPr kumimoji="1" lang="zh-CN" altLang="en-US" sz="1800" dirty="0"/>
              <a:t>创建</a:t>
            </a:r>
            <a:r>
              <a:rPr kumimoji="1" lang="en-US" altLang="zh-CN" sz="1800" dirty="0"/>
              <a:t>Enclave</a:t>
            </a:r>
            <a:r>
              <a:rPr kumimoji="1" lang="zh-CN" altLang="en-US" sz="1800" dirty="0"/>
              <a:t>的过程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创建进程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分配虚拟地址空间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将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中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并将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映射到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的虚拟地址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循环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，完成所有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加载和映射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600" dirty="0"/>
              <a:t>完成进程创建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422488-341A-D843-BD34-B06E1FC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B2AFA-D19E-2B4C-8C76-638937421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11999-B79E-9F4B-A1C0-240E64DA5B9B}"/>
              </a:ext>
            </a:extLst>
          </p:cNvPr>
          <p:cNvSpPr/>
          <p:nvPr/>
        </p:nvSpPr>
        <p:spPr>
          <a:xfrm>
            <a:off x="5652120" y="1489347"/>
            <a:ext cx="1584176" cy="3456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656B9F-0A90-4047-8585-3519B8B9C637}"/>
              </a:ext>
            </a:extLst>
          </p:cNvPr>
          <p:cNvSpPr/>
          <p:nvPr/>
        </p:nvSpPr>
        <p:spPr>
          <a:xfrm>
            <a:off x="5796136" y="1641747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OS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C0718-3FE0-394A-AF61-F7631F7B5918}"/>
              </a:ext>
            </a:extLst>
          </p:cNvPr>
          <p:cNvSpPr/>
          <p:nvPr/>
        </p:nvSpPr>
        <p:spPr>
          <a:xfrm>
            <a:off x="5796136" y="3158558"/>
            <a:ext cx="1296144" cy="5554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Enclave</a:t>
            </a:r>
            <a:endParaRPr kumimoji="1"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EBD464-F7CC-E34A-B258-DC24203B254F}"/>
              </a:ext>
            </a:extLst>
          </p:cNvPr>
          <p:cNvSpPr/>
          <p:nvPr/>
        </p:nvSpPr>
        <p:spPr>
          <a:xfrm>
            <a:off x="5796136" y="3712275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2C5E04-58F7-9C4B-81AB-BB946BC3F979}"/>
              </a:ext>
            </a:extLst>
          </p:cNvPr>
          <p:cNvSpPr/>
          <p:nvPr/>
        </p:nvSpPr>
        <p:spPr>
          <a:xfrm>
            <a:off x="5796136" y="4267724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6D55C4-8BB8-4541-93BF-5F5EE18115DC}"/>
              </a:ext>
            </a:extLst>
          </p:cNvPr>
          <p:cNvSpPr/>
          <p:nvPr/>
        </p:nvSpPr>
        <p:spPr>
          <a:xfrm>
            <a:off x="7620000" y="2379961"/>
            <a:ext cx="1296144" cy="244321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44A0CE2-1DAE-1645-9863-514C980BBBCB}"/>
              </a:ext>
            </a:extLst>
          </p:cNvPr>
          <p:cNvCxnSpPr/>
          <p:nvPr/>
        </p:nvCxnSpPr>
        <p:spPr>
          <a:xfrm flipV="1">
            <a:off x="7092280" y="2379961"/>
            <a:ext cx="527720" cy="77859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F729EC0-E1DC-5843-978E-2BD82756A839}"/>
              </a:ext>
            </a:extLst>
          </p:cNvPr>
          <p:cNvCxnSpPr/>
          <p:nvPr/>
        </p:nvCxnSpPr>
        <p:spPr>
          <a:xfrm>
            <a:off x="7092280" y="3712275"/>
            <a:ext cx="527720" cy="110916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535EDA3-C9BB-FA43-8EC1-0B289DC99E7A}"/>
              </a:ext>
            </a:extLst>
          </p:cNvPr>
          <p:cNvSpPr/>
          <p:nvPr/>
        </p:nvSpPr>
        <p:spPr>
          <a:xfrm>
            <a:off x="7739980" y="254686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A9F651-BEB2-8048-8241-DD8BBFE1A03B}"/>
              </a:ext>
            </a:extLst>
          </p:cNvPr>
          <p:cNvSpPr/>
          <p:nvPr/>
        </p:nvSpPr>
        <p:spPr>
          <a:xfrm>
            <a:off x="7739980" y="3094139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CC464F-67CC-0246-8D5C-66492D910CC9}"/>
              </a:ext>
            </a:extLst>
          </p:cNvPr>
          <p:cNvSpPr/>
          <p:nvPr/>
        </p:nvSpPr>
        <p:spPr>
          <a:xfrm>
            <a:off x="7727826" y="411870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Metadata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4945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性能</a:t>
            </a:r>
            <a:r>
              <a:rPr kumimoji="1" lang="ja-JP" altLang="en-US" dirty="0"/>
              <a:t>隔离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061270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资源竞争问题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27640D2A-F83C-7146-9142-2776594E2816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-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8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0" grpId="0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是什么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Linux</a:t>
            </a:r>
            <a:r>
              <a:rPr kumimoji="1" lang="ja-JP" altLang="en-US"/>
              <a:t>内核</a:t>
            </a:r>
            <a:r>
              <a:rPr kumimoji="1" lang="zh-CN" altLang="en-US" dirty="0"/>
              <a:t>（</a:t>
            </a:r>
            <a:r>
              <a:rPr kumimoji="1" lang="ja-JP" altLang="en-US"/>
              <a:t>从</a:t>
            </a:r>
            <a:r>
              <a:rPr kumimoji="1" lang="en-US" altLang="ja-JP" dirty="0"/>
              <a:t>Linux</a:t>
            </a:r>
            <a:r>
              <a:rPr kumimoji="1" lang="en-US" altLang="zh-CN" dirty="0"/>
              <a:t>2.6.24</a:t>
            </a:r>
            <a:r>
              <a:rPr kumimoji="1" lang="ja-JP" altLang="en-US"/>
              <a:t>开始</a:t>
            </a:r>
            <a:r>
              <a:rPr kumimoji="1" lang="zh-CN" altLang="en-US" dirty="0"/>
              <a:t>）</a:t>
            </a:r>
            <a:r>
              <a:rPr kumimoji="1" lang="ja-JP" altLang="en-US"/>
              <a:t>提供的一种资源隔离的功能</a:t>
            </a:r>
            <a:endParaRPr kumimoji="1" lang="en-US" altLang="ja-JP" dirty="0"/>
          </a:p>
          <a:p>
            <a:r>
              <a:rPr kumimoji="1" lang="en-US" altLang="ja-JP" dirty="0" err="1"/>
              <a:t>Cgroups</a:t>
            </a:r>
            <a:r>
              <a:rPr kumimoji="1" lang="ja-JP" altLang="en-US"/>
              <a:t>可以做什么</a:t>
            </a:r>
            <a:endParaRPr kumimoji="1" lang="en-US" altLang="ja-JP" dirty="0"/>
          </a:p>
          <a:p>
            <a:pPr lvl="1"/>
            <a:r>
              <a:rPr kumimoji="1" lang="ja-JP" altLang="en-US"/>
              <a:t>将线程分组</a:t>
            </a:r>
            <a:endParaRPr kumimoji="1" lang="en-US" altLang="ja-JP" dirty="0"/>
          </a:p>
          <a:p>
            <a:pPr lvl="1"/>
            <a:r>
              <a:rPr kumimoji="1" lang="ja-JP" altLang="en-US"/>
              <a:t>对每组线程使用的多种物理资源进行限制和监控</a:t>
            </a:r>
            <a:endParaRPr kumimoji="1" lang="en-US" altLang="ja-JP" dirty="0"/>
          </a:p>
          <a:p>
            <a:r>
              <a:rPr kumimoji="1" lang="ja-JP" altLang="en-US"/>
              <a:t>怎么用</a:t>
            </a:r>
            <a:r>
              <a:rPr kumimoji="1" lang="en-US" altLang="ja-JP" dirty="0" err="1"/>
              <a:t>Cgroups</a:t>
            </a:r>
            <a:endParaRPr kumimoji="1" lang="en-US" altLang="ja-JP" dirty="0"/>
          </a:p>
          <a:p>
            <a:pPr lvl="1"/>
            <a:r>
              <a:rPr kumimoji="1" lang="ja-JP" altLang="en-US"/>
              <a:t>名为</a:t>
            </a:r>
            <a:r>
              <a:rPr kumimoji="1" lang="en-US" altLang="ja-JP" dirty="0" err="1"/>
              <a:t>cgroupfs</a:t>
            </a:r>
            <a:r>
              <a:rPr kumimoji="1" lang="ja-JP" altLang="en-US"/>
              <a:t>的伪文件系统提供了用户接口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/>
              <a:t>Control </a:t>
            </a:r>
            <a:r>
              <a:rPr kumimoji="1" lang="en-US" altLang="ja-JP" dirty="0" err="1"/>
              <a:t>Cgroups</a:t>
            </a:r>
            <a:r>
              <a:rPr kumimoji="1" lang="en-US" altLang="ja-JP" dirty="0"/>
              <a:t> (</a:t>
            </a:r>
            <a:r>
              <a:rPr kumimoji="1" lang="en-US" altLang="ja-JP" dirty="0" err="1"/>
              <a:t>Cgroups</a:t>
            </a:r>
            <a:r>
              <a:rPr kumimoji="1" lang="en-US" altLang="ja-JP" dirty="0"/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3348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任务</a:t>
            </a:r>
            <a:r>
              <a:rPr kumimoji="1" lang="zh-CN" altLang="en-US" dirty="0"/>
              <a:t>（</a:t>
            </a:r>
            <a:r>
              <a:rPr kumimoji="1" lang="en-US" altLang="ja-JP" dirty="0"/>
              <a:t>task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控制组</a:t>
            </a:r>
            <a:r>
              <a:rPr kumimoji="1" lang="zh-CN" altLang="en-US" dirty="0"/>
              <a:t>（</a:t>
            </a:r>
            <a:r>
              <a:rPr kumimoji="1" lang="en-US" altLang="ja-JP" dirty="0" err="1"/>
              <a:t>cgroup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子系统</a:t>
            </a:r>
            <a:r>
              <a:rPr kumimoji="1" lang="zh-CN" altLang="en-US" dirty="0"/>
              <a:t>（</a:t>
            </a:r>
            <a:r>
              <a:rPr kumimoji="1" lang="en-US" altLang="ja-JP" dirty="0"/>
              <a:t>subsystem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层级</a:t>
            </a:r>
            <a:r>
              <a:rPr kumimoji="1" lang="zh-CN" altLang="en-US" dirty="0"/>
              <a:t> （</a:t>
            </a:r>
            <a:r>
              <a:rPr kumimoji="1" lang="en-US" altLang="ja-JP" dirty="0"/>
              <a:t>hierarchy</a:t>
            </a:r>
            <a:r>
              <a:rPr kumimoji="1" lang="zh-CN" altLang="en-US" dirty="0"/>
              <a:t>）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的常用术语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2036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任务</a:t>
            </a:r>
            <a:r>
              <a:rPr kumimoji="1" lang="zh-CN" altLang="en-US" dirty="0"/>
              <a:t>（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A5BB05-0287-3642-B6D2-1AC69D10DEEA}"/>
              </a:ext>
            </a:extLst>
          </p:cNvPr>
          <p:cNvSpPr/>
          <p:nvPr/>
        </p:nvSpPr>
        <p:spPr>
          <a:xfrm>
            <a:off x="3275856" y="2832310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713847-F7ED-1E4A-B486-21C6F8554057}"/>
              </a:ext>
            </a:extLst>
          </p:cNvPr>
          <p:cNvSpPr/>
          <p:nvPr/>
        </p:nvSpPr>
        <p:spPr>
          <a:xfrm>
            <a:off x="5674223" y="2831775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任务就是系统中的一个线程</a:t>
            </a:r>
            <a:endParaRPr kumimoji="1" lang="en-US" altLang="ja-JP" dirty="0"/>
          </a:p>
          <a:p>
            <a:r>
              <a:rPr kumimoji="1" lang="ja-JP" altLang="en-US"/>
              <a:t>例如</a:t>
            </a:r>
            <a:r>
              <a:rPr kumimoji="1" lang="zh-CN" altLang="en-US" dirty="0"/>
              <a:t>：有</a:t>
            </a:r>
            <a:r>
              <a:rPr kumimoji="1" lang="ja-JP" altLang="en-US"/>
              <a:t>两个任务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task1</a:t>
            </a:r>
            <a:r>
              <a:rPr kumimoji="1" lang="ja-JP" altLang="en-US"/>
              <a:t>和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441060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5E105E87-5F03-2D48-A1AF-0E17F47D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进行资源监控和限制的单位</a:t>
            </a:r>
            <a:endParaRPr kumimoji="1" lang="en-US" altLang="ja-JP" dirty="0"/>
          </a:p>
          <a:p>
            <a:r>
              <a:rPr kumimoji="1" lang="ja-JP" altLang="en-US"/>
              <a:t>任务的集合</a:t>
            </a:r>
            <a:endParaRPr kumimoji="1" lang="en-US" altLang="ja-JP" dirty="0"/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cgroup1</a:t>
            </a:r>
            <a:r>
              <a:rPr kumimoji="1" lang="ja-JP" altLang="en-US"/>
              <a:t>包含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1</a:t>
            </a:r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</a:t>
            </a:r>
            <a:r>
              <a:rPr kumimoji="1" lang="en-US" altLang="zh-CN" dirty="0"/>
              <a:t>2</a:t>
            </a:r>
            <a:r>
              <a:rPr kumimoji="1" lang="ja-JP" altLang="en-US"/>
              <a:t>包含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</a:t>
            </a:r>
            <a:r>
              <a:rPr kumimoji="1" lang="en-US" altLang="zh-CN" dirty="0"/>
              <a:t>3</a:t>
            </a:r>
            <a:r>
              <a:rPr kumimoji="1" lang="ja-JP" altLang="en-US"/>
              <a:t>由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1</a:t>
            </a:r>
            <a:r>
              <a:rPr kumimoji="1" lang="ja-JP" altLang="en-US"/>
              <a:t>和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  <a:r>
              <a:rPr kumimoji="1" lang="ja-JP" altLang="en-US"/>
              <a:t>组成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控制组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Group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A5BB05-0287-3642-B6D2-1AC69D10DEEA}"/>
              </a:ext>
            </a:extLst>
          </p:cNvPr>
          <p:cNvSpPr/>
          <p:nvPr/>
        </p:nvSpPr>
        <p:spPr>
          <a:xfrm>
            <a:off x="2114327" y="4750910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713847-F7ED-1E4A-B486-21C6F8554057}"/>
              </a:ext>
            </a:extLst>
          </p:cNvPr>
          <p:cNvSpPr/>
          <p:nvPr/>
        </p:nvSpPr>
        <p:spPr>
          <a:xfrm>
            <a:off x="3942466" y="4755314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DECCA4F-3066-7C47-841E-EE1345ADA4B4}"/>
              </a:ext>
            </a:extLst>
          </p:cNvPr>
          <p:cNvSpPr/>
          <p:nvPr/>
        </p:nvSpPr>
        <p:spPr>
          <a:xfrm>
            <a:off x="5506494" y="4774212"/>
            <a:ext cx="878977" cy="387544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33D21B1-D906-054C-A7EF-62287A7BDCF7}"/>
              </a:ext>
            </a:extLst>
          </p:cNvPr>
          <p:cNvSpPr/>
          <p:nvPr/>
        </p:nvSpPr>
        <p:spPr>
          <a:xfrm>
            <a:off x="6723702" y="4774212"/>
            <a:ext cx="878977" cy="387544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2A4861B-4D6F-AD4E-BF19-6CDDE5643AE3}"/>
              </a:ext>
            </a:extLst>
          </p:cNvPr>
          <p:cNvCxnSpPr>
            <a:cxnSpLocks/>
            <a:stCxn id="40" idx="2"/>
            <a:endCxn id="32" idx="0"/>
          </p:cNvCxnSpPr>
          <p:nvPr/>
        </p:nvCxnSpPr>
        <p:spPr>
          <a:xfrm flipH="1">
            <a:off x="2553816" y="4283869"/>
            <a:ext cx="1" cy="4670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F943EE3-0647-C140-B991-3BA6213A31A1}"/>
              </a:ext>
            </a:extLst>
          </p:cNvPr>
          <p:cNvCxnSpPr>
            <a:cxnSpLocks/>
            <a:stCxn id="43" idx="2"/>
            <a:endCxn id="33" idx="0"/>
          </p:cNvCxnSpPr>
          <p:nvPr/>
        </p:nvCxnSpPr>
        <p:spPr>
          <a:xfrm flipH="1">
            <a:off x="4381955" y="4283869"/>
            <a:ext cx="1" cy="4714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0521F85-8AC2-EB4C-B2A6-D0895E0B84A2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 flipH="1">
            <a:off x="5945983" y="4298115"/>
            <a:ext cx="592376" cy="476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EA3BDE9-2632-1A45-A036-92843E97F9E3}"/>
              </a:ext>
            </a:extLst>
          </p:cNvPr>
          <p:cNvCxnSpPr>
            <a:cxnSpLocks/>
            <a:stCxn id="49" idx="2"/>
            <a:endCxn id="45" idx="0"/>
          </p:cNvCxnSpPr>
          <p:nvPr/>
        </p:nvCxnSpPr>
        <p:spPr>
          <a:xfrm>
            <a:off x="6538359" y="4298115"/>
            <a:ext cx="624832" cy="476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6B4B82D-5B17-BE4F-BF04-376AF28E3819}"/>
              </a:ext>
            </a:extLst>
          </p:cNvPr>
          <p:cNvSpPr/>
          <p:nvPr/>
        </p:nvSpPr>
        <p:spPr>
          <a:xfrm>
            <a:off x="1983074" y="3788623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0801641-0105-7641-A2FE-B4351626D357}"/>
              </a:ext>
            </a:extLst>
          </p:cNvPr>
          <p:cNvSpPr/>
          <p:nvPr/>
        </p:nvSpPr>
        <p:spPr>
          <a:xfrm>
            <a:off x="3811213" y="3788623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7AAB561-FB79-E749-BDAF-66E75CB7B700}"/>
              </a:ext>
            </a:extLst>
          </p:cNvPr>
          <p:cNvSpPr/>
          <p:nvPr/>
        </p:nvSpPr>
        <p:spPr>
          <a:xfrm>
            <a:off x="5967616" y="3802869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cgroup3</a:t>
            </a:r>
          </a:p>
        </p:txBody>
      </p:sp>
    </p:spTree>
    <p:extLst>
      <p:ext uri="{BB962C8B-B14F-4D97-AF65-F5344CB8AC3E}">
        <p14:creationId xmlns:p14="http://schemas.microsoft.com/office/powerpoint/2010/main" val="241955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44" grpId="0" animBg="1"/>
      <p:bldP spid="45" grpId="0" animBg="1"/>
      <p:bldP spid="40" grpId="0" animBg="1"/>
      <p:bldP spid="43" grpId="0" animBg="1"/>
      <p:bldP spid="4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0C9BCC96-D963-3C4E-B618-0CCE27687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可以跟踪或限制控制组使用该类型物理资源的内核组件</a:t>
            </a:r>
            <a:endParaRPr kumimoji="1" lang="en-US" altLang="ja-JP" dirty="0"/>
          </a:p>
          <a:p>
            <a:r>
              <a:rPr kumimoji="1" lang="ja-JP" altLang="en-US"/>
              <a:t>也被称为资源控制器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子系统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Sub-system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DE4CA31-5EC7-1242-A57F-D39FE04F77E5}"/>
              </a:ext>
            </a:extLst>
          </p:cNvPr>
          <p:cNvSpPr/>
          <p:nvPr/>
        </p:nvSpPr>
        <p:spPr>
          <a:xfrm>
            <a:off x="1763688" y="3577580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cpu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6553DF8-4BCF-7E41-AA57-ADDE886D2730}"/>
              </a:ext>
            </a:extLst>
          </p:cNvPr>
          <p:cNvSpPr/>
          <p:nvPr/>
        </p:nvSpPr>
        <p:spPr>
          <a:xfrm>
            <a:off x="4150295" y="3577580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cpuacct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46B25EB-526B-2F40-A8DF-7E75E326FB20}"/>
              </a:ext>
            </a:extLst>
          </p:cNvPr>
          <p:cNvSpPr/>
          <p:nvPr/>
        </p:nvSpPr>
        <p:spPr>
          <a:xfrm>
            <a:off x="6732240" y="3576766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117608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层级</a:t>
            </a:r>
            <a:r>
              <a:rPr kumimoji="1" lang="zh-CN" altLang="en-US" dirty="0"/>
              <a:t>（</a:t>
            </a:r>
            <a:r>
              <a:rPr kumimoji="1" lang="en-US" altLang="zh-CN" dirty="0"/>
              <a:t>H</a:t>
            </a:r>
            <a:r>
              <a:rPr kumimoji="1" lang="en-US" altLang="ja-JP" dirty="0"/>
              <a:t>ierarchy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由控制组组成的树状结构</a:t>
            </a:r>
            <a:endParaRPr kumimoji="1" lang="en-US" altLang="ja-JP" dirty="0"/>
          </a:p>
          <a:p>
            <a:r>
              <a:rPr kumimoji="1" lang="ja-JP" altLang="en-US"/>
              <a:t>通过被挂载到文件系统中形成</a:t>
            </a:r>
            <a:endParaRPr kumimoji="1" lang="en-US" altLang="ja-JP" dirty="0"/>
          </a:p>
          <a:p>
            <a:r>
              <a:rPr kumimoji="1" lang="ja-JP" altLang="en-US"/>
              <a:t>一个任务在每个层级结构中只能属于一个控制组</a:t>
            </a:r>
            <a:endParaRPr kumimoji="1" lang="en-US" altLang="ja-JP" dirty="0"/>
          </a:p>
          <a:p>
            <a:r>
              <a:rPr kumimoji="1" lang="ja-JP" altLang="en-US"/>
              <a:t>一个子系统只能附加于一个层级结构</a:t>
            </a:r>
            <a:endParaRPr kumimoji="1" lang="en-US" altLang="ja-JP" dirty="0"/>
          </a:p>
          <a:p>
            <a:r>
              <a:rPr kumimoji="1" lang="ja-JP" altLang="en-US"/>
              <a:t>一个层级结构可以附加多个子系统</a:t>
            </a:r>
            <a:endParaRPr kumimoji="1" lang="en-US" altLang="ja-JP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5B4F7D9-C20B-114B-97E1-2A4F2735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5452"/>
            <a:ext cx="9144000" cy="252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31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最大值</a:t>
            </a:r>
            <a:endParaRPr kumimoji="1" lang="en-US" altLang="ja-JP" dirty="0"/>
          </a:p>
          <a:p>
            <a:pPr lvl="1"/>
            <a:r>
              <a:rPr kumimoji="1" lang="ja-JP" altLang="en-US"/>
              <a:t>直接设置一个控制组所能使用的物理资源的最大值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ja-JP" dirty="0"/>
          </a:p>
          <a:p>
            <a:pPr lvl="2"/>
            <a:r>
              <a:rPr kumimoji="1" lang="ja-JP" altLang="en-US"/>
              <a:t>内存子系统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最多能使用</a:t>
            </a:r>
            <a:r>
              <a:rPr kumimoji="1" lang="en-US" altLang="zh-CN" dirty="0"/>
              <a:t>1GB</a:t>
            </a:r>
            <a:r>
              <a:rPr kumimoji="1" lang="ja-JP" altLang="en-US"/>
              <a:t>内存</a:t>
            </a:r>
            <a:endParaRPr kumimoji="1" lang="en-US" altLang="ja-JP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最大能使用</a:t>
            </a:r>
            <a:r>
              <a:rPr kumimoji="1" lang="en-US" altLang="ja-JP" dirty="0"/>
              <a:t>100</a:t>
            </a:r>
            <a:r>
              <a:rPr kumimoji="1" lang="en-US" altLang="zh-CN" dirty="0"/>
              <a:t>MB/s</a:t>
            </a:r>
            <a:r>
              <a:rPr kumimoji="1" lang="ja-JP" altLang="en-US"/>
              <a:t>的磁盘</a:t>
            </a:r>
            <a:r>
              <a:rPr kumimoji="1" lang="en-US" altLang="ja-JP"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1740074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A9887D-AD32-F540-8012-567F76318CF6}"/>
              </a:ext>
            </a:extLst>
          </p:cNvPr>
          <p:cNvSpPr txBox="1"/>
          <p:nvPr/>
        </p:nvSpPr>
        <p:spPr>
          <a:xfrm>
            <a:off x="568627" y="315561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250MB/s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1AC65-625A-5046-8997-13F062EC730A}"/>
              </a:ext>
            </a:extLst>
          </p:cNvPr>
          <p:cNvSpPr txBox="1"/>
          <p:nvPr/>
        </p:nvSpPr>
        <p:spPr>
          <a:xfrm>
            <a:off x="568626" y="429301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250MB/s</a:t>
            </a:r>
          </a:p>
        </p:txBody>
      </p:sp>
      <p:sp>
        <p:nvSpPr>
          <p:cNvPr id="23" name="Cloud Callout 22">
            <a:extLst>
              <a:ext uri="{FF2B5EF4-FFF2-40B4-BE49-F238E27FC236}">
                <a16:creationId xmlns:a16="http://schemas.microsoft.com/office/drawing/2014/main" id="{666D1562-2CE9-EB44-98B0-58584BE8FADC}"/>
              </a:ext>
            </a:extLst>
          </p:cNvPr>
          <p:cNvSpPr/>
          <p:nvPr/>
        </p:nvSpPr>
        <p:spPr>
          <a:xfrm>
            <a:off x="3866582" y="1808577"/>
            <a:ext cx="2808312" cy="1320602"/>
          </a:xfrm>
          <a:prstGeom prst="cloudCallout">
            <a:avLst>
              <a:gd name="adj1" fmla="val -60053"/>
              <a:gd name="adj2" fmla="val 42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没有其他人用</a:t>
            </a:r>
            <a:r>
              <a:rPr lang="zh-CN" altLang="en-US" dirty="0"/>
              <a:t>，</a:t>
            </a:r>
            <a:r>
              <a:rPr lang="ja-JP" altLang="en-US"/>
              <a:t>为什么我不能用</a:t>
            </a:r>
            <a:r>
              <a:rPr lang="en-US" altLang="zh-CN" dirty="0"/>
              <a:t>500MB/s</a:t>
            </a:r>
            <a:endParaRPr lang="en-US" dirty="0"/>
          </a:p>
        </p:txBody>
      </p:sp>
      <p:sp>
        <p:nvSpPr>
          <p:cNvPr id="28" name="Smiley Face 27">
            <a:extLst>
              <a:ext uri="{FF2B5EF4-FFF2-40B4-BE49-F238E27FC236}">
                <a16:creationId xmlns:a16="http://schemas.microsoft.com/office/drawing/2014/main" id="{AF6B5E59-D4E1-D84E-A370-42C861C29D39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-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0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3" grpId="1"/>
      <p:bldP spid="20" grpId="0"/>
      <p:bldP spid="21" grpId="0"/>
      <p:bldP spid="24" grpId="0"/>
      <p:bldP spid="23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最大值</a:t>
            </a:r>
            <a:endParaRPr kumimoji="1" lang="en-US" altLang="ja-JP" dirty="0"/>
          </a:p>
          <a:p>
            <a:pPr lvl="1"/>
            <a:r>
              <a:rPr kumimoji="1" lang="ja-JP" altLang="en-US"/>
              <a:t>直接设置一个控制组所能使用的物理资源的最大值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ja-JP" dirty="0"/>
          </a:p>
          <a:p>
            <a:pPr lvl="2"/>
            <a:r>
              <a:rPr kumimoji="1" lang="ja-JP" altLang="en-US"/>
              <a:t>内存子系统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最多能使用</a:t>
            </a:r>
            <a:r>
              <a:rPr kumimoji="1" lang="en-US" altLang="zh-CN" dirty="0"/>
              <a:t>1GB</a:t>
            </a:r>
            <a:r>
              <a:rPr kumimoji="1" lang="ja-JP" altLang="en-US"/>
              <a:t>内存</a:t>
            </a:r>
            <a:endParaRPr kumimoji="1" lang="en-US" altLang="ja-JP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最大能使用</a:t>
            </a:r>
            <a:r>
              <a:rPr kumimoji="1" lang="en-US" altLang="ja-JP" dirty="0"/>
              <a:t>100</a:t>
            </a:r>
            <a:r>
              <a:rPr kumimoji="1" lang="en-US" altLang="zh-CN" dirty="0"/>
              <a:t>MB/s</a:t>
            </a:r>
            <a:r>
              <a:rPr kumimoji="1" lang="ja-JP" altLang="en-US"/>
              <a:t>的磁盘</a:t>
            </a:r>
            <a:r>
              <a:rPr kumimoji="1" lang="en-US" altLang="ja-JP" dirty="0"/>
              <a:t>IO</a:t>
            </a:r>
          </a:p>
          <a:p>
            <a:r>
              <a:rPr kumimoji="1" lang="ja-JP" altLang="en-US"/>
              <a:t>比例</a:t>
            </a:r>
            <a:endParaRPr kumimoji="1" lang="en-US" altLang="ja-JP" dirty="0"/>
          </a:p>
          <a:p>
            <a:pPr lvl="1"/>
            <a:r>
              <a:rPr kumimoji="1" lang="ja-JP" altLang="en-US"/>
              <a:t>设置不同控制组使用同一物理资源时的资源分配比例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两个控制组按照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ja-JP" altLang="en-US"/>
              <a:t>的比例使用磁盘</a:t>
            </a:r>
            <a:r>
              <a:rPr kumimoji="1" lang="en-US" altLang="ja-JP" dirty="0"/>
              <a:t>IO</a:t>
            </a:r>
            <a:r>
              <a:rPr kumimoji="1" lang="ja-JP" altLang="en-US"/>
              <a:t>资源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CPU</a:t>
            </a:r>
            <a:r>
              <a:rPr kumimoji="1" lang="ja-JP" altLang="en-US"/>
              <a:t>子系统</a:t>
            </a:r>
            <a:r>
              <a:rPr kumimoji="1" lang="zh-CN" altLang="en-US" dirty="0"/>
              <a:t>：</a:t>
            </a:r>
            <a:r>
              <a:rPr kumimoji="1" lang="ja-JP" altLang="en-US"/>
              <a:t>两个控制组按照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ja-JP" altLang="en-US"/>
              <a:t>的比例使用</a:t>
            </a:r>
            <a:r>
              <a:rPr kumimoji="1" lang="en-US" altLang="ja-JP" dirty="0"/>
              <a:t>CPU</a:t>
            </a:r>
            <a:r>
              <a:rPr kumimoji="1" lang="ja-JP" altLang="en-US"/>
              <a:t>时间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40814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A9887D-AD32-F540-8012-567F76318CF6}"/>
              </a:ext>
            </a:extLst>
          </p:cNvPr>
          <p:cNvSpPr txBox="1"/>
          <p:nvPr/>
        </p:nvSpPr>
        <p:spPr>
          <a:xfrm>
            <a:off x="568627" y="3155615"/>
            <a:ext cx="14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Weight: 500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1AC65-625A-5046-8997-13F062EC730A}"/>
              </a:ext>
            </a:extLst>
          </p:cNvPr>
          <p:cNvSpPr txBox="1"/>
          <p:nvPr/>
        </p:nvSpPr>
        <p:spPr>
          <a:xfrm>
            <a:off x="568626" y="4293014"/>
            <a:ext cx="14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Weight: 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834B2-201D-AA47-AA50-5D3AB8D517DF}"/>
              </a:ext>
            </a:extLst>
          </p:cNvPr>
          <p:cNvSpPr txBox="1"/>
          <p:nvPr/>
        </p:nvSpPr>
        <p:spPr>
          <a:xfrm>
            <a:off x="3832651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500MB/s</a:t>
            </a:r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6538F19-7F9D-9B46-9BE5-EF1E2EB7B489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4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20" grpId="0"/>
      <p:bldP spid="21" grpId="0"/>
      <p:bldP spid="24" grpId="0"/>
      <p:bldP spid="3" grpId="0"/>
      <p:bldP spid="2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如何对任务使用资源进行监控和限制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进行监控和限制的单位是什么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ja-JP" altLang="en-US"/>
              <a:t>控制组</a:t>
            </a:r>
            <a:endParaRPr kumimoji="1" lang="en-US" altLang="ja-JP" dirty="0"/>
          </a:p>
          <a:p>
            <a:r>
              <a:rPr kumimoji="1" lang="ja-JP" altLang="en-US"/>
              <a:t>如何知道一个控制组使用了多少物理资源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ja-JP" altLang="en-US"/>
              <a:t>计算该控制组所有任务使用的该物理资源的总和</a:t>
            </a:r>
            <a:endParaRPr kumimoji="1" lang="en-US" altLang="ja-JP" dirty="0"/>
          </a:p>
          <a:p>
            <a:r>
              <a:rPr kumimoji="1" lang="ja-JP" altLang="en-US"/>
              <a:t>如何限制一个控制组</a:t>
            </a:r>
            <a:endParaRPr kumimoji="1" lang="en-US" altLang="ja-JP" dirty="0"/>
          </a:p>
          <a:p>
            <a:pPr lvl="1"/>
            <a:r>
              <a:rPr kumimoji="1" lang="ja-JP" altLang="en-US"/>
              <a:t>使该控制组的所有任务使用的物理资源不超过这个限制</a:t>
            </a:r>
            <a:endParaRPr kumimoji="1" lang="en-US" altLang="ja-JP" dirty="0"/>
          </a:p>
          <a:p>
            <a:pPr lvl="1"/>
            <a:r>
              <a:rPr kumimoji="1" lang="ja-JP" altLang="en-US"/>
              <a:t>在每个任务使用物理资源时</a:t>
            </a:r>
            <a:r>
              <a:rPr kumimoji="1" lang="zh-CN" altLang="en-US" dirty="0"/>
              <a:t>，</a:t>
            </a:r>
            <a:r>
              <a:rPr kumimoji="1" lang="ja-JP" altLang="en-US"/>
              <a:t>需要保证不违反该控制组的限制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191529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/>
              <a:t>CPU</a:t>
            </a:r>
            <a:r>
              <a:rPr kumimoji="1" lang="ja-JP" altLang="en-US"/>
              <a:t>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回顾</a:t>
            </a:r>
            <a:r>
              <a:rPr kumimoji="1" lang="en-US" altLang="ja-JP" dirty="0"/>
              <a:t>CFS</a:t>
            </a:r>
            <a:r>
              <a:rPr kumimoji="1" lang="zh-CN" altLang="en-US" dirty="0"/>
              <a:t>（</a:t>
            </a:r>
            <a:r>
              <a:rPr kumimoji="1" lang="ja-JP" altLang="en-US"/>
              <a:t>完全公平调度器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/>
              <a:t>可以为每个任务设定一个</a:t>
            </a:r>
            <a:r>
              <a:rPr kumimoji="1" lang="zh-CN" altLang="en-US" dirty="0"/>
              <a:t>“</a:t>
            </a:r>
            <a:r>
              <a:rPr kumimoji="1" lang="ja-JP" altLang="en-US"/>
              <a:t>权重值</a:t>
            </a:r>
            <a:r>
              <a:rPr kumimoji="1" lang="zh-CN" altLang="en-US" dirty="0"/>
              <a:t>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“</a:t>
            </a:r>
            <a:r>
              <a:rPr kumimoji="1" lang="ja-JP" altLang="en-US"/>
              <a:t>权重值</a:t>
            </a:r>
            <a:r>
              <a:rPr kumimoji="1" lang="zh-CN" altLang="en-US" dirty="0"/>
              <a:t>”</a:t>
            </a:r>
            <a:r>
              <a:rPr kumimoji="1" lang="ja-JP" altLang="en-US"/>
              <a:t>确定了不同任务占用资源的比例</a:t>
            </a:r>
            <a:endParaRPr kumimoji="1" lang="en-US" altLang="ja-JP" dirty="0"/>
          </a:p>
          <a:p>
            <a:r>
              <a:rPr kumimoji="1" lang="en-US" altLang="zh-CN" dirty="0"/>
              <a:t>CPU</a:t>
            </a:r>
            <a:r>
              <a:rPr kumimoji="1" lang="ja-JP" altLang="en-US"/>
              <a:t>子系统允许为不同的控制组设定</a:t>
            </a:r>
            <a:r>
              <a:rPr kumimoji="1" lang="en-US" altLang="ja-JP" dirty="0"/>
              <a:t>CPU</a:t>
            </a:r>
            <a:r>
              <a:rPr kumimoji="1" lang="ja-JP" altLang="en-US"/>
              <a:t>时间的比例</a:t>
            </a:r>
            <a:endParaRPr kumimoji="1" lang="en-US" altLang="ja-JP" dirty="0"/>
          </a:p>
          <a:p>
            <a:pPr lvl="1"/>
            <a:r>
              <a:rPr kumimoji="1" lang="ja-JP" altLang="en-US"/>
              <a:t>直接利用</a:t>
            </a:r>
            <a:r>
              <a:rPr kumimoji="1" lang="en-US" altLang="ja-JP" dirty="0"/>
              <a:t>CFS</a:t>
            </a:r>
            <a:r>
              <a:rPr kumimoji="1" lang="ja-JP" altLang="en-US"/>
              <a:t>来实现按比例分配的资源控制模型</a:t>
            </a:r>
            <a:endParaRPr kumimoji="1" lang="en-US" altLang="ja-JP" dirty="0"/>
          </a:p>
          <a:p>
            <a:pPr lvl="1"/>
            <a:r>
              <a:rPr kumimoji="1" lang="ja-JP" altLang="en-US"/>
              <a:t>为控制组设定权重</a:t>
            </a:r>
            <a:r>
              <a:rPr kumimoji="1" lang="zh-CN" altLang="en-US" dirty="0"/>
              <a:t>：</a:t>
            </a:r>
            <a:r>
              <a:rPr kumimoji="1" lang="ja-JP" altLang="en-US"/>
              <a:t>向</a:t>
            </a:r>
            <a:r>
              <a:rPr kumimoji="1" lang="en-US" altLang="ja-JP" dirty="0" err="1"/>
              <a:t>cpu.shares</a:t>
            </a:r>
            <a:r>
              <a:rPr kumimoji="1" lang="ja-JP" altLang="en-US"/>
              <a:t>文件中写入权重值</a:t>
            </a:r>
            <a:r>
              <a:rPr kumimoji="1" lang="zh-CN" altLang="en-US" dirty="0"/>
              <a:t>（</a:t>
            </a:r>
            <a:r>
              <a:rPr kumimoji="1" lang="ja-JP" altLang="en-US"/>
              <a:t>默认</a:t>
            </a:r>
            <a:r>
              <a:rPr kumimoji="1" lang="en-US" altLang="zh-CN" dirty="0"/>
              <a:t>1024</a:t>
            </a:r>
            <a:r>
              <a:rPr kumimoji="1" lang="zh-CN" altLang="en-US" dirty="0"/>
              <a:t>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405760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内存子系统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监控控制组使用的内存</a:t>
            </a:r>
            <a:endParaRPr kumimoji="1" lang="en-US" altLang="ja-JP" dirty="0"/>
          </a:p>
          <a:p>
            <a:pPr lvl="1"/>
            <a:r>
              <a:rPr kumimoji="1" lang="ja-JP" altLang="en-US"/>
              <a:t>利用</a:t>
            </a:r>
            <a:r>
              <a:rPr kumimoji="1" lang="en-US" altLang="ja-JP" dirty="0" err="1"/>
              <a:t>page_counter</a:t>
            </a:r>
            <a:r>
              <a:rPr kumimoji="1" lang="ja-JP" altLang="en-US"/>
              <a:t>监控每个控制组使用了多少内存</a:t>
            </a:r>
            <a:endParaRPr kumimoji="1" lang="en-US" altLang="ja-JP" dirty="0"/>
          </a:p>
          <a:p>
            <a:r>
              <a:rPr kumimoji="1" lang="ja-JP" altLang="en-US"/>
              <a:t>限制控制组使用的内存</a:t>
            </a:r>
            <a:endParaRPr kumimoji="1" lang="en-US" altLang="ja-JP" dirty="0"/>
          </a:p>
          <a:p>
            <a:pPr lvl="1"/>
            <a:r>
              <a:rPr kumimoji="1" lang="ja-JP" altLang="en-US"/>
              <a:t>通过修改</a:t>
            </a:r>
            <a:r>
              <a:rPr kumimoji="1" lang="en-US" altLang="zh-CN" dirty="0" err="1"/>
              <a:t>memory.limit_in_bytes</a:t>
            </a:r>
            <a:r>
              <a:rPr kumimoji="1" lang="ja-JP" altLang="en-US"/>
              <a:t>文件设定控制组最大内存使用量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162023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内存子系统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7227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Linux</a:t>
            </a:r>
            <a:r>
              <a:rPr kumimoji="1" lang="ja-JP" altLang="en-US"/>
              <a:t>分配内存首先需要</a:t>
            </a:r>
            <a:r>
              <a:rPr kumimoji="1" lang="en-US" altLang="ja-JP" dirty="0"/>
              <a:t>charge</a:t>
            </a:r>
            <a:r>
              <a:rPr kumimoji="1" lang="ja-JP" altLang="en-US"/>
              <a:t>同等大小的内存</a:t>
            </a:r>
            <a:endParaRPr kumimoji="1" lang="en-US" altLang="ja-JP" dirty="0"/>
          </a:p>
          <a:p>
            <a:pPr lvl="1"/>
            <a:r>
              <a:rPr kumimoji="1" lang="ja-JP" altLang="en-US"/>
              <a:t>只有</a:t>
            </a:r>
            <a:r>
              <a:rPr kumimoji="1" lang="en-US" altLang="ja-JP" dirty="0"/>
              <a:t>charge</a:t>
            </a:r>
            <a:r>
              <a:rPr kumimoji="1" lang="ja-JP" altLang="en-US"/>
              <a:t>成功</a:t>
            </a:r>
            <a:r>
              <a:rPr kumimoji="1" lang="zh-CN" altLang="en-US" dirty="0"/>
              <a:t>，</a:t>
            </a:r>
            <a:r>
              <a:rPr kumimoji="1" lang="ja-JP" altLang="en-US"/>
              <a:t>才能分配内存</a:t>
            </a:r>
            <a:endParaRPr kumimoji="1" lang="en-US" altLang="ja-JP" dirty="0"/>
          </a:p>
          <a:p>
            <a:r>
              <a:rPr kumimoji="1" lang="en-US" altLang="zh-CN" dirty="0"/>
              <a:t>Charge</a:t>
            </a:r>
            <a:r>
              <a:rPr kumimoji="1" lang="ja-JP" altLang="en-US"/>
              <a:t>内存的简化代码</a:t>
            </a:r>
            <a:r>
              <a:rPr kumimoji="1" lang="zh-CN" altLang="en-US" dirty="0"/>
              <a:t>（</a:t>
            </a:r>
            <a:r>
              <a:rPr kumimoji="1" lang="ja-JP" altLang="en-US"/>
              <a:t>大小为</a:t>
            </a:r>
            <a:r>
              <a:rPr kumimoji="1" lang="en-US" altLang="ja-JP" dirty="0" err="1"/>
              <a:t>nr_pages</a:t>
            </a:r>
            <a:r>
              <a:rPr kumimoji="1" lang="zh-CN" altLang="en-US" dirty="0"/>
              <a:t>）：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ja-JP" altLang="en-US"/>
              <a:t>释放内存时会执行相反的</a:t>
            </a:r>
            <a:r>
              <a:rPr kumimoji="1" lang="en-US" altLang="ja-JP" dirty="0" err="1"/>
              <a:t>uncharge</a:t>
            </a:r>
            <a:r>
              <a:rPr kumimoji="1" lang="ja-JP" altLang="en-US"/>
              <a:t>操作</a:t>
            </a:r>
            <a:endParaRPr kumimoji="1" lang="en-US" altLang="ja-JP" dirty="0"/>
          </a:p>
          <a:p>
            <a:endParaRPr kumimoji="1" lang="en-US" altLang="zh-CN" dirty="0"/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D5CF8123-3DDE-DC4B-9759-41483B4BFC1D}"/>
              </a:ext>
            </a:extLst>
          </p:cNvPr>
          <p:cNvSpPr/>
          <p:nvPr/>
        </p:nvSpPr>
        <p:spPr>
          <a:xfrm>
            <a:off x="827584" y="2799784"/>
            <a:ext cx="77048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new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atomic_long_add_return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nr_pages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-&gt;usage);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 &gt;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-&gt;max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atomic_long_sub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nr_pages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-&gt;usage);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failed;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27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存储子系统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blkio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827AA00-68DB-7A4D-BB9F-F03B3D55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限制最大</a:t>
            </a:r>
            <a:r>
              <a:rPr kumimoji="1" lang="en-US" altLang="ja-JP" dirty="0"/>
              <a:t>IOPS/BPS</a:t>
            </a:r>
          </a:p>
          <a:p>
            <a:pPr lvl="1"/>
            <a:r>
              <a:rPr kumimoji="1" lang="en-US" altLang="zh-CN" dirty="0" err="1"/>
              <a:t>blkio.throttle.read_bps_device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限制对某块设备的读带宽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blkio.throttle.read_iops_device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限制对某块设备的每秒读次数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blkio.throttle.write_bps_device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限制对某块设备的写带宽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blkio.throttle.write_iops_device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限制对某块设备的每秒写次数</a:t>
            </a:r>
            <a:endParaRPr kumimoji="1" lang="en-US" altLang="zh-CN" dirty="0"/>
          </a:p>
          <a:p>
            <a:r>
              <a:rPr kumimoji="1" lang="ja-JP" altLang="en-US"/>
              <a:t>设定权重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weight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blkio.weight</a:t>
            </a:r>
            <a:r>
              <a:rPr kumimoji="1" lang="en-US" altLang="ja-JP" dirty="0"/>
              <a:t> </a:t>
            </a:r>
            <a:r>
              <a:rPr kumimoji="1" lang="ja-JP" altLang="en-US"/>
              <a:t>该控制组的权重值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blkio.weight_device</a:t>
            </a:r>
            <a:r>
              <a:rPr kumimoji="1" lang="en-US" altLang="ja-JP" dirty="0"/>
              <a:t> </a:t>
            </a:r>
            <a:r>
              <a:rPr kumimoji="1" lang="ja-JP" altLang="en-US"/>
              <a:t>对某块设备单独的权重值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606384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3FF13-61C8-8541-B296-BD742B37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小结：隔离的不同方式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15A22-05E6-A949-B4C2-E44AD8375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2000" dirty="0"/>
              <a:t>物理机隔离</a:t>
            </a:r>
            <a:endParaRPr kumimoji="1" lang="en-US" altLang="zh-CN" sz="200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虚拟机隔离</a:t>
            </a:r>
            <a:endParaRPr kumimoji="1" lang="en-US" altLang="zh-CN" sz="200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文件系统隔离：</a:t>
            </a:r>
            <a:r>
              <a:rPr kumimoji="1" lang="en-US" altLang="zh-CN" sz="2000" b="0" dirty="0"/>
              <a:t>Chroot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容器隔离：</a:t>
            </a:r>
            <a:r>
              <a:rPr kumimoji="1" lang="en-US" altLang="zh-CN" sz="2000" b="0" dirty="0"/>
              <a:t>Name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Space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进程隔离：</a:t>
            </a:r>
            <a:r>
              <a:rPr kumimoji="1" lang="zh-CN" altLang="en-US" sz="2000" b="0" dirty="0"/>
              <a:t>传统方式</a:t>
            </a:r>
            <a:endParaRPr kumimoji="1" lang="en-US" altLang="zh-CN" sz="2000" b="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进程内隔离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软件方法：</a:t>
            </a:r>
            <a:r>
              <a:rPr kumimoji="1" lang="en-US" altLang="zh-CN" sz="2000" b="0" dirty="0"/>
              <a:t>SFI/CFI/XFI/NaCl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进程内隔离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硬件方法：</a:t>
            </a:r>
            <a:r>
              <a:rPr kumimoji="1" lang="en-US" altLang="zh-CN" sz="2000" b="0" dirty="0"/>
              <a:t>Enclave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（性能隔离）：</a:t>
            </a:r>
            <a:r>
              <a:rPr kumimoji="1" lang="en-US" altLang="zh-CN" sz="2000" b="0" dirty="0" err="1"/>
              <a:t>Cgroup</a:t>
            </a:r>
            <a:endParaRPr kumimoji="1" lang="zh-CN" altLang="en-US" sz="20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3A500-587D-BC41-A15C-51912091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C5F1E-49D7-6D4D-BC87-13B4E883C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226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52694</TotalTime>
  <Words>5942</Words>
  <Application>Microsoft Macintosh PowerPoint</Application>
  <PresentationFormat>全屏显示(16:10)</PresentationFormat>
  <Paragraphs>925</Paragraphs>
  <Slides>80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8" baseType="lpstr">
      <vt:lpstr>DengXian</vt:lpstr>
      <vt:lpstr>微软雅黑</vt:lpstr>
      <vt:lpstr>Arial</vt:lpstr>
      <vt:lpstr>Calibri</vt:lpstr>
      <vt:lpstr>Courier New</vt:lpstr>
      <vt:lpstr>Monotype Sorts</vt:lpstr>
      <vt:lpstr>Tahoma</vt:lpstr>
      <vt:lpstr>Office 主题​​</vt:lpstr>
      <vt:lpstr>轻量级隔离</vt:lpstr>
      <vt:lpstr>版权声明</vt:lpstr>
      <vt:lpstr>虚拟化与隔离</vt:lpstr>
      <vt:lpstr>Review：虚拟化的技术</vt:lpstr>
      <vt:lpstr>云厂商普遍用虚拟化来隔离</vt:lpstr>
      <vt:lpstr>是否有更轻量级的隔离？</vt:lpstr>
      <vt:lpstr>chroot</vt:lpstr>
      <vt:lpstr>文件系统视图的隔离</vt:lpstr>
      <vt:lpstr>Chroot效果</vt:lpstr>
      <vt:lpstr>Chroot原理</vt:lpstr>
      <vt:lpstr>Chroot在Linux中的实现</vt:lpstr>
      <vt:lpstr>正确使用Chroot</vt:lpstr>
      <vt:lpstr>基于Name Space的限制</vt:lpstr>
      <vt:lpstr>Chroot能否实现彻底的隔离？</vt:lpstr>
      <vt:lpstr>Linux container</vt:lpstr>
      <vt:lpstr>LinuX Container (LXC)</vt:lpstr>
      <vt:lpstr>Linux Namespace (NS)</vt:lpstr>
      <vt:lpstr>1、Mount Namespace</vt:lpstr>
      <vt:lpstr>Mount Namespace的实现</vt:lpstr>
      <vt:lpstr>2、IPC Namespace</vt:lpstr>
      <vt:lpstr>IPC Namespace的设计</vt:lpstr>
      <vt:lpstr>IPC Namespace的实现</vt:lpstr>
      <vt:lpstr>3、Network Namespace</vt:lpstr>
      <vt:lpstr>Linux对于多IP的支持</vt:lpstr>
      <vt:lpstr>Network Namespace的实现</vt:lpstr>
      <vt:lpstr>4、PID Namespace</vt:lpstr>
      <vt:lpstr>PID Namespace的设计</vt:lpstr>
      <vt:lpstr>PID Namespace的实现</vt:lpstr>
      <vt:lpstr>5、User Namespace</vt:lpstr>
      <vt:lpstr>User Namespace的实现</vt:lpstr>
      <vt:lpstr>进一步限制容器内Root</vt:lpstr>
      <vt:lpstr>其他Namespace</vt:lpstr>
      <vt:lpstr>SFI：软件错误隔离</vt:lpstr>
      <vt:lpstr>内部沙盒：三个限制</vt:lpstr>
      <vt:lpstr>Domain</vt:lpstr>
      <vt:lpstr>检查所有的jmp和store指令</vt:lpstr>
      <vt:lpstr>简单的 SFI 示例</vt:lpstr>
      <vt:lpstr>CFI：控制流完整性保护</vt:lpstr>
      <vt:lpstr>回顾：控制流完整性</vt:lpstr>
      <vt:lpstr>通过二进制插桩的方式实现CFI</vt:lpstr>
      <vt:lpstr>CFI的例子</vt:lpstr>
      <vt:lpstr>控制流的正确性保证</vt:lpstr>
      <vt:lpstr>CFI机制：防止被绕过</vt:lpstr>
      <vt:lpstr>改进CFI的准确度</vt:lpstr>
      <vt:lpstr>CFI的安全性保证</vt:lpstr>
      <vt:lpstr>XFI：SFI + CFI</vt:lpstr>
      <vt:lpstr>XFI：通过SFI和CFI保护操作系统</vt:lpstr>
      <vt:lpstr>两个栈</vt:lpstr>
      <vt:lpstr>内存的访问控制</vt:lpstr>
      <vt:lpstr>防止被绕过</vt:lpstr>
      <vt:lpstr>Native-Client</vt:lpstr>
      <vt:lpstr>Native Client</vt:lpstr>
      <vt:lpstr>NaCL沙箱</vt:lpstr>
      <vt:lpstr>NaCl二进制的限制</vt:lpstr>
      <vt:lpstr>NaCl中的CFI</vt:lpstr>
      <vt:lpstr>与沙盒外的Host交互</vt:lpstr>
      <vt:lpstr>NaCl沙盒的其他方面</vt:lpstr>
      <vt:lpstr>基于硬件的进程内隔离：Enclave</vt:lpstr>
      <vt:lpstr>Enclave：以Intel SGX为例</vt:lpstr>
      <vt:lpstr>硬件内存加密与保护机制</vt:lpstr>
      <vt:lpstr>EPC（Enclave Page Cache）</vt:lpstr>
      <vt:lpstr>Enclave与进程的关系</vt:lpstr>
      <vt:lpstr>性能隔离</vt:lpstr>
      <vt:lpstr>资源竞争问题</vt:lpstr>
      <vt:lpstr>Control Cgroups (Cgroups)</vt:lpstr>
      <vt:lpstr>Cgroups的常用术语</vt:lpstr>
      <vt:lpstr>任务（Task）</vt:lpstr>
      <vt:lpstr>控制组（Control Group）</vt:lpstr>
      <vt:lpstr>子系统（Sub-system）</vt:lpstr>
      <vt:lpstr>层级（Hierarchy）</vt:lpstr>
      <vt:lpstr>资源控制模型</vt:lpstr>
      <vt:lpstr>资源控制模型</vt:lpstr>
      <vt:lpstr>资源控制模型</vt:lpstr>
      <vt:lpstr>资源控制模型</vt:lpstr>
      <vt:lpstr>如何对任务使用资源进行监控和限制</vt:lpstr>
      <vt:lpstr>CPU子系统</vt:lpstr>
      <vt:lpstr>内存子系统</vt:lpstr>
      <vt:lpstr>内存子系统</vt:lpstr>
      <vt:lpstr>存储子系统（blkio）</vt:lpstr>
      <vt:lpstr>小结：隔离的不同方式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5404</cp:revision>
  <cp:lastPrinted>2016-06-13T07:55:34Z</cp:lastPrinted>
  <dcterms:created xsi:type="dcterms:W3CDTF">2017-11-24T09:35:45Z</dcterms:created>
  <dcterms:modified xsi:type="dcterms:W3CDTF">2022-05-12T05:55:32Z</dcterms:modified>
</cp:coreProperties>
</file>