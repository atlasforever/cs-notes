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0"/>
  </p:notesMasterIdLst>
  <p:handoutMasterIdLst>
    <p:handoutMasterId r:id="rId101"/>
  </p:handoutMasterIdLst>
  <p:sldIdLst>
    <p:sldId id="2241" r:id="rId2"/>
    <p:sldId id="1420" r:id="rId3"/>
    <p:sldId id="2331" r:id="rId4"/>
    <p:sldId id="838" r:id="rId5"/>
    <p:sldId id="2283" r:id="rId6"/>
    <p:sldId id="2286" r:id="rId7"/>
    <p:sldId id="2239" r:id="rId8"/>
    <p:sldId id="2230" r:id="rId9"/>
    <p:sldId id="2235" r:id="rId10"/>
    <p:sldId id="2332" r:id="rId11"/>
    <p:sldId id="2242" r:id="rId12"/>
    <p:sldId id="2238" r:id="rId13"/>
    <p:sldId id="2268" r:id="rId14"/>
    <p:sldId id="2264" r:id="rId15"/>
    <p:sldId id="2237" r:id="rId16"/>
    <p:sldId id="2265" r:id="rId17"/>
    <p:sldId id="2257" r:id="rId18"/>
    <p:sldId id="2292" r:id="rId19"/>
    <p:sldId id="2300" r:id="rId20"/>
    <p:sldId id="1360" r:id="rId21"/>
    <p:sldId id="1364" r:id="rId22"/>
    <p:sldId id="2320" r:id="rId23"/>
    <p:sldId id="1421" r:id="rId24"/>
    <p:sldId id="1422" r:id="rId25"/>
    <p:sldId id="1368" r:id="rId26"/>
    <p:sldId id="1369" r:id="rId27"/>
    <p:sldId id="2321" r:id="rId28"/>
    <p:sldId id="2322" r:id="rId29"/>
    <p:sldId id="1373" r:id="rId30"/>
    <p:sldId id="1372" r:id="rId31"/>
    <p:sldId id="1374" r:id="rId32"/>
    <p:sldId id="1375" r:id="rId33"/>
    <p:sldId id="2323" r:id="rId34"/>
    <p:sldId id="1377" r:id="rId35"/>
    <p:sldId id="2324" r:id="rId36"/>
    <p:sldId id="1379" r:id="rId37"/>
    <p:sldId id="1387" r:id="rId38"/>
    <p:sldId id="1488" r:id="rId39"/>
    <p:sldId id="1389" r:id="rId40"/>
    <p:sldId id="1390" r:id="rId41"/>
    <p:sldId id="1398" r:id="rId42"/>
    <p:sldId id="2295" r:id="rId43"/>
    <p:sldId id="2326" r:id="rId44"/>
    <p:sldId id="1382" r:id="rId45"/>
    <p:sldId id="1391" r:id="rId46"/>
    <p:sldId id="1401" r:id="rId47"/>
    <p:sldId id="2325" r:id="rId48"/>
    <p:sldId id="1408" r:id="rId49"/>
    <p:sldId id="1423" r:id="rId50"/>
    <p:sldId id="2318" r:id="rId51"/>
    <p:sldId id="2301" r:id="rId52"/>
    <p:sldId id="2272" r:id="rId53"/>
    <p:sldId id="2302" r:id="rId54"/>
    <p:sldId id="2303" r:id="rId55"/>
    <p:sldId id="2304" r:id="rId56"/>
    <p:sldId id="2243" r:id="rId57"/>
    <p:sldId id="2306" r:id="rId58"/>
    <p:sldId id="2307" r:id="rId59"/>
    <p:sldId id="2308" r:id="rId60"/>
    <p:sldId id="1378" r:id="rId61"/>
    <p:sldId id="2312" r:id="rId62"/>
    <p:sldId id="2313" r:id="rId63"/>
    <p:sldId id="1495" r:id="rId64"/>
    <p:sldId id="1407" r:id="rId65"/>
    <p:sldId id="1490" r:id="rId66"/>
    <p:sldId id="1426" r:id="rId67"/>
    <p:sldId id="1491" r:id="rId68"/>
    <p:sldId id="2245" r:id="rId69"/>
    <p:sldId id="2246" r:id="rId70"/>
    <p:sldId id="2247" r:id="rId71"/>
    <p:sldId id="2248" r:id="rId72"/>
    <p:sldId id="2249" r:id="rId73"/>
    <p:sldId id="2317" r:id="rId74"/>
    <p:sldId id="1459" r:id="rId75"/>
    <p:sldId id="1383" r:id="rId76"/>
    <p:sldId id="1406" r:id="rId77"/>
    <p:sldId id="1489" r:id="rId78"/>
    <p:sldId id="2260" r:id="rId79"/>
    <p:sldId id="1447" r:id="rId80"/>
    <p:sldId id="1449" r:id="rId81"/>
    <p:sldId id="1448" r:id="rId82"/>
    <p:sldId id="1450" r:id="rId83"/>
    <p:sldId id="1451" r:id="rId84"/>
    <p:sldId id="1452" r:id="rId85"/>
    <p:sldId id="1453" r:id="rId86"/>
    <p:sldId id="1455" r:id="rId87"/>
    <p:sldId id="1467" r:id="rId88"/>
    <p:sldId id="1457" r:id="rId89"/>
    <p:sldId id="1456" r:id="rId90"/>
    <p:sldId id="1428" r:id="rId91"/>
    <p:sldId id="2327" r:id="rId92"/>
    <p:sldId id="2328" r:id="rId93"/>
    <p:sldId id="2311" r:id="rId94"/>
    <p:sldId id="2329" r:id="rId95"/>
    <p:sldId id="2309" r:id="rId96"/>
    <p:sldId id="2310" r:id="rId97"/>
    <p:sldId id="2330" r:id="rId98"/>
    <p:sldId id="2314" r:id="rId99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374B"/>
    <a:srgbClr val="941100"/>
    <a:srgbClr val="212121"/>
    <a:srgbClr val="005493"/>
    <a:srgbClr val="FF2F92"/>
    <a:srgbClr val="9437FF"/>
    <a:srgbClr val="73FEFF"/>
    <a:srgbClr val="ED3C64"/>
    <a:srgbClr val="00FB92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38" autoAdjust="0"/>
    <p:restoredTop sz="86019" autoAdjust="0"/>
  </p:normalViewPr>
  <p:slideViewPr>
    <p:cSldViewPr>
      <p:cViewPr varScale="1">
        <p:scale>
          <a:sx n="129" d="100"/>
          <a:sy n="129" d="100"/>
        </p:scale>
        <p:origin x="944" y="200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65" d="100"/>
        <a:sy n="6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notesMaster" Target="notesMasters/notesMaster1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 yuqi" userId="979f6b19441de896" providerId="LiveId" clId="{C791A683-ED49-4607-8428-FE937F21D7ED}"/>
    <pc:docChg chg="undo custSel addSld delSld modSld">
      <pc:chgData name="hu yuqi" userId="979f6b19441de896" providerId="LiveId" clId="{C791A683-ED49-4607-8428-FE937F21D7ED}" dt="2021-08-06T05:38:42.824" v="4977" actId="1076"/>
      <pc:docMkLst>
        <pc:docMk/>
      </pc:docMkLst>
      <pc:sldChg chg="modSp add">
        <pc:chgData name="hu yuqi" userId="979f6b19441de896" providerId="LiveId" clId="{C791A683-ED49-4607-8428-FE937F21D7ED}" dt="2021-08-04T02:44:31.085" v="935"/>
        <pc:sldMkLst>
          <pc:docMk/>
          <pc:sldMk cId="3896083032" sldId="2243"/>
        </pc:sldMkLst>
        <pc:spChg chg="mod">
          <ac:chgData name="hu yuqi" userId="979f6b19441de896" providerId="LiveId" clId="{C791A683-ED49-4607-8428-FE937F21D7ED}" dt="2021-08-04T02:36:45.971" v="7" actId="20577"/>
          <ac:spMkLst>
            <pc:docMk/>
            <pc:sldMk cId="3896083032" sldId="2243"/>
            <ac:spMk id="2" creationId="{2C256EBB-C989-2344-831F-54C3FE4EE0B7}"/>
          </ac:spMkLst>
        </pc:spChg>
        <pc:spChg chg="mod">
          <ac:chgData name="hu yuqi" userId="979f6b19441de896" providerId="LiveId" clId="{C791A683-ED49-4607-8428-FE937F21D7ED}" dt="2021-08-04T02:44:31.085" v="935"/>
          <ac:spMkLst>
            <pc:docMk/>
            <pc:sldMk cId="3896083032" sldId="2243"/>
            <ac:spMk id="3" creationId="{86EF1081-DB6E-F541-89D6-85EBACE8F6BC}"/>
          </ac:spMkLst>
        </pc:spChg>
      </pc:sldChg>
      <pc:sldChg chg="addSp delSp modSp add modNotesTx">
        <pc:chgData name="hu yuqi" userId="979f6b19441de896" providerId="LiveId" clId="{C791A683-ED49-4607-8428-FE937F21D7ED}" dt="2021-08-06T05:38:42.824" v="4977" actId="1076"/>
        <pc:sldMkLst>
          <pc:docMk/>
          <pc:sldMk cId="297216374" sldId="2245"/>
        </pc:sldMkLst>
        <pc:spChg chg="mod">
          <ac:chgData name="hu yuqi" userId="979f6b19441de896" providerId="LiveId" clId="{C791A683-ED49-4607-8428-FE937F21D7ED}" dt="2021-08-04T06:05:12.530" v="2163" actId="20577"/>
          <ac:spMkLst>
            <pc:docMk/>
            <pc:sldMk cId="297216374" sldId="2245"/>
            <ac:spMk id="2" creationId="{584776AF-E63F-4623-B019-CC080B4E309D}"/>
          </ac:spMkLst>
        </pc:spChg>
        <pc:spChg chg="add mod">
          <ac:chgData name="hu yuqi" userId="979f6b19441de896" providerId="LiveId" clId="{C791A683-ED49-4607-8428-FE937F21D7ED}" dt="2021-08-04T06:04:58.981" v="2162" actId="1076"/>
          <ac:spMkLst>
            <pc:docMk/>
            <pc:sldMk cId="297216374" sldId="2245"/>
            <ac:spMk id="3" creationId="{BE3063A1-DEDE-4425-8C5C-B65D475B8AF4}"/>
          </ac:spMkLst>
        </pc:spChg>
        <pc:spChg chg="add mod">
          <ac:chgData name="hu yuqi" userId="979f6b19441de896" providerId="LiveId" clId="{C791A683-ED49-4607-8428-FE937F21D7ED}" dt="2021-08-06T05:38:42.824" v="4977" actId="1076"/>
          <ac:spMkLst>
            <pc:docMk/>
            <pc:sldMk cId="297216374" sldId="2245"/>
            <ac:spMk id="7" creationId="{7B4599FF-6C21-4A8E-8389-AC00EAC61643}"/>
          </ac:spMkLst>
        </pc:spChg>
        <pc:spChg chg="add del">
          <ac:chgData name="hu yuqi" userId="979f6b19441de896" providerId="LiveId" clId="{C791A683-ED49-4607-8428-FE937F21D7ED}" dt="2021-08-04T05:58:32.383" v="1425" actId="478"/>
          <ac:spMkLst>
            <pc:docMk/>
            <pc:sldMk cId="297216374" sldId="2245"/>
            <ac:spMk id="9" creationId="{188F757B-693C-4960-A997-CA177A52EDB4}"/>
          </ac:spMkLst>
        </pc:spChg>
        <pc:spChg chg="add del">
          <ac:chgData name="hu yuqi" userId="979f6b19441de896" providerId="LiveId" clId="{C791A683-ED49-4607-8428-FE937F21D7ED}" dt="2021-08-04T05:58:32.383" v="1425" actId="478"/>
          <ac:spMkLst>
            <pc:docMk/>
            <pc:sldMk cId="297216374" sldId="2245"/>
            <ac:spMk id="10" creationId="{491865F2-A451-40B9-95E4-5C2770DFAED3}"/>
          </ac:spMkLst>
        </pc:spChg>
        <pc:spChg chg="add del">
          <ac:chgData name="hu yuqi" userId="979f6b19441de896" providerId="LiveId" clId="{C791A683-ED49-4607-8428-FE937F21D7ED}" dt="2021-08-04T05:58:32.383" v="1425" actId="478"/>
          <ac:spMkLst>
            <pc:docMk/>
            <pc:sldMk cId="297216374" sldId="2245"/>
            <ac:spMk id="11" creationId="{C6B53FEF-FAAE-4B06-8037-FC68F7C7EA0F}"/>
          </ac:spMkLst>
        </pc:spChg>
        <pc:spChg chg="add del">
          <ac:chgData name="hu yuqi" userId="979f6b19441de896" providerId="LiveId" clId="{C791A683-ED49-4607-8428-FE937F21D7ED}" dt="2021-08-04T05:58:32.383" v="1425" actId="478"/>
          <ac:spMkLst>
            <pc:docMk/>
            <pc:sldMk cId="297216374" sldId="2245"/>
            <ac:spMk id="12" creationId="{0A14B6BC-EAF6-4B26-8BD0-D168479F31CA}"/>
          </ac:spMkLst>
        </pc:spChg>
        <pc:spChg chg="del">
          <ac:chgData name="hu yuqi" userId="979f6b19441de896" providerId="LiveId" clId="{C791A683-ED49-4607-8428-FE937F21D7ED}" dt="2021-08-04T05:58:15.842" v="1419" actId="478"/>
          <ac:spMkLst>
            <pc:docMk/>
            <pc:sldMk cId="297216374" sldId="2245"/>
            <ac:spMk id="20" creationId="{F72B7EFC-5F08-44F3-AAE8-C20AD738DCD4}"/>
          </ac:spMkLst>
        </pc:spChg>
        <pc:spChg chg="del">
          <ac:chgData name="hu yuqi" userId="979f6b19441de896" providerId="LiveId" clId="{C791A683-ED49-4607-8428-FE937F21D7ED}" dt="2021-08-04T05:58:15.842" v="1419" actId="478"/>
          <ac:spMkLst>
            <pc:docMk/>
            <pc:sldMk cId="297216374" sldId="2245"/>
            <ac:spMk id="21" creationId="{62AE0165-02E4-49CB-8A65-B57402A57187}"/>
          </ac:spMkLst>
        </pc:spChg>
        <pc:spChg chg="del">
          <ac:chgData name="hu yuqi" userId="979f6b19441de896" providerId="LiveId" clId="{C791A683-ED49-4607-8428-FE937F21D7ED}" dt="2021-08-04T05:58:15.842" v="1419" actId="478"/>
          <ac:spMkLst>
            <pc:docMk/>
            <pc:sldMk cId="297216374" sldId="2245"/>
            <ac:spMk id="22" creationId="{4C94B011-9C83-403D-AA34-8FB6709B37FC}"/>
          </ac:spMkLst>
        </pc:spChg>
        <pc:spChg chg="del">
          <ac:chgData name="hu yuqi" userId="979f6b19441de896" providerId="LiveId" clId="{C791A683-ED49-4607-8428-FE937F21D7ED}" dt="2021-08-04T05:58:15.842" v="1419" actId="478"/>
          <ac:spMkLst>
            <pc:docMk/>
            <pc:sldMk cId="297216374" sldId="2245"/>
            <ac:spMk id="23" creationId="{6E5B6470-6467-4A66-B5F7-923027FC60B2}"/>
          </ac:spMkLst>
        </pc:spChg>
        <pc:spChg chg="del">
          <ac:chgData name="hu yuqi" userId="979f6b19441de896" providerId="LiveId" clId="{C791A683-ED49-4607-8428-FE937F21D7ED}" dt="2021-08-04T05:58:15.842" v="1419" actId="478"/>
          <ac:spMkLst>
            <pc:docMk/>
            <pc:sldMk cId="297216374" sldId="2245"/>
            <ac:spMk id="24" creationId="{B2EA78CC-1338-4653-A5C5-E11A7031B19E}"/>
          </ac:spMkLst>
        </pc:spChg>
        <pc:spChg chg="del">
          <ac:chgData name="hu yuqi" userId="979f6b19441de896" providerId="LiveId" clId="{C791A683-ED49-4607-8428-FE937F21D7ED}" dt="2021-08-04T05:58:15.842" v="1419" actId="478"/>
          <ac:spMkLst>
            <pc:docMk/>
            <pc:sldMk cId="297216374" sldId="2245"/>
            <ac:spMk id="25" creationId="{E032A6F5-D2DC-4F85-9BAD-9593694CBF3B}"/>
          </ac:spMkLst>
        </pc:spChg>
        <pc:spChg chg="del">
          <ac:chgData name="hu yuqi" userId="979f6b19441de896" providerId="LiveId" clId="{C791A683-ED49-4607-8428-FE937F21D7ED}" dt="2021-08-04T05:58:15.842" v="1419" actId="478"/>
          <ac:spMkLst>
            <pc:docMk/>
            <pc:sldMk cId="297216374" sldId="2245"/>
            <ac:spMk id="29" creationId="{F6CBDE68-2AE5-4E06-9F55-2EE5340A557D}"/>
          </ac:spMkLst>
        </pc:spChg>
        <pc:spChg chg="del">
          <ac:chgData name="hu yuqi" userId="979f6b19441de896" providerId="LiveId" clId="{C791A683-ED49-4607-8428-FE937F21D7ED}" dt="2021-08-04T05:58:15.842" v="1419" actId="478"/>
          <ac:spMkLst>
            <pc:docMk/>
            <pc:sldMk cId="297216374" sldId="2245"/>
            <ac:spMk id="30" creationId="{D5C603B7-0AF7-42FA-812F-55661747B9C5}"/>
          </ac:spMkLst>
        </pc:spChg>
        <pc:spChg chg="del">
          <ac:chgData name="hu yuqi" userId="979f6b19441de896" providerId="LiveId" clId="{C791A683-ED49-4607-8428-FE937F21D7ED}" dt="2021-08-04T05:58:15.842" v="1419" actId="478"/>
          <ac:spMkLst>
            <pc:docMk/>
            <pc:sldMk cId="297216374" sldId="2245"/>
            <ac:spMk id="31" creationId="{B1BA1468-5F1A-4E93-BAA3-BDAA2AC6E91A}"/>
          </ac:spMkLst>
        </pc:spChg>
        <pc:spChg chg="del">
          <ac:chgData name="hu yuqi" userId="979f6b19441de896" providerId="LiveId" clId="{C791A683-ED49-4607-8428-FE937F21D7ED}" dt="2021-08-04T05:58:15.842" v="1419" actId="478"/>
          <ac:spMkLst>
            <pc:docMk/>
            <pc:sldMk cId="297216374" sldId="2245"/>
            <ac:spMk id="32" creationId="{9D50870D-71A5-4702-8822-65B56BB8F82E}"/>
          </ac:spMkLst>
        </pc:spChg>
        <pc:cxnChg chg="del">
          <ac:chgData name="hu yuqi" userId="979f6b19441de896" providerId="LiveId" clId="{C791A683-ED49-4607-8428-FE937F21D7ED}" dt="2021-08-04T05:58:19.112" v="1423" actId="478"/>
          <ac:cxnSpMkLst>
            <pc:docMk/>
            <pc:sldMk cId="297216374" sldId="2245"/>
            <ac:cxnSpMk id="27" creationId="{E75B30D6-86A9-4167-9C16-7D89DAF6861E}"/>
          </ac:cxnSpMkLst>
        </pc:cxnChg>
        <pc:cxnChg chg="del">
          <ac:chgData name="hu yuqi" userId="979f6b19441de896" providerId="LiveId" clId="{C791A683-ED49-4607-8428-FE937F21D7ED}" dt="2021-08-04T05:58:17.772" v="1421" actId="478"/>
          <ac:cxnSpMkLst>
            <pc:docMk/>
            <pc:sldMk cId="297216374" sldId="2245"/>
            <ac:cxnSpMk id="28" creationId="{C8B273ED-58D1-40A7-9B31-0CD8EE5D01D6}"/>
          </ac:cxnSpMkLst>
        </pc:cxnChg>
        <pc:cxnChg chg="del">
          <ac:chgData name="hu yuqi" userId="979f6b19441de896" providerId="LiveId" clId="{C791A683-ED49-4607-8428-FE937F21D7ED}" dt="2021-08-04T05:58:18.557" v="1422" actId="478"/>
          <ac:cxnSpMkLst>
            <pc:docMk/>
            <pc:sldMk cId="297216374" sldId="2245"/>
            <ac:cxnSpMk id="35" creationId="{864F8F63-91D1-4984-B48E-CBF1EEA63AB2}"/>
          </ac:cxnSpMkLst>
        </pc:cxnChg>
        <pc:cxnChg chg="del">
          <ac:chgData name="hu yuqi" userId="979f6b19441de896" providerId="LiveId" clId="{C791A683-ED49-4607-8428-FE937F21D7ED}" dt="2021-08-04T05:58:17.232" v="1420" actId="478"/>
          <ac:cxnSpMkLst>
            <pc:docMk/>
            <pc:sldMk cId="297216374" sldId="2245"/>
            <ac:cxnSpMk id="39" creationId="{D6F4925E-336B-42B8-B04C-B8A3EB25CB18}"/>
          </ac:cxnSpMkLst>
        </pc:cxnChg>
        <pc:cxnChg chg="add mod">
          <ac:chgData name="hu yuqi" userId="979f6b19441de896" providerId="LiveId" clId="{C791A683-ED49-4607-8428-FE937F21D7ED}" dt="2021-08-04T06:04:44.078" v="2147" actId="1038"/>
          <ac:cxnSpMkLst>
            <pc:docMk/>
            <pc:sldMk cId="297216374" sldId="2245"/>
            <ac:cxnSpMk id="46" creationId="{158522E8-9D99-4C88-9185-26D0FB015DC8}"/>
          </ac:cxnSpMkLst>
        </pc:cxnChg>
      </pc:sldChg>
      <pc:sldChg chg="addSp delSp modSp add modNotesTx">
        <pc:chgData name="hu yuqi" userId="979f6b19441de896" providerId="LiveId" clId="{C791A683-ED49-4607-8428-FE937F21D7ED}" dt="2021-08-06T05:35:35.352" v="4867" actId="20577"/>
        <pc:sldMkLst>
          <pc:docMk/>
          <pc:sldMk cId="2134164328" sldId="2246"/>
        </pc:sldMkLst>
        <pc:spChg chg="mod">
          <ac:chgData name="hu yuqi" userId="979f6b19441de896" providerId="LiveId" clId="{C791A683-ED49-4607-8428-FE937F21D7ED}" dt="2021-08-04T06:04:15.457" v="2137" actId="20577"/>
          <ac:spMkLst>
            <pc:docMk/>
            <pc:sldMk cId="2134164328" sldId="2246"/>
            <ac:spMk id="2" creationId="{584776AF-E63F-4623-B019-CC080B4E309D}"/>
          </ac:spMkLst>
        </pc:spChg>
        <pc:spChg chg="mod">
          <ac:chgData name="hu yuqi" userId="979f6b19441de896" providerId="LiveId" clId="{C791A683-ED49-4607-8428-FE937F21D7ED}" dt="2021-08-04T06:10:47.307" v="2799" actId="207"/>
          <ac:spMkLst>
            <pc:docMk/>
            <pc:sldMk cId="2134164328" sldId="2246"/>
            <ac:spMk id="9" creationId="{188F757B-693C-4960-A997-CA177A52EDB4}"/>
          </ac:spMkLst>
        </pc:spChg>
        <pc:spChg chg="mod">
          <ac:chgData name="hu yuqi" userId="979f6b19441de896" providerId="LiveId" clId="{C791A683-ED49-4607-8428-FE937F21D7ED}" dt="2021-08-04T06:09:48.477" v="2792" actId="207"/>
          <ac:spMkLst>
            <pc:docMk/>
            <pc:sldMk cId="2134164328" sldId="2246"/>
            <ac:spMk id="16" creationId="{3A569659-3B6A-48F4-AC23-44D7474B0DDC}"/>
          </ac:spMkLst>
        </pc:spChg>
        <pc:spChg chg="mod">
          <ac:chgData name="hu yuqi" userId="979f6b19441de896" providerId="LiveId" clId="{C791A683-ED49-4607-8428-FE937F21D7ED}" dt="2021-08-04T06:10:52.283" v="2802" actId="207"/>
          <ac:spMkLst>
            <pc:docMk/>
            <pc:sldMk cId="2134164328" sldId="2246"/>
            <ac:spMk id="24" creationId="{B2EA78CC-1338-4653-A5C5-E11A7031B19E}"/>
          </ac:spMkLst>
        </pc:spChg>
        <pc:spChg chg="add del">
          <ac:chgData name="hu yuqi" userId="979f6b19441de896" providerId="LiveId" clId="{C791A683-ED49-4607-8428-FE937F21D7ED}" dt="2021-08-04T06:06:02.004" v="2170" actId="11529"/>
          <ac:spMkLst>
            <pc:docMk/>
            <pc:sldMk cId="2134164328" sldId="2246"/>
            <ac:spMk id="36" creationId="{FF10ACFE-0BFC-40D1-B44A-95DA6B1F9EFB}"/>
          </ac:spMkLst>
        </pc:spChg>
        <pc:spChg chg="add mod">
          <ac:chgData name="hu yuqi" userId="979f6b19441de896" providerId="LiveId" clId="{C791A683-ED49-4607-8428-FE937F21D7ED}" dt="2021-08-06T05:35:35.352" v="4867" actId="20577"/>
          <ac:spMkLst>
            <pc:docMk/>
            <pc:sldMk cId="2134164328" sldId="2246"/>
            <ac:spMk id="46" creationId="{B42565E0-06E2-4D8E-93B8-FC11CFF1721B}"/>
          </ac:spMkLst>
        </pc:spChg>
        <pc:spChg chg="mod">
          <ac:chgData name="hu yuqi" userId="979f6b19441de896" providerId="LiveId" clId="{C791A683-ED49-4607-8428-FE937F21D7ED}" dt="2021-08-06T05:33:23.361" v="4858" actId="255"/>
          <ac:spMkLst>
            <pc:docMk/>
            <pc:sldMk cId="2134164328" sldId="2246"/>
            <ac:spMk id="55" creationId="{6E1FF962-2CE2-49EB-B9B5-26C63E7D1AAE}"/>
          </ac:spMkLst>
        </pc:spChg>
        <pc:cxnChg chg="add del mod">
          <ac:chgData name="hu yuqi" userId="979f6b19441de896" providerId="LiveId" clId="{C791A683-ED49-4607-8428-FE937F21D7ED}" dt="2021-08-04T06:05:47.366" v="2168" actId="478"/>
          <ac:cxnSpMkLst>
            <pc:docMk/>
            <pc:sldMk cId="2134164328" sldId="2246"/>
            <ac:cxnSpMk id="7" creationId="{F5B030DB-35B9-4555-AA49-DCC9B13B0053}"/>
          </ac:cxnSpMkLst>
        </pc:cxnChg>
        <pc:cxnChg chg="mod">
          <ac:chgData name="hu yuqi" userId="979f6b19441de896" providerId="LiveId" clId="{C791A683-ED49-4607-8428-FE937F21D7ED}" dt="2021-08-04T06:10:06.208" v="2793" actId="1076"/>
          <ac:cxnSpMkLst>
            <pc:docMk/>
            <pc:sldMk cId="2134164328" sldId="2246"/>
            <ac:cxnSpMk id="28" creationId="{C8B273ED-58D1-40A7-9B31-0CD8EE5D01D6}"/>
          </ac:cxnSpMkLst>
        </pc:cxnChg>
        <pc:cxnChg chg="add mod">
          <ac:chgData name="hu yuqi" userId="979f6b19441de896" providerId="LiveId" clId="{C791A683-ED49-4607-8428-FE937F21D7ED}" dt="2021-08-04T06:11:09.601" v="2804" actId="14100"/>
          <ac:cxnSpMkLst>
            <pc:docMk/>
            <pc:sldMk cId="2134164328" sldId="2246"/>
            <ac:cxnSpMk id="38" creationId="{F5707B31-5B5E-45AF-A830-8BEF6E9C1B84}"/>
          </ac:cxnSpMkLst>
        </pc:cxnChg>
        <pc:cxnChg chg="mod">
          <ac:chgData name="hu yuqi" userId="979f6b19441de896" providerId="LiveId" clId="{C791A683-ED49-4607-8428-FE937F21D7ED}" dt="2021-08-04T06:10:17.165" v="2794" actId="1076"/>
          <ac:cxnSpMkLst>
            <pc:docMk/>
            <pc:sldMk cId="2134164328" sldId="2246"/>
            <ac:cxnSpMk id="39" creationId="{D6F4925E-336B-42B8-B04C-B8A3EB25CB18}"/>
          </ac:cxnSpMkLst>
        </pc:cxnChg>
      </pc:sldChg>
      <pc:sldChg chg="addSp delSp modSp add modNotesTx">
        <pc:chgData name="hu yuqi" userId="979f6b19441de896" providerId="LiveId" clId="{C791A683-ED49-4607-8428-FE937F21D7ED}" dt="2021-08-06T05:36:38.715" v="4878"/>
        <pc:sldMkLst>
          <pc:docMk/>
          <pc:sldMk cId="3459745407" sldId="2247"/>
        </pc:sldMkLst>
        <pc:spChg chg="mod">
          <ac:chgData name="hu yuqi" userId="979f6b19441de896" providerId="LiveId" clId="{C791A683-ED49-4607-8428-FE937F21D7ED}" dt="2021-08-04T06:14:17.891" v="2868" actId="207"/>
          <ac:spMkLst>
            <pc:docMk/>
            <pc:sldMk cId="3459745407" sldId="2247"/>
            <ac:spMk id="9" creationId="{188F757B-693C-4960-A997-CA177A52EDB4}"/>
          </ac:spMkLst>
        </pc:spChg>
        <pc:spChg chg="mod">
          <ac:chgData name="hu yuqi" userId="979f6b19441de896" providerId="LiveId" clId="{C791A683-ED49-4607-8428-FE937F21D7ED}" dt="2021-08-04T06:12:56.931" v="2813" actId="207"/>
          <ac:spMkLst>
            <pc:docMk/>
            <pc:sldMk cId="3459745407" sldId="2247"/>
            <ac:spMk id="10" creationId="{491865F2-A451-40B9-95E4-5C2770DFAED3}"/>
          </ac:spMkLst>
        </pc:spChg>
        <pc:spChg chg="mod">
          <ac:chgData name="hu yuqi" userId="979f6b19441de896" providerId="LiveId" clId="{C791A683-ED49-4607-8428-FE937F21D7ED}" dt="2021-08-04T06:12:56.931" v="2813" actId="207"/>
          <ac:spMkLst>
            <pc:docMk/>
            <pc:sldMk cId="3459745407" sldId="2247"/>
            <ac:spMk id="11" creationId="{C6B53FEF-FAAE-4B06-8037-FC68F7C7EA0F}"/>
          </ac:spMkLst>
        </pc:spChg>
        <pc:spChg chg="mod">
          <ac:chgData name="hu yuqi" userId="979f6b19441de896" providerId="LiveId" clId="{C791A683-ED49-4607-8428-FE937F21D7ED}" dt="2021-08-04T06:12:56.931" v="2813" actId="207"/>
          <ac:spMkLst>
            <pc:docMk/>
            <pc:sldMk cId="3459745407" sldId="2247"/>
            <ac:spMk id="12" creationId="{0A14B6BC-EAF6-4B26-8BD0-D168479F31CA}"/>
          </ac:spMkLst>
        </pc:spChg>
        <pc:spChg chg="mod">
          <ac:chgData name="hu yuqi" userId="979f6b19441de896" providerId="LiveId" clId="{C791A683-ED49-4607-8428-FE937F21D7ED}" dt="2021-08-04T06:14:17.891" v="2868" actId="207"/>
          <ac:spMkLst>
            <pc:docMk/>
            <pc:sldMk cId="3459745407" sldId="2247"/>
            <ac:spMk id="16" creationId="{3A569659-3B6A-48F4-AC23-44D7474B0DDC}"/>
          </ac:spMkLst>
        </pc:spChg>
        <pc:spChg chg="mod">
          <ac:chgData name="hu yuqi" userId="979f6b19441de896" providerId="LiveId" clId="{C791A683-ED49-4607-8428-FE937F21D7ED}" dt="2021-08-04T06:12:56.931" v="2813" actId="207"/>
          <ac:spMkLst>
            <pc:docMk/>
            <pc:sldMk cId="3459745407" sldId="2247"/>
            <ac:spMk id="17" creationId="{6D11488A-727C-4BBC-B487-216DCBDBF1B9}"/>
          </ac:spMkLst>
        </pc:spChg>
        <pc:spChg chg="mod">
          <ac:chgData name="hu yuqi" userId="979f6b19441de896" providerId="LiveId" clId="{C791A683-ED49-4607-8428-FE937F21D7ED}" dt="2021-08-04T06:12:56.931" v="2813" actId="207"/>
          <ac:spMkLst>
            <pc:docMk/>
            <pc:sldMk cId="3459745407" sldId="2247"/>
            <ac:spMk id="18" creationId="{12E09E83-3955-405F-AB96-A975327FCD5B}"/>
          </ac:spMkLst>
        </pc:spChg>
        <pc:spChg chg="mod">
          <ac:chgData name="hu yuqi" userId="979f6b19441de896" providerId="LiveId" clId="{C791A683-ED49-4607-8428-FE937F21D7ED}" dt="2021-08-04T06:12:56.931" v="2813" actId="207"/>
          <ac:spMkLst>
            <pc:docMk/>
            <pc:sldMk cId="3459745407" sldId="2247"/>
            <ac:spMk id="19" creationId="{3A0C99F8-9BB6-4C63-BBB3-2DC43D0DF8B9}"/>
          </ac:spMkLst>
        </pc:spChg>
        <pc:spChg chg="mod">
          <ac:chgData name="hu yuqi" userId="979f6b19441de896" providerId="LiveId" clId="{C791A683-ED49-4607-8428-FE937F21D7ED}" dt="2021-08-04T06:14:17.891" v="2868" actId="207"/>
          <ac:spMkLst>
            <pc:docMk/>
            <pc:sldMk cId="3459745407" sldId="2247"/>
            <ac:spMk id="24" creationId="{B2EA78CC-1338-4653-A5C5-E11A7031B19E}"/>
          </ac:spMkLst>
        </pc:spChg>
        <pc:spChg chg="mod">
          <ac:chgData name="hu yuqi" userId="979f6b19441de896" providerId="LiveId" clId="{C791A683-ED49-4607-8428-FE937F21D7ED}" dt="2021-08-04T06:12:56.931" v="2813" actId="207"/>
          <ac:spMkLst>
            <pc:docMk/>
            <pc:sldMk cId="3459745407" sldId="2247"/>
            <ac:spMk id="25" creationId="{E032A6F5-D2DC-4F85-9BAD-9593694CBF3B}"/>
          </ac:spMkLst>
        </pc:spChg>
        <pc:spChg chg="mod">
          <ac:chgData name="hu yuqi" userId="979f6b19441de896" providerId="LiveId" clId="{C791A683-ED49-4607-8428-FE937F21D7ED}" dt="2021-08-04T06:12:56.931" v="2813" actId="207"/>
          <ac:spMkLst>
            <pc:docMk/>
            <pc:sldMk cId="3459745407" sldId="2247"/>
            <ac:spMk id="29" creationId="{F6CBDE68-2AE5-4E06-9F55-2EE5340A557D}"/>
          </ac:spMkLst>
        </pc:spChg>
        <pc:spChg chg="mod">
          <ac:chgData name="hu yuqi" userId="979f6b19441de896" providerId="LiveId" clId="{C791A683-ED49-4607-8428-FE937F21D7ED}" dt="2021-08-04T06:12:56.931" v="2813" actId="207"/>
          <ac:spMkLst>
            <pc:docMk/>
            <pc:sldMk cId="3459745407" sldId="2247"/>
            <ac:spMk id="30" creationId="{D5C603B7-0AF7-42FA-812F-55661747B9C5}"/>
          </ac:spMkLst>
        </pc:spChg>
        <pc:spChg chg="add mod">
          <ac:chgData name="hu yuqi" userId="979f6b19441de896" providerId="LiveId" clId="{C791A683-ED49-4607-8428-FE937F21D7ED}" dt="2021-08-06T05:36:10.820" v="4875" actId="1076"/>
          <ac:spMkLst>
            <pc:docMk/>
            <pc:sldMk cId="3459745407" sldId="2247"/>
            <ac:spMk id="46" creationId="{EC8C9910-E038-43CE-92E9-6AD5941AED12}"/>
          </ac:spMkLst>
        </pc:spChg>
        <pc:spChg chg="add del">
          <ac:chgData name="hu yuqi" userId="979f6b19441de896" providerId="LiveId" clId="{C791A683-ED49-4607-8428-FE937F21D7ED}" dt="2021-08-06T05:36:38.715" v="4878"/>
          <ac:spMkLst>
            <pc:docMk/>
            <pc:sldMk cId="3459745407" sldId="2247"/>
            <ac:spMk id="48" creationId="{376D3DCB-B3C2-4A3A-B189-DF3E5BFE18B0}"/>
          </ac:spMkLst>
        </pc:spChg>
        <pc:spChg chg="add del mod">
          <ac:chgData name="hu yuqi" userId="979f6b19441de896" providerId="LiveId" clId="{C791A683-ED49-4607-8428-FE937F21D7ED}" dt="2021-08-06T05:36:08.269" v="4874" actId="14100"/>
          <ac:spMkLst>
            <pc:docMk/>
            <pc:sldMk cId="3459745407" sldId="2247"/>
            <ac:spMk id="55" creationId="{6E1FF962-2CE2-49EB-B9B5-26C63E7D1AAE}"/>
          </ac:spMkLst>
        </pc:spChg>
        <pc:cxnChg chg="mod">
          <ac:chgData name="hu yuqi" userId="979f6b19441de896" providerId="LiveId" clId="{C791A683-ED49-4607-8428-FE937F21D7ED}" dt="2021-08-04T06:12:31.973" v="2807" actId="1076"/>
          <ac:cxnSpMkLst>
            <pc:docMk/>
            <pc:sldMk cId="3459745407" sldId="2247"/>
            <ac:cxnSpMk id="28" creationId="{C8B273ED-58D1-40A7-9B31-0CD8EE5D01D6}"/>
          </ac:cxnSpMkLst>
        </pc:cxnChg>
        <pc:cxnChg chg="del mod">
          <ac:chgData name="hu yuqi" userId="979f6b19441de896" providerId="LiveId" clId="{C791A683-ED49-4607-8428-FE937F21D7ED}" dt="2021-08-04T06:12:38.496" v="2809" actId="478"/>
          <ac:cxnSpMkLst>
            <pc:docMk/>
            <pc:sldMk cId="3459745407" sldId="2247"/>
            <ac:cxnSpMk id="38" creationId="{F5707B31-5B5E-45AF-A830-8BEF6E9C1B84}"/>
          </ac:cxnSpMkLst>
        </pc:cxnChg>
        <pc:cxnChg chg="mod">
          <ac:chgData name="hu yuqi" userId="979f6b19441de896" providerId="LiveId" clId="{C791A683-ED49-4607-8428-FE937F21D7ED}" dt="2021-08-04T06:12:37.111" v="2808" actId="1076"/>
          <ac:cxnSpMkLst>
            <pc:docMk/>
            <pc:sldMk cId="3459745407" sldId="2247"/>
            <ac:cxnSpMk id="39" creationId="{D6F4925E-336B-42B8-B04C-B8A3EB25CB18}"/>
          </ac:cxnSpMkLst>
        </pc:cxnChg>
        <pc:cxnChg chg="add del">
          <ac:chgData name="hu yuqi" userId="979f6b19441de896" providerId="LiveId" clId="{C791A683-ED49-4607-8428-FE937F21D7ED}" dt="2021-08-04T06:13:03.965" v="2815" actId="478"/>
          <ac:cxnSpMkLst>
            <pc:docMk/>
            <pc:sldMk cId="3459745407" sldId="2247"/>
            <ac:cxnSpMk id="54" creationId="{3235EA77-8984-41D7-8615-B449C65DCC5F}"/>
          </ac:cxnSpMkLst>
        </pc:cxnChg>
      </pc:sldChg>
      <pc:sldChg chg="addSp delSp modSp add modNotesTx">
        <pc:chgData name="hu yuqi" userId="979f6b19441de896" providerId="LiveId" clId="{C791A683-ED49-4607-8428-FE937F21D7ED}" dt="2021-08-06T05:36:49.595" v="4883" actId="20577"/>
        <pc:sldMkLst>
          <pc:docMk/>
          <pc:sldMk cId="3921291336" sldId="2248"/>
        </pc:sldMkLst>
        <pc:spChg chg="add mod">
          <ac:chgData name="hu yuqi" userId="979f6b19441de896" providerId="LiveId" clId="{C791A683-ED49-4607-8428-FE937F21D7ED}" dt="2021-08-04T06:17:02.810" v="3373" actId="1076"/>
          <ac:spMkLst>
            <pc:docMk/>
            <pc:sldMk cId="3921291336" sldId="2248"/>
            <ac:spMk id="26" creationId="{C0FBB5C9-1AF3-4651-BADF-8B0E5CAB5154}"/>
          </ac:spMkLst>
        </pc:spChg>
        <pc:spChg chg="mod">
          <ac:chgData name="hu yuqi" userId="979f6b19441de896" providerId="LiveId" clId="{C791A683-ED49-4607-8428-FE937F21D7ED}" dt="2021-08-04T06:17:10.163" v="3375" actId="207"/>
          <ac:spMkLst>
            <pc:docMk/>
            <pc:sldMk cId="3921291336" sldId="2248"/>
            <ac:spMk id="42" creationId="{B6DE5BE0-7484-4DFB-8C45-E606BEE8C3C1}"/>
          </ac:spMkLst>
        </pc:spChg>
        <pc:spChg chg="add">
          <ac:chgData name="hu yuqi" userId="979f6b19441de896" providerId="LiveId" clId="{C791A683-ED49-4607-8428-FE937F21D7ED}" dt="2021-08-06T05:36:39.623" v="4879"/>
          <ac:spMkLst>
            <pc:docMk/>
            <pc:sldMk cId="3921291336" sldId="2248"/>
            <ac:spMk id="46" creationId="{4D96D19D-D934-463A-8A9B-4BD0A8AB69C4}"/>
          </ac:spMkLst>
        </pc:spChg>
        <pc:spChg chg="add mod">
          <ac:chgData name="hu yuqi" userId="979f6b19441de896" providerId="LiveId" clId="{C791A683-ED49-4607-8428-FE937F21D7ED}" dt="2021-08-06T05:36:49.595" v="4883" actId="20577"/>
          <ac:spMkLst>
            <pc:docMk/>
            <pc:sldMk cId="3921291336" sldId="2248"/>
            <ac:spMk id="48" creationId="{061812D9-1158-471D-866D-BD0741C35E4B}"/>
          </ac:spMkLst>
        </pc:spChg>
        <pc:spChg chg="del">
          <ac:chgData name="hu yuqi" userId="979f6b19441de896" providerId="LiveId" clId="{C791A683-ED49-4607-8428-FE937F21D7ED}" dt="2021-08-06T05:36:34.418" v="4876" actId="478"/>
          <ac:spMkLst>
            <pc:docMk/>
            <pc:sldMk cId="3921291336" sldId="2248"/>
            <ac:spMk id="55" creationId="{6E1FF962-2CE2-49EB-B9B5-26C63E7D1AAE}"/>
          </ac:spMkLst>
        </pc:spChg>
        <pc:cxnChg chg="add mod">
          <ac:chgData name="hu yuqi" userId="979f6b19441de896" providerId="LiveId" clId="{C791A683-ED49-4607-8428-FE937F21D7ED}" dt="2021-08-04T06:16:23.949" v="3333" actId="1076"/>
          <ac:cxnSpMkLst>
            <pc:docMk/>
            <pc:sldMk cId="3921291336" sldId="2248"/>
            <ac:cxnSpMk id="7" creationId="{D66EDDEF-053F-47C1-9F65-1CA789FCCC63}"/>
          </ac:cxnSpMkLst>
        </pc:cxnChg>
      </pc:sldChg>
      <pc:sldChg chg="modSp new add">
        <pc:chgData name="hu yuqi" userId="979f6b19441de896" providerId="LiveId" clId="{C791A683-ED49-4607-8428-FE937F21D7ED}" dt="2021-08-04T06:22:16.653" v="4192"/>
        <pc:sldMkLst>
          <pc:docMk/>
          <pc:sldMk cId="4278713951" sldId="2249"/>
        </pc:sldMkLst>
        <pc:spChg chg="mod">
          <ac:chgData name="hu yuqi" userId="979f6b19441de896" providerId="LiveId" clId="{C791A683-ED49-4607-8428-FE937F21D7ED}" dt="2021-08-04T06:18:10.778" v="3405"/>
          <ac:spMkLst>
            <pc:docMk/>
            <pc:sldMk cId="4278713951" sldId="2249"/>
            <ac:spMk id="2" creationId="{96A8696C-3ECC-428B-B487-49AF19BC8AF1}"/>
          </ac:spMkLst>
        </pc:spChg>
        <pc:spChg chg="mod">
          <ac:chgData name="hu yuqi" userId="979f6b19441de896" providerId="LiveId" clId="{C791A683-ED49-4607-8428-FE937F21D7ED}" dt="2021-08-04T06:22:16.653" v="4192"/>
          <ac:spMkLst>
            <pc:docMk/>
            <pc:sldMk cId="4278713951" sldId="2249"/>
            <ac:spMk id="3" creationId="{29F53CCA-70DA-43AE-ABCC-79D93311FFB1}"/>
          </ac:spMkLst>
        </pc:spChg>
      </pc:sldChg>
      <pc:sldChg chg="modSp new add">
        <pc:chgData name="hu yuqi" userId="979f6b19441de896" providerId="LiveId" clId="{C791A683-ED49-4607-8428-FE937F21D7ED}" dt="2021-08-06T05:37:50.014" v="4976" actId="20577"/>
        <pc:sldMkLst>
          <pc:docMk/>
          <pc:sldMk cId="2235651716" sldId="2250"/>
        </pc:sldMkLst>
        <pc:spChg chg="mod">
          <ac:chgData name="hu yuqi" userId="979f6b19441de896" providerId="LiveId" clId="{C791A683-ED49-4607-8428-FE937F21D7ED}" dt="2021-08-04T06:27:53.107" v="4853"/>
          <ac:spMkLst>
            <pc:docMk/>
            <pc:sldMk cId="2235651716" sldId="2250"/>
            <ac:spMk id="2" creationId="{8B55EB9C-D4A4-4E32-8675-8BB2B13FE544}"/>
          </ac:spMkLst>
        </pc:spChg>
        <pc:spChg chg="mod">
          <ac:chgData name="hu yuqi" userId="979f6b19441de896" providerId="LiveId" clId="{C791A683-ED49-4607-8428-FE937F21D7ED}" dt="2021-08-06T05:37:50.014" v="4976" actId="20577"/>
          <ac:spMkLst>
            <pc:docMk/>
            <pc:sldMk cId="2235651716" sldId="2250"/>
            <ac:spMk id="3" creationId="{76524DB9-86EE-48AE-B608-808272264F33}"/>
          </ac:spMkLst>
        </pc:spChg>
      </pc:sldChg>
    </pc:docChg>
  </pc:docChgLst>
  <pc:docChgLst>
    <pc:chgData name="hu yuqi" userId="979f6b19441de896" providerId="LiveId" clId="{587E6CEB-698C-48D7-BB65-DAB0880B8423}"/>
    <pc:docChg chg="undo custSel addSld delSld modSld sldOrd">
      <pc:chgData name="hu yuqi" userId="979f6b19441de896" providerId="LiveId" clId="{587E6CEB-698C-48D7-BB65-DAB0880B8423}" dt="2021-08-16T09:20:29.712" v="5798" actId="1076"/>
      <pc:docMkLst>
        <pc:docMk/>
      </pc:docMkLst>
      <pc:sldChg chg="mod modTransition modShow">
        <pc:chgData name="hu yuqi" userId="979f6b19441de896" providerId="LiveId" clId="{587E6CEB-698C-48D7-BB65-DAB0880B8423}" dt="2021-08-10T07:02:26.931" v="693"/>
        <pc:sldMkLst>
          <pc:docMk/>
          <pc:sldMk cId="0" sldId="1025"/>
        </pc:sldMkLst>
      </pc:sldChg>
      <pc:sldChg chg="mod modTransition modShow">
        <pc:chgData name="hu yuqi" userId="979f6b19441de896" providerId="LiveId" clId="{587E6CEB-698C-48D7-BB65-DAB0880B8423}" dt="2021-08-12T11:17:56.313" v="2584"/>
        <pc:sldMkLst>
          <pc:docMk/>
          <pc:sldMk cId="0" sldId="1047"/>
        </pc:sldMkLst>
      </pc:sldChg>
      <pc:sldChg chg="modSp mod modTransition modShow">
        <pc:chgData name="hu yuqi" userId="979f6b19441de896" providerId="LiveId" clId="{587E6CEB-698C-48D7-BB65-DAB0880B8423}" dt="2021-08-12T11:35:30.831" v="3348"/>
        <pc:sldMkLst>
          <pc:docMk/>
          <pc:sldMk cId="0" sldId="1048"/>
        </pc:sldMkLst>
        <pc:spChg chg="mod">
          <ac:chgData name="hu yuqi" userId="979f6b19441de896" providerId="LiveId" clId="{587E6CEB-698C-48D7-BB65-DAB0880B8423}" dt="2021-08-12T11:23:09.182" v="2630" actId="1076"/>
          <ac:spMkLst>
            <pc:docMk/>
            <pc:sldMk cId="0" sldId="1048"/>
            <ac:spMk id="33" creationId="{DFA1E41D-8A04-7A4F-91DC-17A1F3C05272}"/>
          </ac:spMkLst>
        </pc:spChg>
      </pc:sldChg>
      <pc:sldChg chg="mod modTransition modShow">
        <pc:chgData name="hu yuqi" userId="979f6b19441de896" providerId="LiveId" clId="{587E6CEB-698C-48D7-BB65-DAB0880B8423}" dt="2021-08-10T06:45:14.124" v="126"/>
        <pc:sldMkLst>
          <pc:docMk/>
          <pc:sldMk cId="0" sldId="1060"/>
        </pc:sldMkLst>
      </pc:sldChg>
      <pc:sldChg chg="mod modTransition modShow">
        <pc:chgData name="hu yuqi" userId="979f6b19441de896" providerId="LiveId" clId="{587E6CEB-698C-48D7-BB65-DAB0880B8423}" dt="2021-08-12T10:19:22.243" v="1968"/>
        <pc:sldMkLst>
          <pc:docMk/>
          <pc:sldMk cId="0" sldId="1093"/>
        </pc:sldMkLst>
      </pc:sldChg>
      <pc:sldChg chg="mod modTransition modShow">
        <pc:chgData name="hu yuqi" userId="979f6b19441de896" providerId="LiveId" clId="{587E6CEB-698C-48D7-BB65-DAB0880B8423}" dt="2021-08-12T11:44:15.457" v="4050"/>
        <pc:sldMkLst>
          <pc:docMk/>
          <pc:sldMk cId="0" sldId="1094"/>
        </pc:sldMkLst>
      </pc:sldChg>
      <pc:sldChg chg="mod modTransition modShow">
        <pc:chgData name="hu yuqi" userId="979f6b19441de896" providerId="LiveId" clId="{587E6CEB-698C-48D7-BB65-DAB0880B8423}" dt="2021-08-12T11:53:11.698" v="4316"/>
        <pc:sldMkLst>
          <pc:docMk/>
          <pc:sldMk cId="0" sldId="1095"/>
        </pc:sldMkLst>
      </pc:sldChg>
      <pc:sldChg chg="mod modTransition modShow">
        <pc:chgData name="hu yuqi" userId="979f6b19441de896" providerId="LiveId" clId="{587E6CEB-698C-48D7-BB65-DAB0880B8423}" dt="2021-08-12T12:16:22.441" v="4521"/>
        <pc:sldMkLst>
          <pc:docMk/>
          <pc:sldMk cId="0" sldId="1096"/>
        </pc:sldMkLst>
      </pc:sldChg>
      <pc:sldChg chg="mod modTransition modShow">
        <pc:chgData name="hu yuqi" userId="979f6b19441de896" providerId="LiveId" clId="{587E6CEB-698C-48D7-BB65-DAB0880B8423}" dt="2021-08-12T12:18:03.304" v="4724"/>
        <pc:sldMkLst>
          <pc:docMk/>
          <pc:sldMk cId="0" sldId="1097"/>
        </pc:sldMkLst>
      </pc:sldChg>
      <pc:sldChg chg="mod modTransition modShow">
        <pc:chgData name="hu yuqi" userId="979f6b19441de896" providerId="LiveId" clId="{587E6CEB-698C-48D7-BB65-DAB0880B8423}" dt="2021-08-12T12:19:20.088" v="5031"/>
        <pc:sldMkLst>
          <pc:docMk/>
          <pc:sldMk cId="0" sldId="1098"/>
        </pc:sldMkLst>
      </pc:sldChg>
      <pc:sldChg chg="mod modTransition modShow">
        <pc:chgData name="hu yuqi" userId="979f6b19441de896" providerId="LiveId" clId="{587E6CEB-698C-48D7-BB65-DAB0880B8423}" dt="2021-08-10T07:04:02.812" v="976"/>
        <pc:sldMkLst>
          <pc:docMk/>
          <pc:sldMk cId="0" sldId="1186"/>
        </pc:sldMkLst>
      </pc:sldChg>
      <pc:sldChg chg="mod modTransition modShow">
        <pc:chgData name="hu yuqi" userId="979f6b19441de896" providerId="LiveId" clId="{587E6CEB-698C-48D7-BB65-DAB0880B8423}" dt="2021-08-10T07:05:26.683" v="1044"/>
        <pc:sldMkLst>
          <pc:docMk/>
          <pc:sldMk cId="0" sldId="1187"/>
        </pc:sldMkLst>
      </pc:sldChg>
      <pc:sldChg chg="mod modTransition modShow">
        <pc:chgData name="hu yuqi" userId="979f6b19441de896" providerId="LiveId" clId="{587E6CEB-698C-48D7-BB65-DAB0880B8423}" dt="2021-08-10T07:29:59.876" v="1834"/>
        <pc:sldMkLst>
          <pc:docMk/>
          <pc:sldMk cId="0" sldId="1188"/>
        </pc:sldMkLst>
      </pc:sldChg>
      <pc:sldChg chg="mod modTransition modShow">
        <pc:chgData name="hu yuqi" userId="979f6b19441de896" providerId="LiveId" clId="{587E6CEB-698C-48D7-BB65-DAB0880B8423}" dt="2021-08-10T07:32:59.565" v="1902"/>
        <pc:sldMkLst>
          <pc:docMk/>
          <pc:sldMk cId="0" sldId="1189"/>
        </pc:sldMkLst>
      </pc:sldChg>
      <pc:sldChg chg="addSp delSp modSp new add ord modAnim">
        <pc:chgData name="hu yuqi" userId="979f6b19441de896" providerId="LiveId" clId="{587E6CEB-698C-48D7-BB65-DAB0880B8423}" dt="2021-08-10T07:02:20.191" v="691"/>
        <pc:sldMkLst>
          <pc:docMk/>
          <pc:sldMk cId="534293365" sldId="2251"/>
        </pc:sldMkLst>
        <pc:spChg chg="mod">
          <ac:chgData name="hu yuqi" userId="979f6b19441de896" providerId="LiveId" clId="{587E6CEB-698C-48D7-BB65-DAB0880B8423}" dt="2021-08-10T06:53:24.465" v="556"/>
          <ac:spMkLst>
            <pc:docMk/>
            <pc:sldMk cId="534293365" sldId="2251"/>
            <ac:spMk id="2" creationId="{F02ED331-48CE-404E-BA23-E9FE12C80BE4}"/>
          </ac:spMkLst>
        </pc:spChg>
        <pc:spChg chg="del">
          <ac:chgData name="hu yuqi" userId="979f6b19441de896" providerId="LiveId" clId="{587E6CEB-698C-48D7-BB65-DAB0880B8423}" dt="2021-08-10T06:55:13.711" v="558" actId="478"/>
          <ac:spMkLst>
            <pc:docMk/>
            <pc:sldMk cId="534293365" sldId="2251"/>
            <ac:spMk id="3" creationId="{C1590C01-ACCE-49DC-9E96-1C92B505CD3F}"/>
          </ac:spMkLst>
        </pc:spChg>
        <pc:spChg chg="add mod">
          <ac:chgData name="hu yuqi" userId="979f6b19441de896" providerId="LiveId" clId="{587E6CEB-698C-48D7-BB65-DAB0880B8423}" dt="2021-08-10T07:02:02.988" v="559" actId="1076"/>
          <ac:spMkLst>
            <pc:docMk/>
            <pc:sldMk cId="534293365" sldId="2251"/>
            <ac:spMk id="5" creationId="{53A8CDC1-5EA7-46CD-AF92-0F3334C1B1DD}"/>
          </ac:spMkLst>
        </pc:spChg>
        <pc:spChg chg="add mod">
          <ac:chgData name="hu yuqi" userId="979f6b19441de896" providerId="LiveId" clId="{587E6CEB-698C-48D7-BB65-DAB0880B8423}" dt="2021-08-10T07:02:02.988" v="559" actId="1076"/>
          <ac:spMkLst>
            <pc:docMk/>
            <pc:sldMk cId="534293365" sldId="2251"/>
            <ac:spMk id="6" creationId="{96F53329-1A14-429C-B92A-F0D1B06DFAA0}"/>
          </ac:spMkLst>
        </pc:spChg>
        <pc:spChg chg="add mod">
          <ac:chgData name="hu yuqi" userId="979f6b19441de896" providerId="LiveId" clId="{587E6CEB-698C-48D7-BB65-DAB0880B8423}" dt="2021-08-10T07:02:02.988" v="559" actId="1076"/>
          <ac:spMkLst>
            <pc:docMk/>
            <pc:sldMk cId="534293365" sldId="2251"/>
            <ac:spMk id="7" creationId="{F1A9709B-D38E-43A5-B891-32112A49FB09}"/>
          </ac:spMkLst>
        </pc:spChg>
        <pc:spChg chg="add mod">
          <ac:chgData name="hu yuqi" userId="979f6b19441de896" providerId="LiveId" clId="{587E6CEB-698C-48D7-BB65-DAB0880B8423}" dt="2021-08-10T07:02:02.988" v="559" actId="1076"/>
          <ac:spMkLst>
            <pc:docMk/>
            <pc:sldMk cId="534293365" sldId="2251"/>
            <ac:spMk id="8" creationId="{67CE0A59-6C52-4D31-AEC0-692069E7ECCF}"/>
          </ac:spMkLst>
        </pc:spChg>
        <pc:spChg chg="add mod">
          <ac:chgData name="hu yuqi" userId="979f6b19441de896" providerId="LiveId" clId="{587E6CEB-698C-48D7-BB65-DAB0880B8423}" dt="2021-08-10T07:02:02.988" v="559" actId="1076"/>
          <ac:spMkLst>
            <pc:docMk/>
            <pc:sldMk cId="534293365" sldId="2251"/>
            <ac:spMk id="9" creationId="{2A01A114-18DA-4251-8CF7-982F109C889A}"/>
          </ac:spMkLst>
        </pc:spChg>
        <pc:spChg chg="add mod">
          <ac:chgData name="hu yuqi" userId="979f6b19441de896" providerId="LiveId" clId="{587E6CEB-698C-48D7-BB65-DAB0880B8423}" dt="2021-08-10T07:02:02.988" v="559" actId="1076"/>
          <ac:spMkLst>
            <pc:docMk/>
            <pc:sldMk cId="534293365" sldId="2251"/>
            <ac:spMk id="11" creationId="{E9877521-0653-4B63-BF66-255540D69605}"/>
          </ac:spMkLst>
        </pc:spChg>
        <pc:spChg chg="add mod">
          <ac:chgData name="hu yuqi" userId="979f6b19441de896" providerId="LiveId" clId="{587E6CEB-698C-48D7-BB65-DAB0880B8423}" dt="2021-08-10T07:02:02.988" v="559" actId="1076"/>
          <ac:spMkLst>
            <pc:docMk/>
            <pc:sldMk cId="534293365" sldId="2251"/>
            <ac:spMk id="13" creationId="{F64C6A54-0458-433D-9BF3-B873209D3BE8}"/>
          </ac:spMkLst>
        </pc:spChg>
        <pc:spChg chg="add mod">
          <ac:chgData name="hu yuqi" userId="979f6b19441de896" providerId="LiveId" clId="{587E6CEB-698C-48D7-BB65-DAB0880B8423}" dt="2021-08-10T07:02:02.988" v="559" actId="1076"/>
          <ac:spMkLst>
            <pc:docMk/>
            <pc:sldMk cId="534293365" sldId="2251"/>
            <ac:spMk id="14" creationId="{9D4BA105-38CB-404E-9BCD-D2F578870BA4}"/>
          </ac:spMkLst>
        </pc:spChg>
        <pc:spChg chg="add mod">
          <ac:chgData name="hu yuqi" userId="979f6b19441de896" providerId="LiveId" clId="{587E6CEB-698C-48D7-BB65-DAB0880B8423}" dt="2021-08-10T07:02:02.988" v="559" actId="1076"/>
          <ac:spMkLst>
            <pc:docMk/>
            <pc:sldMk cId="534293365" sldId="2251"/>
            <ac:spMk id="15" creationId="{66552BA7-E00B-4721-A1BD-FEAA43488F1F}"/>
          </ac:spMkLst>
        </pc:spChg>
        <pc:spChg chg="add mod">
          <ac:chgData name="hu yuqi" userId="979f6b19441de896" providerId="LiveId" clId="{587E6CEB-698C-48D7-BB65-DAB0880B8423}" dt="2021-08-10T07:02:02.988" v="559" actId="1076"/>
          <ac:spMkLst>
            <pc:docMk/>
            <pc:sldMk cId="534293365" sldId="2251"/>
            <ac:spMk id="17" creationId="{6E3420BA-30F8-4D93-B7D0-D9930A9BA4E6}"/>
          </ac:spMkLst>
        </pc:spChg>
        <pc:spChg chg="add mod">
          <ac:chgData name="hu yuqi" userId="979f6b19441de896" providerId="LiveId" clId="{587E6CEB-698C-48D7-BB65-DAB0880B8423}" dt="2021-08-10T07:02:02.988" v="559" actId="1076"/>
          <ac:spMkLst>
            <pc:docMk/>
            <pc:sldMk cId="534293365" sldId="2251"/>
            <ac:spMk id="18" creationId="{C6A3A226-611B-4D92-B5E2-818D92D1037B}"/>
          </ac:spMkLst>
        </pc:spChg>
        <pc:spChg chg="add mod">
          <ac:chgData name="hu yuqi" userId="979f6b19441de896" providerId="LiveId" clId="{587E6CEB-698C-48D7-BB65-DAB0880B8423}" dt="2021-08-10T07:02:02.988" v="559" actId="1076"/>
          <ac:spMkLst>
            <pc:docMk/>
            <pc:sldMk cId="534293365" sldId="2251"/>
            <ac:spMk id="19" creationId="{F891EC5E-73E5-4587-B48E-ABA65B8DF5FA}"/>
          </ac:spMkLst>
        </pc:spChg>
        <pc:spChg chg="add mod">
          <ac:chgData name="hu yuqi" userId="979f6b19441de896" providerId="LiveId" clId="{587E6CEB-698C-48D7-BB65-DAB0880B8423}" dt="2021-08-10T07:02:02.988" v="559" actId="1076"/>
          <ac:spMkLst>
            <pc:docMk/>
            <pc:sldMk cId="534293365" sldId="2251"/>
            <ac:spMk id="20" creationId="{63F156D1-79D5-48AB-88D1-C6B03471AE86}"/>
          </ac:spMkLst>
        </pc:spChg>
        <pc:spChg chg="add mod">
          <ac:chgData name="hu yuqi" userId="979f6b19441de896" providerId="LiveId" clId="{587E6CEB-698C-48D7-BB65-DAB0880B8423}" dt="2021-08-10T07:02:02.988" v="559" actId="1076"/>
          <ac:spMkLst>
            <pc:docMk/>
            <pc:sldMk cId="534293365" sldId="2251"/>
            <ac:spMk id="21" creationId="{AA9DC2CF-6C44-4178-BA25-E7ABB78A5163}"/>
          </ac:spMkLst>
        </pc:spChg>
        <pc:spChg chg="add mod">
          <ac:chgData name="hu yuqi" userId="979f6b19441de896" providerId="LiveId" clId="{587E6CEB-698C-48D7-BB65-DAB0880B8423}" dt="2021-08-10T07:02:02.988" v="559" actId="1076"/>
          <ac:spMkLst>
            <pc:docMk/>
            <pc:sldMk cId="534293365" sldId="2251"/>
            <ac:spMk id="24" creationId="{867B30BF-55BD-4BA5-827A-2B7E8F39EE0C}"/>
          </ac:spMkLst>
        </pc:spChg>
        <pc:spChg chg="add mod">
          <ac:chgData name="hu yuqi" userId="979f6b19441de896" providerId="LiveId" clId="{587E6CEB-698C-48D7-BB65-DAB0880B8423}" dt="2021-08-10T07:02:02.988" v="559" actId="1076"/>
          <ac:spMkLst>
            <pc:docMk/>
            <pc:sldMk cId="534293365" sldId="2251"/>
            <ac:spMk id="25" creationId="{658E3ED1-7502-4295-9826-5FDA918F7F68}"/>
          </ac:spMkLst>
        </pc:spChg>
        <pc:spChg chg="add mod">
          <ac:chgData name="hu yuqi" userId="979f6b19441de896" providerId="LiveId" clId="{587E6CEB-698C-48D7-BB65-DAB0880B8423}" dt="2021-08-10T07:02:20.191" v="691"/>
          <ac:spMkLst>
            <pc:docMk/>
            <pc:sldMk cId="534293365" sldId="2251"/>
            <ac:spMk id="26" creationId="{F4235FB6-1E24-4BA9-A2A5-55B6FBA2942D}"/>
          </ac:spMkLst>
        </pc:spChg>
        <pc:cxnChg chg="add mod">
          <ac:chgData name="hu yuqi" userId="979f6b19441de896" providerId="LiveId" clId="{587E6CEB-698C-48D7-BB65-DAB0880B8423}" dt="2021-08-10T07:02:02.988" v="559" actId="1076"/>
          <ac:cxnSpMkLst>
            <pc:docMk/>
            <pc:sldMk cId="534293365" sldId="2251"/>
            <ac:cxnSpMk id="10" creationId="{A8C32388-AAB9-438B-880E-0AE83E7E5493}"/>
          </ac:cxnSpMkLst>
        </pc:cxnChg>
        <pc:cxnChg chg="add mod">
          <ac:chgData name="hu yuqi" userId="979f6b19441de896" providerId="LiveId" clId="{587E6CEB-698C-48D7-BB65-DAB0880B8423}" dt="2021-08-10T07:02:02.988" v="559" actId="1076"/>
          <ac:cxnSpMkLst>
            <pc:docMk/>
            <pc:sldMk cId="534293365" sldId="2251"/>
            <ac:cxnSpMk id="12" creationId="{C238FE43-AD99-4108-8924-1737B94033B6}"/>
          </ac:cxnSpMkLst>
        </pc:cxnChg>
        <pc:cxnChg chg="add mod">
          <ac:chgData name="hu yuqi" userId="979f6b19441de896" providerId="LiveId" clId="{587E6CEB-698C-48D7-BB65-DAB0880B8423}" dt="2021-08-10T07:02:02.988" v="559" actId="1076"/>
          <ac:cxnSpMkLst>
            <pc:docMk/>
            <pc:sldMk cId="534293365" sldId="2251"/>
            <ac:cxnSpMk id="16" creationId="{BC671385-2E5B-4757-88DA-3617AECED4C2}"/>
          </ac:cxnSpMkLst>
        </pc:cxnChg>
        <pc:cxnChg chg="add mod">
          <ac:chgData name="hu yuqi" userId="979f6b19441de896" providerId="LiveId" clId="{587E6CEB-698C-48D7-BB65-DAB0880B8423}" dt="2021-08-10T07:02:02.988" v="559" actId="1076"/>
          <ac:cxnSpMkLst>
            <pc:docMk/>
            <pc:sldMk cId="534293365" sldId="2251"/>
            <ac:cxnSpMk id="22" creationId="{F8A95B8B-81DB-49A8-AD5C-41D42B45754F}"/>
          </ac:cxnSpMkLst>
        </pc:cxnChg>
        <pc:cxnChg chg="add mod">
          <ac:chgData name="hu yuqi" userId="979f6b19441de896" providerId="LiveId" clId="{587E6CEB-698C-48D7-BB65-DAB0880B8423}" dt="2021-08-10T07:02:02.988" v="559" actId="1076"/>
          <ac:cxnSpMkLst>
            <pc:docMk/>
            <pc:sldMk cId="534293365" sldId="2251"/>
            <ac:cxnSpMk id="23" creationId="{9A91575D-E481-45B6-847B-C4D9ED959AD5}"/>
          </ac:cxnSpMkLst>
        </pc:cxnChg>
      </pc:sldChg>
      <pc:sldChg chg="addSp modSp new add ord modAnim">
        <pc:chgData name="hu yuqi" userId="979f6b19441de896" providerId="LiveId" clId="{587E6CEB-698C-48D7-BB65-DAB0880B8423}" dt="2021-08-12T10:18:35.113" v="1963"/>
        <pc:sldMkLst>
          <pc:docMk/>
          <pc:sldMk cId="1113835928" sldId="2252"/>
        </pc:sldMkLst>
        <pc:spChg chg="mod">
          <ac:chgData name="hu yuqi" userId="979f6b19441de896" providerId="LiveId" clId="{587E6CEB-698C-48D7-BB65-DAB0880B8423}" dt="2021-08-12T10:18:30.182" v="1947"/>
          <ac:spMkLst>
            <pc:docMk/>
            <pc:sldMk cId="1113835928" sldId="2252"/>
            <ac:spMk id="2" creationId="{C75BB3C4-1CD0-4F8E-813A-5216B8D9CE3A}"/>
          </ac:spMkLst>
        </pc:spChg>
        <pc:spChg chg="mod">
          <ac:chgData name="hu yuqi" userId="979f6b19441de896" providerId="LiveId" clId="{587E6CEB-698C-48D7-BB65-DAB0880B8423}" dt="2021-08-12T10:18:35.113" v="1963"/>
          <ac:spMkLst>
            <pc:docMk/>
            <pc:sldMk cId="1113835928" sldId="2252"/>
            <ac:spMk id="3" creationId="{D4FE8727-C830-4A86-9CE7-3C17292AB4AF}"/>
          </ac:spMkLst>
        </pc:spChg>
        <pc:spChg chg="add mod">
          <ac:chgData name="hu yuqi" userId="979f6b19441de896" providerId="LiveId" clId="{587E6CEB-698C-48D7-BB65-DAB0880B8423}" dt="2021-08-10T07:03:55.063" v="974" actId="1076"/>
          <ac:spMkLst>
            <pc:docMk/>
            <pc:sldMk cId="1113835928" sldId="2252"/>
            <ac:spMk id="5" creationId="{6FCDDE3F-0AF3-46BE-B471-0A947DFCFD2D}"/>
          </ac:spMkLst>
        </pc:spChg>
        <pc:spChg chg="add mod">
          <ac:chgData name="hu yuqi" userId="979f6b19441de896" providerId="LiveId" clId="{587E6CEB-698C-48D7-BB65-DAB0880B8423}" dt="2021-08-10T07:03:55.063" v="974" actId="1076"/>
          <ac:spMkLst>
            <pc:docMk/>
            <pc:sldMk cId="1113835928" sldId="2252"/>
            <ac:spMk id="6" creationId="{1A838C11-6A04-413B-973A-5FFBED7FA199}"/>
          </ac:spMkLst>
        </pc:spChg>
        <pc:spChg chg="add mod">
          <ac:chgData name="hu yuqi" userId="979f6b19441de896" providerId="LiveId" clId="{587E6CEB-698C-48D7-BB65-DAB0880B8423}" dt="2021-08-10T07:03:55.063" v="974" actId="1076"/>
          <ac:spMkLst>
            <pc:docMk/>
            <pc:sldMk cId="1113835928" sldId="2252"/>
            <ac:spMk id="7" creationId="{6BC0C46B-400E-4E54-843C-B8AF239C561D}"/>
          </ac:spMkLst>
        </pc:spChg>
        <pc:spChg chg="add mod">
          <ac:chgData name="hu yuqi" userId="979f6b19441de896" providerId="LiveId" clId="{587E6CEB-698C-48D7-BB65-DAB0880B8423}" dt="2021-08-10T07:03:55.063" v="974" actId="1076"/>
          <ac:spMkLst>
            <pc:docMk/>
            <pc:sldMk cId="1113835928" sldId="2252"/>
            <ac:spMk id="8" creationId="{2373C254-3221-493E-9EAA-A219E2649EC5}"/>
          </ac:spMkLst>
        </pc:spChg>
        <pc:spChg chg="add mod">
          <ac:chgData name="hu yuqi" userId="979f6b19441de896" providerId="LiveId" clId="{587E6CEB-698C-48D7-BB65-DAB0880B8423}" dt="2021-08-10T07:03:55.063" v="974" actId="1076"/>
          <ac:spMkLst>
            <pc:docMk/>
            <pc:sldMk cId="1113835928" sldId="2252"/>
            <ac:spMk id="9" creationId="{56D9D123-1D64-4839-8826-732990C7D005}"/>
          </ac:spMkLst>
        </pc:spChg>
        <pc:spChg chg="add mod">
          <ac:chgData name="hu yuqi" userId="979f6b19441de896" providerId="LiveId" clId="{587E6CEB-698C-48D7-BB65-DAB0880B8423}" dt="2021-08-10T07:03:55.063" v="974" actId="1076"/>
          <ac:spMkLst>
            <pc:docMk/>
            <pc:sldMk cId="1113835928" sldId="2252"/>
            <ac:spMk id="11" creationId="{70BD705E-AFF1-4F8F-8D62-7479275480C0}"/>
          </ac:spMkLst>
        </pc:spChg>
        <pc:spChg chg="add mod">
          <ac:chgData name="hu yuqi" userId="979f6b19441de896" providerId="LiveId" clId="{587E6CEB-698C-48D7-BB65-DAB0880B8423}" dt="2021-08-10T07:03:55.063" v="974" actId="1076"/>
          <ac:spMkLst>
            <pc:docMk/>
            <pc:sldMk cId="1113835928" sldId="2252"/>
            <ac:spMk id="13" creationId="{4E6B0C2B-F3E7-4AAB-A004-8474A02DB272}"/>
          </ac:spMkLst>
        </pc:spChg>
        <pc:spChg chg="add mod">
          <ac:chgData name="hu yuqi" userId="979f6b19441de896" providerId="LiveId" clId="{587E6CEB-698C-48D7-BB65-DAB0880B8423}" dt="2021-08-10T07:03:55.063" v="974" actId="1076"/>
          <ac:spMkLst>
            <pc:docMk/>
            <pc:sldMk cId="1113835928" sldId="2252"/>
            <ac:spMk id="14" creationId="{BCC3DF92-C80A-413C-B6BA-0D4BB6A92293}"/>
          </ac:spMkLst>
        </pc:spChg>
        <pc:spChg chg="add mod">
          <ac:chgData name="hu yuqi" userId="979f6b19441de896" providerId="LiveId" clId="{587E6CEB-698C-48D7-BB65-DAB0880B8423}" dt="2021-08-10T07:03:55.063" v="974" actId="1076"/>
          <ac:spMkLst>
            <pc:docMk/>
            <pc:sldMk cId="1113835928" sldId="2252"/>
            <ac:spMk id="15" creationId="{2B5310FD-28B3-4260-A8FE-F435D32FB6E8}"/>
          </ac:spMkLst>
        </pc:spChg>
        <pc:spChg chg="add mod">
          <ac:chgData name="hu yuqi" userId="979f6b19441de896" providerId="LiveId" clId="{587E6CEB-698C-48D7-BB65-DAB0880B8423}" dt="2021-08-10T07:03:55.063" v="974" actId="1076"/>
          <ac:spMkLst>
            <pc:docMk/>
            <pc:sldMk cId="1113835928" sldId="2252"/>
            <ac:spMk id="17" creationId="{A4B686A3-B9F6-4CFE-AD01-5BDF0E2338CB}"/>
          </ac:spMkLst>
        </pc:spChg>
        <pc:spChg chg="add mod">
          <ac:chgData name="hu yuqi" userId="979f6b19441de896" providerId="LiveId" clId="{587E6CEB-698C-48D7-BB65-DAB0880B8423}" dt="2021-08-10T07:03:55.063" v="974" actId="1076"/>
          <ac:spMkLst>
            <pc:docMk/>
            <pc:sldMk cId="1113835928" sldId="2252"/>
            <ac:spMk id="18" creationId="{5FC86D1B-1229-48E2-BBFD-79DFF6EE5658}"/>
          </ac:spMkLst>
        </pc:spChg>
        <pc:spChg chg="add mod">
          <ac:chgData name="hu yuqi" userId="979f6b19441de896" providerId="LiveId" clId="{587E6CEB-698C-48D7-BB65-DAB0880B8423}" dt="2021-08-10T07:03:55.063" v="974" actId="1076"/>
          <ac:spMkLst>
            <pc:docMk/>
            <pc:sldMk cId="1113835928" sldId="2252"/>
            <ac:spMk id="19" creationId="{3F3E2656-071F-4F5C-AE1A-41E3BC52F812}"/>
          </ac:spMkLst>
        </pc:spChg>
        <pc:spChg chg="add mod">
          <ac:chgData name="hu yuqi" userId="979f6b19441de896" providerId="LiveId" clId="{587E6CEB-698C-48D7-BB65-DAB0880B8423}" dt="2021-08-10T07:03:55.063" v="974" actId="1076"/>
          <ac:spMkLst>
            <pc:docMk/>
            <pc:sldMk cId="1113835928" sldId="2252"/>
            <ac:spMk id="20" creationId="{65B1B900-C127-402A-A689-7AC3644D21A1}"/>
          </ac:spMkLst>
        </pc:spChg>
        <pc:spChg chg="add mod">
          <ac:chgData name="hu yuqi" userId="979f6b19441de896" providerId="LiveId" clId="{587E6CEB-698C-48D7-BB65-DAB0880B8423}" dt="2021-08-10T07:03:55.063" v="974" actId="1076"/>
          <ac:spMkLst>
            <pc:docMk/>
            <pc:sldMk cId="1113835928" sldId="2252"/>
            <ac:spMk id="21" creationId="{AF7B01FC-6EE8-4983-BB1E-0FCBF9B5384B}"/>
          </ac:spMkLst>
        </pc:spChg>
        <pc:spChg chg="add mod">
          <ac:chgData name="hu yuqi" userId="979f6b19441de896" providerId="LiveId" clId="{587E6CEB-698C-48D7-BB65-DAB0880B8423}" dt="2021-08-10T07:03:55.063" v="974" actId="1076"/>
          <ac:spMkLst>
            <pc:docMk/>
            <pc:sldMk cId="1113835928" sldId="2252"/>
            <ac:spMk id="24" creationId="{72DB0EAB-5B54-422F-8681-74D60ECB395D}"/>
          </ac:spMkLst>
        </pc:spChg>
        <pc:spChg chg="add mod">
          <ac:chgData name="hu yuqi" userId="979f6b19441de896" providerId="LiveId" clId="{587E6CEB-698C-48D7-BB65-DAB0880B8423}" dt="2021-08-10T07:03:55.063" v="974" actId="1076"/>
          <ac:spMkLst>
            <pc:docMk/>
            <pc:sldMk cId="1113835928" sldId="2252"/>
            <ac:spMk id="25" creationId="{335428C3-DBD5-41A9-8BE6-FB9F877EA069}"/>
          </ac:spMkLst>
        </pc:spChg>
        <pc:spChg chg="add mod">
          <ac:chgData name="hu yuqi" userId="979f6b19441de896" providerId="LiveId" clId="{587E6CEB-698C-48D7-BB65-DAB0880B8423}" dt="2021-08-10T07:03:55.063" v="974" actId="1076"/>
          <ac:spMkLst>
            <pc:docMk/>
            <pc:sldMk cId="1113835928" sldId="2252"/>
            <ac:spMk id="26" creationId="{4B09AF79-46BA-48CA-831F-D9E038E57E8C}"/>
          </ac:spMkLst>
        </pc:spChg>
        <pc:spChg chg="add mod">
          <ac:chgData name="hu yuqi" userId="979f6b19441de896" providerId="LiveId" clId="{587E6CEB-698C-48D7-BB65-DAB0880B8423}" dt="2021-08-10T07:03:55.063" v="974" actId="1076"/>
          <ac:spMkLst>
            <pc:docMk/>
            <pc:sldMk cId="1113835928" sldId="2252"/>
            <ac:spMk id="28" creationId="{CCC36052-FDCD-4548-93FA-1C532D9736F8}"/>
          </ac:spMkLst>
        </pc:spChg>
        <pc:cxnChg chg="add mod">
          <ac:chgData name="hu yuqi" userId="979f6b19441de896" providerId="LiveId" clId="{587E6CEB-698C-48D7-BB65-DAB0880B8423}" dt="2021-08-10T07:03:55.063" v="974" actId="1076"/>
          <ac:cxnSpMkLst>
            <pc:docMk/>
            <pc:sldMk cId="1113835928" sldId="2252"/>
            <ac:cxnSpMk id="10" creationId="{BF8C4A50-066B-4C59-AEE8-4F315094DEE5}"/>
          </ac:cxnSpMkLst>
        </pc:cxnChg>
        <pc:cxnChg chg="add mod">
          <ac:chgData name="hu yuqi" userId="979f6b19441de896" providerId="LiveId" clId="{587E6CEB-698C-48D7-BB65-DAB0880B8423}" dt="2021-08-10T07:03:55.063" v="974" actId="1076"/>
          <ac:cxnSpMkLst>
            <pc:docMk/>
            <pc:sldMk cId="1113835928" sldId="2252"/>
            <ac:cxnSpMk id="12" creationId="{3DABA825-2A41-478C-824E-8E2C266D8576}"/>
          </ac:cxnSpMkLst>
        </pc:cxnChg>
        <pc:cxnChg chg="add mod">
          <ac:chgData name="hu yuqi" userId="979f6b19441de896" providerId="LiveId" clId="{587E6CEB-698C-48D7-BB65-DAB0880B8423}" dt="2021-08-10T07:03:55.063" v="974" actId="1076"/>
          <ac:cxnSpMkLst>
            <pc:docMk/>
            <pc:sldMk cId="1113835928" sldId="2252"/>
            <ac:cxnSpMk id="16" creationId="{DA0E9FBE-291C-40A6-A995-4CAEB168A8A3}"/>
          </ac:cxnSpMkLst>
        </pc:cxnChg>
        <pc:cxnChg chg="add mod">
          <ac:chgData name="hu yuqi" userId="979f6b19441de896" providerId="LiveId" clId="{587E6CEB-698C-48D7-BB65-DAB0880B8423}" dt="2021-08-10T07:03:55.063" v="974" actId="1076"/>
          <ac:cxnSpMkLst>
            <pc:docMk/>
            <pc:sldMk cId="1113835928" sldId="2252"/>
            <ac:cxnSpMk id="22" creationId="{AC3BC5CA-CCBD-4DF3-9B32-8C68D979837C}"/>
          </ac:cxnSpMkLst>
        </pc:cxnChg>
        <pc:cxnChg chg="add mod">
          <ac:chgData name="hu yuqi" userId="979f6b19441de896" providerId="LiveId" clId="{587E6CEB-698C-48D7-BB65-DAB0880B8423}" dt="2021-08-10T07:03:55.063" v="974" actId="1076"/>
          <ac:cxnSpMkLst>
            <pc:docMk/>
            <pc:sldMk cId="1113835928" sldId="2252"/>
            <ac:cxnSpMk id="23" creationId="{FE0C41C8-A405-406E-991A-B3C2D10B7B92}"/>
          </ac:cxnSpMkLst>
        </pc:cxnChg>
        <pc:cxnChg chg="add mod">
          <ac:chgData name="hu yuqi" userId="979f6b19441de896" providerId="LiveId" clId="{587E6CEB-698C-48D7-BB65-DAB0880B8423}" dt="2021-08-10T07:03:55.063" v="974" actId="1076"/>
          <ac:cxnSpMkLst>
            <pc:docMk/>
            <pc:sldMk cId="1113835928" sldId="2252"/>
            <ac:cxnSpMk id="27" creationId="{8C53039C-F1B9-4D82-9FDF-E3141EDE4EB2}"/>
          </ac:cxnSpMkLst>
        </pc:cxnChg>
        <pc:cxnChg chg="add mod">
          <ac:chgData name="hu yuqi" userId="979f6b19441de896" providerId="LiveId" clId="{587E6CEB-698C-48D7-BB65-DAB0880B8423}" dt="2021-08-10T07:03:55.063" v="974" actId="1076"/>
          <ac:cxnSpMkLst>
            <pc:docMk/>
            <pc:sldMk cId="1113835928" sldId="2252"/>
            <ac:cxnSpMk id="29" creationId="{EF3B7FD3-C298-40A1-9A53-9EEE5398952D}"/>
          </ac:cxnSpMkLst>
        </pc:cxnChg>
      </pc:sldChg>
      <pc:sldChg chg="addSp delSp modSp new add mod ord modTransition modShow">
        <pc:chgData name="hu yuqi" userId="979f6b19441de896" providerId="LiveId" clId="{587E6CEB-698C-48D7-BB65-DAB0880B8423}" dt="2021-08-12T12:53:22.374" v="5273"/>
        <pc:sldMkLst>
          <pc:docMk/>
          <pc:sldMk cId="2438494882" sldId="2253"/>
        </pc:sldMkLst>
        <pc:spChg chg="mod">
          <ac:chgData name="hu yuqi" userId="979f6b19441de896" providerId="LiveId" clId="{587E6CEB-698C-48D7-BB65-DAB0880B8423}" dt="2021-08-10T07:05:08.134" v="1040"/>
          <ac:spMkLst>
            <pc:docMk/>
            <pc:sldMk cId="2438494882" sldId="2253"/>
            <ac:spMk id="2" creationId="{040A2DC5-7340-472C-ABAD-B07C4211BCDA}"/>
          </ac:spMkLst>
        </pc:spChg>
        <pc:spChg chg="del">
          <ac:chgData name="hu yuqi" userId="979f6b19441de896" providerId="LiveId" clId="{587E6CEB-698C-48D7-BB65-DAB0880B8423}" dt="2021-08-10T07:05:20.258" v="1042" actId="478"/>
          <ac:spMkLst>
            <pc:docMk/>
            <pc:sldMk cId="2438494882" sldId="2253"/>
            <ac:spMk id="3" creationId="{8F3F64FF-BBBB-4656-B836-848C3946B1CB}"/>
          </ac:spMkLst>
        </pc:spChg>
        <pc:spChg chg="add mod">
          <ac:chgData name="hu yuqi" userId="979f6b19441de896" providerId="LiveId" clId="{587E6CEB-698C-48D7-BB65-DAB0880B8423}" dt="2021-08-12T12:50:55.669" v="5055"/>
          <ac:spMkLst>
            <pc:docMk/>
            <pc:sldMk cId="2438494882" sldId="2253"/>
            <ac:spMk id="5" creationId="{703DF231-7FA1-49BC-AFBF-EE18EBA8D403}"/>
          </ac:spMkLst>
        </pc:spChg>
        <pc:spChg chg="add mod">
          <ac:chgData name="hu yuqi" userId="979f6b19441de896" providerId="LiveId" clId="{587E6CEB-698C-48D7-BB65-DAB0880B8423}" dt="2021-08-12T12:51:05.037" v="5124"/>
          <ac:spMkLst>
            <pc:docMk/>
            <pc:sldMk cId="2438494882" sldId="2253"/>
            <ac:spMk id="6" creationId="{8B059A2E-269E-4F79-A812-7EAE45FB5497}"/>
          </ac:spMkLst>
        </pc:spChg>
        <pc:spChg chg="add mod">
          <ac:chgData name="hu yuqi" userId="979f6b19441de896" providerId="LiveId" clId="{587E6CEB-698C-48D7-BB65-DAB0880B8423}" dt="2021-08-12T12:51:34.742" v="5269"/>
          <ac:spMkLst>
            <pc:docMk/>
            <pc:sldMk cId="2438494882" sldId="2253"/>
            <ac:spMk id="7" creationId="{50DE5904-E287-4AF3-842E-BAB9446A75F7}"/>
          </ac:spMkLst>
        </pc:spChg>
        <pc:spChg chg="add mod">
          <ac:chgData name="hu yuqi" userId="979f6b19441de896" providerId="LiveId" clId="{587E6CEB-698C-48D7-BB65-DAB0880B8423}" dt="2021-08-12T12:51:10.569" v="5149"/>
          <ac:spMkLst>
            <pc:docMk/>
            <pc:sldMk cId="2438494882" sldId="2253"/>
            <ac:spMk id="8" creationId="{7615858A-B5B7-4E97-9080-8578CC7CB352}"/>
          </ac:spMkLst>
        </pc:spChg>
        <pc:spChg chg="add mod">
          <ac:chgData name="hu yuqi" userId="979f6b19441de896" providerId="LiveId" clId="{587E6CEB-698C-48D7-BB65-DAB0880B8423}" dt="2021-08-12T12:51:14.761" v="5178"/>
          <ac:spMkLst>
            <pc:docMk/>
            <pc:sldMk cId="2438494882" sldId="2253"/>
            <ac:spMk id="9" creationId="{D9CF9D0D-1541-4085-AD62-E35445B50098}"/>
          </ac:spMkLst>
        </pc:spChg>
        <pc:spChg chg="add mod">
          <ac:chgData name="hu yuqi" userId="979f6b19441de896" providerId="LiveId" clId="{587E6CEB-698C-48D7-BB65-DAB0880B8423}" dt="2021-08-12T12:51:30.157" v="5238"/>
          <ac:spMkLst>
            <pc:docMk/>
            <pc:sldMk cId="2438494882" sldId="2253"/>
            <ac:spMk id="10" creationId="{8326D1F6-8A9E-4DCD-BE86-5495BD432191}"/>
          </ac:spMkLst>
        </pc:spChg>
        <pc:spChg chg="add">
          <ac:chgData name="hu yuqi" userId="979f6b19441de896" providerId="LiveId" clId="{587E6CEB-698C-48D7-BB65-DAB0880B8423}" dt="2021-08-10T07:05:16.262" v="1041"/>
          <ac:spMkLst>
            <pc:docMk/>
            <pc:sldMk cId="2438494882" sldId="2253"/>
            <ac:spMk id="11" creationId="{9F21DCD1-D121-42C3-8ACC-A11DA746B1F4}"/>
          </ac:spMkLst>
        </pc:spChg>
        <pc:spChg chg="add">
          <ac:chgData name="hu yuqi" userId="979f6b19441de896" providerId="LiveId" clId="{587E6CEB-698C-48D7-BB65-DAB0880B8423}" dt="2021-08-10T07:05:16.262" v="1041"/>
          <ac:spMkLst>
            <pc:docMk/>
            <pc:sldMk cId="2438494882" sldId="2253"/>
            <ac:spMk id="12" creationId="{27A9637E-03AF-4C68-B792-3A6E9E1A5C83}"/>
          </ac:spMkLst>
        </pc:spChg>
        <pc:spChg chg="add">
          <ac:chgData name="hu yuqi" userId="979f6b19441de896" providerId="LiveId" clId="{587E6CEB-698C-48D7-BB65-DAB0880B8423}" dt="2021-08-10T07:05:16.262" v="1041"/>
          <ac:spMkLst>
            <pc:docMk/>
            <pc:sldMk cId="2438494882" sldId="2253"/>
            <ac:spMk id="13" creationId="{87B853EE-795B-4B68-B299-358BF17D4D96}"/>
          </ac:spMkLst>
        </pc:spChg>
        <pc:spChg chg="add mod">
          <ac:chgData name="hu yuqi" userId="979f6b19441de896" providerId="LiveId" clId="{587E6CEB-698C-48D7-BB65-DAB0880B8423}" dt="2021-08-12T12:51:19.774" v="5205"/>
          <ac:spMkLst>
            <pc:docMk/>
            <pc:sldMk cId="2438494882" sldId="2253"/>
            <ac:spMk id="14" creationId="{B186E835-D82E-4545-8720-6814BB9C8860}"/>
          </ac:spMkLst>
        </pc:spChg>
        <pc:spChg chg="add">
          <ac:chgData name="hu yuqi" userId="979f6b19441de896" providerId="LiveId" clId="{587E6CEB-698C-48D7-BB65-DAB0880B8423}" dt="2021-08-10T07:05:16.262" v="1041"/>
          <ac:spMkLst>
            <pc:docMk/>
            <pc:sldMk cId="2438494882" sldId="2253"/>
            <ac:spMk id="15" creationId="{7F20F062-9CC8-4599-BBF4-E8951BFECC5D}"/>
          </ac:spMkLst>
        </pc:spChg>
        <pc:spChg chg="add">
          <ac:chgData name="hu yuqi" userId="979f6b19441de896" providerId="LiveId" clId="{587E6CEB-698C-48D7-BB65-DAB0880B8423}" dt="2021-08-10T07:05:16.262" v="1041"/>
          <ac:spMkLst>
            <pc:docMk/>
            <pc:sldMk cId="2438494882" sldId="2253"/>
            <ac:spMk id="16" creationId="{0227F62D-D8CD-4E3E-B834-634085807BF8}"/>
          </ac:spMkLst>
        </pc:spChg>
        <pc:spChg chg="add">
          <ac:chgData name="hu yuqi" userId="979f6b19441de896" providerId="LiveId" clId="{587E6CEB-698C-48D7-BB65-DAB0880B8423}" dt="2021-08-10T07:05:16.262" v="1041"/>
          <ac:spMkLst>
            <pc:docMk/>
            <pc:sldMk cId="2438494882" sldId="2253"/>
            <ac:spMk id="17" creationId="{DB2BFC7C-0097-4379-89D6-130BB40EC63E}"/>
          </ac:spMkLst>
        </pc:spChg>
        <pc:spChg chg="add">
          <ac:chgData name="hu yuqi" userId="979f6b19441de896" providerId="LiveId" clId="{587E6CEB-698C-48D7-BB65-DAB0880B8423}" dt="2021-08-10T07:05:16.262" v="1041"/>
          <ac:spMkLst>
            <pc:docMk/>
            <pc:sldMk cId="2438494882" sldId="2253"/>
            <ac:spMk id="18" creationId="{3AAB0560-CFE1-4939-AA2F-BC778A412A24}"/>
          </ac:spMkLst>
        </pc:spChg>
        <pc:spChg chg="add">
          <ac:chgData name="hu yuqi" userId="979f6b19441de896" providerId="LiveId" clId="{587E6CEB-698C-48D7-BB65-DAB0880B8423}" dt="2021-08-10T07:05:16.262" v="1041"/>
          <ac:spMkLst>
            <pc:docMk/>
            <pc:sldMk cId="2438494882" sldId="2253"/>
            <ac:spMk id="19" creationId="{0E5032F5-0259-46CC-86AC-F689A6D2F1A1}"/>
          </ac:spMkLst>
        </pc:spChg>
        <pc:spChg chg="add">
          <ac:chgData name="hu yuqi" userId="979f6b19441de896" providerId="LiveId" clId="{587E6CEB-698C-48D7-BB65-DAB0880B8423}" dt="2021-08-10T07:05:16.262" v="1041"/>
          <ac:spMkLst>
            <pc:docMk/>
            <pc:sldMk cId="2438494882" sldId="2253"/>
            <ac:spMk id="20" creationId="{BB75C274-603B-4FC9-AC28-D3C59E9CF187}"/>
          </ac:spMkLst>
        </pc:spChg>
        <pc:spChg chg="add">
          <ac:chgData name="hu yuqi" userId="979f6b19441de896" providerId="LiveId" clId="{587E6CEB-698C-48D7-BB65-DAB0880B8423}" dt="2021-08-10T07:05:16.262" v="1041"/>
          <ac:spMkLst>
            <pc:docMk/>
            <pc:sldMk cId="2438494882" sldId="2253"/>
            <ac:spMk id="21" creationId="{6B0351E2-5AAE-48DF-9F16-8926A6CBBC02}"/>
          </ac:spMkLst>
        </pc:spChg>
        <pc:spChg chg="add">
          <ac:chgData name="hu yuqi" userId="979f6b19441de896" providerId="LiveId" clId="{587E6CEB-698C-48D7-BB65-DAB0880B8423}" dt="2021-08-10T07:05:16.262" v="1041"/>
          <ac:spMkLst>
            <pc:docMk/>
            <pc:sldMk cId="2438494882" sldId="2253"/>
            <ac:spMk id="22" creationId="{2183F2F9-34BA-4E30-9946-DEBF05764987}"/>
          </ac:spMkLst>
        </pc:spChg>
        <pc:spChg chg="add">
          <ac:chgData name="hu yuqi" userId="979f6b19441de896" providerId="LiveId" clId="{587E6CEB-698C-48D7-BB65-DAB0880B8423}" dt="2021-08-10T07:05:16.262" v="1041"/>
          <ac:spMkLst>
            <pc:docMk/>
            <pc:sldMk cId="2438494882" sldId="2253"/>
            <ac:spMk id="23" creationId="{FEF7368D-0C85-4781-8EC3-5F18962CEA83}"/>
          </ac:spMkLst>
        </pc:spChg>
        <pc:spChg chg="add">
          <ac:chgData name="hu yuqi" userId="979f6b19441de896" providerId="LiveId" clId="{587E6CEB-698C-48D7-BB65-DAB0880B8423}" dt="2021-08-10T07:05:16.262" v="1041"/>
          <ac:spMkLst>
            <pc:docMk/>
            <pc:sldMk cId="2438494882" sldId="2253"/>
            <ac:spMk id="24" creationId="{08C8B3FD-B735-4D53-8053-BD15B2B2D5FA}"/>
          </ac:spMkLst>
        </pc:spChg>
        <pc:spChg chg="add">
          <ac:chgData name="hu yuqi" userId="979f6b19441de896" providerId="LiveId" clId="{587E6CEB-698C-48D7-BB65-DAB0880B8423}" dt="2021-08-10T07:05:16.262" v="1041"/>
          <ac:spMkLst>
            <pc:docMk/>
            <pc:sldMk cId="2438494882" sldId="2253"/>
            <ac:spMk id="25" creationId="{33544B3F-1483-4A65-8F06-0E4858CBDEFC}"/>
          </ac:spMkLst>
        </pc:spChg>
        <pc:spChg chg="add">
          <ac:chgData name="hu yuqi" userId="979f6b19441de896" providerId="LiveId" clId="{587E6CEB-698C-48D7-BB65-DAB0880B8423}" dt="2021-08-10T07:05:16.262" v="1041"/>
          <ac:spMkLst>
            <pc:docMk/>
            <pc:sldMk cId="2438494882" sldId="2253"/>
            <ac:spMk id="26" creationId="{3EBB61C3-5BF8-4BBF-8C1E-F280EDAC9273}"/>
          </ac:spMkLst>
        </pc:spChg>
        <pc:spChg chg="add">
          <ac:chgData name="hu yuqi" userId="979f6b19441de896" providerId="LiveId" clId="{587E6CEB-698C-48D7-BB65-DAB0880B8423}" dt="2021-08-10T07:05:16.262" v="1041"/>
          <ac:spMkLst>
            <pc:docMk/>
            <pc:sldMk cId="2438494882" sldId="2253"/>
            <ac:spMk id="27" creationId="{C43578C1-302A-4268-A998-D2AB89F1F8B5}"/>
          </ac:spMkLst>
        </pc:spChg>
      </pc:sldChg>
      <pc:sldChg chg="modSp new add mod ord modTransition modShow">
        <pc:chgData name="hu yuqi" userId="979f6b19441de896" providerId="LiveId" clId="{587E6CEB-698C-48D7-BB65-DAB0880B8423}" dt="2021-08-12T12:52:01.624" v="5271"/>
        <pc:sldMkLst>
          <pc:docMk/>
          <pc:sldMk cId="1697255441" sldId="2254"/>
        </pc:sldMkLst>
        <pc:spChg chg="mod">
          <ac:chgData name="hu yuqi" userId="979f6b19441de896" providerId="LiveId" clId="{587E6CEB-698C-48D7-BB65-DAB0880B8423}" dt="2021-08-10T07:19:13.801" v="1074"/>
          <ac:spMkLst>
            <pc:docMk/>
            <pc:sldMk cId="1697255441" sldId="2254"/>
            <ac:spMk id="2" creationId="{826577D8-7595-4613-BE61-B65F572D02EE}"/>
          </ac:spMkLst>
        </pc:spChg>
        <pc:spChg chg="mod">
          <ac:chgData name="hu yuqi" userId="979f6b19441de896" providerId="LiveId" clId="{587E6CEB-698C-48D7-BB65-DAB0880B8423}" dt="2021-08-10T07:28:56.198" v="1832" actId="20577"/>
          <ac:spMkLst>
            <pc:docMk/>
            <pc:sldMk cId="1697255441" sldId="2254"/>
            <ac:spMk id="3" creationId="{019D9F54-054A-4E85-986E-B3C19F9A08A6}"/>
          </ac:spMkLst>
        </pc:spChg>
      </pc:sldChg>
      <pc:sldChg chg="addSp delSp modSp new add mod ord modTransition modShow">
        <pc:chgData name="hu yuqi" userId="979f6b19441de896" providerId="LiveId" clId="{587E6CEB-698C-48D7-BB65-DAB0880B8423}" dt="2021-08-12T12:53:28.513" v="5275"/>
        <pc:sldMkLst>
          <pc:docMk/>
          <pc:sldMk cId="1135910163" sldId="2255"/>
        </pc:sldMkLst>
        <pc:spChg chg="mod">
          <ac:chgData name="hu yuqi" userId="979f6b19441de896" providerId="LiveId" clId="{587E6CEB-698C-48D7-BB65-DAB0880B8423}" dt="2021-08-10T07:32:41.739" v="1898"/>
          <ac:spMkLst>
            <pc:docMk/>
            <pc:sldMk cId="1135910163" sldId="2255"/>
            <ac:spMk id="2" creationId="{2A1CE880-9449-4229-945E-6ABE25A2CEC5}"/>
          </ac:spMkLst>
        </pc:spChg>
        <pc:spChg chg="del">
          <ac:chgData name="hu yuqi" userId="979f6b19441de896" providerId="LiveId" clId="{587E6CEB-698C-48D7-BB65-DAB0880B8423}" dt="2021-08-10T07:32:56.420" v="1900" actId="478"/>
          <ac:spMkLst>
            <pc:docMk/>
            <pc:sldMk cId="1135910163" sldId="2255"/>
            <ac:spMk id="3" creationId="{FF5C2063-9FBA-4AE9-9865-5B1C4BA42817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5" creationId="{AC9E4DDE-C7B9-4922-9B12-B538E4400E4C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6" creationId="{1684250C-1F96-4D47-9976-55149D8F9B15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7" creationId="{B506B055-46A3-41B6-9E7F-B17D262FBDB6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8" creationId="{0FC32751-6201-4401-A3BD-2EA86A8278F1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9" creationId="{1AC68204-41FE-43CE-AD75-AF048E238CAA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10" creationId="{6F5AD684-0B74-4C4C-8987-C088ECD90D6D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11" creationId="{50579BB5-C080-44D2-A413-8240636336B7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12" creationId="{B9E813F9-40BB-462D-B66C-D7C2F1346DDA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13" creationId="{C66A8213-F694-43DE-90A0-DBEC486D5847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14" creationId="{B6EC43E2-8E3A-45EB-A786-E8D9AF993D6A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15" creationId="{7F14042B-F806-492A-A3AB-B20C578637B0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16" creationId="{98927E89-CAD8-4AF7-AB21-76B89149848D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17" creationId="{B7F1A450-AAA3-449B-B057-44F5B2991830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18" creationId="{5C05387D-D595-46DF-A6C5-B0ED3ADB0846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19" creationId="{764766A2-CC16-4271-8F28-A478CBAAB2BE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20" creationId="{CE0D9CAB-B1A7-4F6A-B4BE-FC1C6841102C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21" creationId="{35E5B28A-35F8-4E19-AFCE-C8FED227E0BD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22" creationId="{BB1A25F2-F162-46CA-A9E3-72778B8E6D13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23" creationId="{6C04A39D-BFA7-4A06-8F65-218D68C623D9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24" creationId="{43139A3F-D686-4ECF-91E4-C4D75DA5B840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25" creationId="{7DA63F72-B9B2-44C2-88B1-DD0F71913552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26" creationId="{0C7C1266-C55E-4ED2-9C3A-92669FD6EC74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27" creationId="{6920FE13-BDAE-480B-9258-752BD5E2288B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28" creationId="{EDBD4882-570E-4EC5-9CC2-100798A33853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29" creationId="{44E2FFDC-A24F-4B16-BA73-BC7F9045EE3D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30" creationId="{BBC4E144-C9F0-495E-84B9-2DBE175E451B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31" creationId="{2C59AE47-4E69-4FDD-9F7F-39047E0BCCCA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32" creationId="{499FA3DA-29D7-4802-B438-07FA5D027654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33" creationId="{72D5EA34-0A60-4A6C-9923-4155502EF2B7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34" creationId="{09FC6F9B-1AAB-44BA-8E05-6EF6E19E49AC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35" creationId="{DBB41FA4-D330-4579-B771-A7D5AE6489E0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36" creationId="{610F3F18-3FF1-41E1-AB99-BAB3AA196259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37" creationId="{2B57C95A-6CF9-4070-B094-5791F3F2AED8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38" creationId="{DD197393-1FC5-42F6-BF60-A4E85A038D8E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39" creationId="{80EC54B2-9DAA-48B6-A879-D32DBC9940C7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40" creationId="{FE06E1CD-63C6-424D-AD20-F3135B14EE2B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41" creationId="{DAFF38F6-A503-45E4-A84B-8EA935AF9BFD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42" creationId="{0F506801-0789-4FB3-87E9-7AA3CF0FBD0E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43" creationId="{DCE3B320-53F9-48F6-B46E-828B5C0F82AD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44" creationId="{95517147-CA64-49A3-89D8-E2CE1DF8D930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45" creationId="{3F3B1330-2E3F-4985-A754-AB6032D08130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46" creationId="{F1B57085-7E45-40F3-BC4F-A720F687A7AE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47" creationId="{C572848F-7C18-40A9-9E41-B87A5BF9CB65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48" creationId="{E9167400-ACCE-48E7-A7E0-A2E49EBFE2A7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49" creationId="{FA6CEC81-FD18-4F88-A80F-A94CF3B544B5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50" creationId="{0F607476-4CCB-4EDC-AFA1-E9A45DDB699D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51" creationId="{362057F2-30B7-4D26-AA2E-FBA84B57EF41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52" creationId="{0CD1E773-4D1E-4896-B254-2488E5DE8CBF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53" creationId="{52EDBFD4-781D-4C99-A7BF-9776896E3389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54" creationId="{B7BA678A-FFA5-4BFF-92E3-7C59AB322705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55" creationId="{6FEFC547-AE46-4F7E-8B77-B67271D4C099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56" creationId="{63F3E8B6-B5DB-4FCB-94AD-18D28DE4E9EB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57" creationId="{4614973F-5104-4638-B12E-593D9E29B363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58" creationId="{28053269-EA78-4388-9BBB-96027832942B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59" creationId="{48425FAE-B9C1-44A8-9B18-C7D76AAA55EE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60" creationId="{274E7F5E-7A83-4119-9AF6-518E97CD045A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61" creationId="{556F1527-D947-4290-AF7B-C15AB4255708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62" creationId="{296A6558-8E35-47D8-AD3B-60FE4AA27CB1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63" creationId="{C08D46DD-3A94-42C4-A4DB-2F39C6C944A8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64" creationId="{CA0F6FD1-D480-4DD0-AC2C-28C3F26E5C6C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65" creationId="{5919F3FC-723C-4FE1-A3EA-0AC7E9656F1C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66" creationId="{23B491FF-C802-43DC-9DD4-229E16278123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67" creationId="{190AFB95-9263-4AB9-8A27-43CC3EE01803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68" creationId="{83822FA4-7EAC-4E2E-AF75-B0D4D2B72C86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69" creationId="{F6704455-638A-409C-A68E-D12A9F324D9C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70" creationId="{57D28D93-5BD4-4933-8D6A-CA01288A0D48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71" creationId="{747808B5-7A8C-42C4-9D34-1873EC089E63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72" creationId="{71BFCC93-0011-4CBC-9C19-F03FE9E13DDF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73" creationId="{E05E86C5-B20B-4074-82A4-0BAD5CA90ABD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74" creationId="{C4BC2D43-22A6-424F-9831-6AEADE849F6D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75" creationId="{E5D83F4D-0B3C-4025-B1F4-E888607EED66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76" creationId="{D8DD0698-FCD7-4E04-A11E-CA07461EE5FE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77" creationId="{F1A040F5-ABFE-45F9-8591-502994B41D88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78" creationId="{A8A0A99E-DD81-492E-86A1-84CA8DC2C897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79" creationId="{A724603F-374F-4C22-AA80-3660EE63B37E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80" creationId="{6F50F3D9-DC2F-450E-BC1C-49D709E86BB4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81" creationId="{19013C98-2051-421A-B1F5-41E93FA079FA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82" creationId="{2612979C-33E4-4837-8B29-4242F217E5C8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83" creationId="{959688D2-889B-463D-9F0A-112B188583D8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84" creationId="{6378244F-1A9D-4738-AA0F-8FA26F129C52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85" creationId="{B8CD7AFF-6414-4962-9EF8-E5880DBE6A7D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86" creationId="{A021A0C4-F51C-4833-A598-FA1C5831BF35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87" creationId="{58C010A3-64C3-4189-850D-5CDF6DC8CB55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88" creationId="{1FBBD23D-97BE-4FFC-922D-6A65B059959F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89" creationId="{CBD1AF75-DBD0-43BF-AF67-C9B12B06B965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90" creationId="{E1EFE476-A474-43A1-9A71-E96EB95A752E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91" creationId="{0799711C-B90E-4056-8767-BCEFF1F0DA9C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92" creationId="{ED57C924-316D-4FB7-9998-A5E584129C2C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93" creationId="{C3DF48F5-8E3B-4D69-8E9C-62E413D8ECEC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94" creationId="{C42994CC-0030-41C5-B31B-1DF8F80AD54D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95" creationId="{AB2082FC-E7C8-468C-B07F-9D61CE3746EA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96" creationId="{A9CC039C-27B3-4855-90AF-FE32D406C27C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97" creationId="{52FFA722-9513-420C-BCDF-CD6911BDC36B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98" creationId="{A08840EB-08CF-4E62-BE9B-757C9FA2C513}"/>
          </ac:spMkLst>
        </pc:spChg>
        <pc:spChg chg="add">
          <ac:chgData name="hu yuqi" userId="979f6b19441de896" providerId="LiveId" clId="{587E6CEB-698C-48D7-BB65-DAB0880B8423}" dt="2021-08-10T07:32:52.680" v="1899"/>
          <ac:spMkLst>
            <pc:docMk/>
            <pc:sldMk cId="1135910163" sldId="2255"/>
            <ac:spMk id="99" creationId="{F6C97E91-656E-4ECF-B26D-4861A83FA8EC}"/>
          </ac:spMkLst>
        </pc:spChg>
      </pc:sldChg>
      <pc:sldChg chg="addSp delSp modSp new add mod modTransition modShow">
        <pc:chgData name="hu yuqi" userId="979f6b19441de896" providerId="LiveId" clId="{587E6CEB-698C-48D7-BB65-DAB0880B8423}" dt="2021-08-12T13:36:56.775" v="5475" actId="20577"/>
        <pc:sldMkLst>
          <pc:docMk/>
          <pc:sldMk cId="1066136434" sldId="2256"/>
        </pc:sldMkLst>
        <pc:spChg chg="mod">
          <ac:chgData name="hu yuqi" userId="979f6b19441de896" providerId="LiveId" clId="{587E6CEB-698C-48D7-BB65-DAB0880B8423}" dt="2021-08-12T10:13:51.680" v="1939"/>
          <ac:spMkLst>
            <pc:docMk/>
            <pc:sldMk cId="1066136434" sldId="2256"/>
            <ac:spMk id="2" creationId="{D410DFAE-B161-4871-82CC-6B9A91AC12DA}"/>
          </ac:spMkLst>
        </pc:spChg>
        <pc:spChg chg="del">
          <ac:chgData name="hu yuqi" userId="979f6b19441de896" providerId="LiveId" clId="{587E6CEB-698C-48D7-BB65-DAB0880B8423}" dt="2021-08-12T10:19:15.863" v="1965" actId="478"/>
          <ac:spMkLst>
            <pc:docMk/>
            <pc:sldMk cId="1066136434" sldId="2256"/>
            <ac:spMk id="3" creationId="{FC7FD5B6-9059-4D39-A300-FCAF39F808E8}"/>
          </ac:spMkLst>
        </pc:spChg>
        <pc:spChg chg="del">
          <ac:chgData name="hu yuqi" userId="979f6b19441de896" providerId="LiveId" clId="{587E6CEB-698C-48D7-BB65-DAB0880B8423}" dt="2021-08-12T13:36:18.389" v="5284" actId="478"/>
          <ac:spMkLst>
            <pc:docMk/>
            <pc:sldMk cId="1066136434" sldId="2256"/>
            <ac:spMk id="8" creationId="{DE5034E6-E02D-4994-AD17-D36538EE09DD}"/>
          </ac:spMkLst>
        </pc:spChg>
        <pc:spChg chg="add mod">
          <ac:chgData name="hu yuqi" userId="979f6b19441de896" providerId="LiveId" clId="{587E6CEB-698C-48D7-BB65-DAB0880B8423}" dt="2021-08-12T13:36:56.775" v="5475" actId="20577"/>
          <ac:spMkLst>
            <pc:docMk/>
            <pc:sldMk cId="1066136434" sldId="2256"/>
            <ac:spMk id="69" creationId="{26C7500E-7735-4FED-9D7B-E4CA3C99DF44}"/>
          </ac:spMkLst>
        </pc:spChg>
        <pc:grpChg chg="add mod">
          <ac:chgData name="hu yuqi" userId="979f6b19441de896" providerId="LiveId" clId="{587E6CEB-698C-48D7-BB65-DAB0880B8423}" dt="2021-08-12T13:36:23.122" v="5286" actId="14100"/>
          <ac:grpSpMkLst>
            <pc:docMk/>
            <pc:sldMk cId="1066136434" sldId="2256"/>
            <ac:grpSpMk id="5" creationId="{3B3C1234-2C93-4EC1-9C56-6BB5BA22FEFC}"/>
          </ac:grpSpMkLst>
        </pc:grpChg>
        <pc:grpChg chg="mod">
          <ac:chgData name="hu yuqi" userId="979f6b19441de896" providerId="LiveId" clId="{587E6CEB-698C-48D7-BB65-DAB0880B8423}" dt="2021-08-12T13:36:23.122" v="5286" actId="14100"/>
          <ac:grpSpMkLst>
            <pc:docMk/>
            <pc:sldMk cId="1066136434" sldId="2256"/>
            <ac:grpSpMk id="7" creationId="{56D9E26A-A779-4C97-89B1-06F625C0AA80}"/>
          </ac:grpSpMkLst>
        </pc:grpChg>
        <pc:grpChg chg="mod">
          <ac:chgData name="hu yuqi" userId="979f6b19441de896" providerId="LiveId" clId="{587E6CEB-698C-48D7-BB65-DAB0880B8423}" dt="2021-08-12T13:36:23.122" v="5286" actId="14100"/>
          <ac:grpSpMkLst>
            <pc:docMk/>
            <pc:sldMk cId="1066136434" sldId="2256"/>
            <ac:grpSpMk id="14" creationId="{5FF4CDF2-B7A4-435C-A7F3-CCAA388F8EF2}"/>
          </ac:grpSpMkLst>
        </pc:grpChg>
        <pc:grpChg chg="mod">
          <ac:chgData name="hu yuqi" userId="979f6b19441de896" providerId="LiveId" clId="{587E6CEB-698C-48D7-BB65-DAB0880B8423}" dt="2021-08-12T13:36:23.122" v="5286" actId="14100"/>
          <ac:grpSpMkLst>
            <pc:docMk/>
            <pc:sldMk cId="1066136434" sldId="2256"/>
            <ac:grpSpMk id="20" creationId="{68B38E01-7258-4B59-B803-FDC615E345A2}"/>
          </ac:grpSpMkLst>
        </pc:grpChg>
        <pc:grpChg chg="mod">
          <ac:chgData name="hu yuqi" userId="979f6b19441de896" providerId="LiveId" clId="{587E6CEB-698C-48D7-BB65-DAB0880B8423}" dt="2021-08-12T13:36:23.122" v="5286" actId="14100"/>
          <ac:grpSpMkLst>
            <pc:docMk/>
            <pc:sldMk cId="1066136434" sldId="2256"/>
            <ac:grpSpMk id="31" creationId="{FB94FD98-ADD8-422B-9CEE-6703340A80C8}"/>
          </ac:grpSpMkLst>
        </pc:grpChg>
        <pc:grpChg chg="mod">
          <ac:chgData name="hu yuqi" userId="979f6b19441de896" providerId="LiveId" clId="{587E6CEB-698C-48D7-BB65-DAB0880B8423}" dt="2021-08-12T13:36:23.122" v="5286" actId="14100"/>
          <ac:grpSpMkLst>
            <pc:docMk/>
            <pc:sldMk cId="1066136434" sldId="2256"/>
            <ac:grpSpMk id="32" creationId="{32B25C4D-12D0-47EB-8921-81E8D8717F34}"/>
          </ac:grpSpMkLst>
        </pc:grpChg>
      </pc:sldChg>
      <pc:sldChg chg="addSp delSp modSp new add mod ord modTransition modAnim modShow">
        <pc:chgData name="hu yuqi" userId="979f6b19441de896" providerId="LiveId" clId="{587E6CEB-698C-48D7-BB65-DAB0880B8423}" dt="2021-08-12T12:54:21.447" v="5283"/>
        <pc:sldMkLst>
          <pc:docMk/>
          <pc:sldMk cId="3031043620" sldId="2257"/>
        </pc:sldMkLst>
        <pc:spChg chg="mod">
          <ac:chgData name="hu yuqi" userId="979f6b19441de896" providerId="LiveId" clId="{587E6CEB-698C-48D7-BB65-DAB0880B8423}" dt="2021-08-12T10:19:39.578" v="1998"/>
          <ac:spMkLst>
            <pc:docMk/>
            <pc:sldMk cId="3031043620" sldId="2257"/>
            <ac:spMk id="2" creationId="{26DB6E4F-02E9-4E97-AB66-163C215B811A}"/>
          </ac:spMkLst>
        </pc:spChg>
        <pc:spChg chg="del">
          <ac:chgData name="hu yuqi" userId="979f6b19441de896" providerId="LiveId" clId="{587E6CEB-698C-48D7-BB65-DAB0880B8423}" dt="2021-08-12T10:20:06.752" v="2000" actId="478"/>
          <ac:spMkLst>
            <pc:docMk/>
            <pc:sldMk cId="3031043620" sldId="2257"/>
            <ac:spMk id="3" creationId="{1C476B25-D115-410B-B8D7-66BF15FF1872}"/>
          </ac:spMkLst>
        </pc:spChg>
        <pc:spChg chg="add mod">
          <ac:chgData name="hu yuqi" userId="979f6b19441de896" providerId="LiveId" clId="{587E6CEB-698C-48D7-BB65-DAB0880B8423}" dt="2021-08-12T11:15:32.333" v="2187" actId="1076"/>
          <ac:spMkLst>
            <pc:docMk/>
            <pc:sldMk cId="3031043620" sldId="2257"/>
            <ac:spMk id="5" creationId="{2555FBC1-83C7-4222-B459-7EE27C829066}"/>
          </ac:spMkLst>
        </pc:spChg>
        <pc:spChg chg="add mod">
          <ac:chgData name="hu yuqi" userId="979f6b19441de896" providerId="LiveId" clId="{587E6CEB-698C-48D7-BB65-DAB0880B8423}" dt="2021-08-12T11:15:32.333" v="2187" actId="1076"/>
          <ac:spMkLst>
            <pc:docMk/>
            <pc:sldMk cId="3031043620" sldId="2257"/>
            <ac:spMk id="6" creationId="{EC15AF72-A432-4898-9087-B00959099AB0}"/>
          </ac:spMkLst>
        </pc:spChg>
        <pc:spChg chg="add mod">
          <ac:chgData name="hu yuqi" userId="979f6b19441de896" providerId="LiveId" clId="{587E6CEB-698C-48D7-BB65-DAB0880B8423}" dt="2021-08-12T11:15:32.333" v="2187" actId="1076"/>
          <ac:spMkLst>
            <pc:docMk/>
            <pc:sldMk cId="3031043620" sldId="2257"/>
            <ac:spMk id="7" creationId="{CD48A20B-E270-4140-BEC5-AF95F88FDF89}"/>
          </ac:spMkLst>
        </pc:spChg>
        <pc:spChg chg="add mod">
          <ac:chgData name="hu yuqi" userId="979f6b19441de896" providerId="LiveId" clId="{587E6CEB-698C-48D7-BB65-DAB0880B8423}" dt="2021-08-12T11:15:32.333" v="2187" actId="1076"/>
          <ac:spMkLst>
            <pc:docMk/>
            <pc:sldMk cId="3031043620" sldId="2257"/>
            <ac:spMk id="8" creationId="{921E94CD-47C1-4679-B93D-40D4DFD7C769}"/>
          </ac:spMkLst>
        </pc:spChg>
        <pc:spChg chg="add mod">
          <ac:chgData name="hu yuqi" userId="979f6b19441de896" providerId="LiveId" clId="{587E6CEB-698C-48D7-BB65-DAB0880B8423}" dt="2021-08-12T11:15:32.333" v="2187" actId="1076"/>
          <ac:spMkLst>
            <pc:docMk/>
            <pc:sldMk cId="3031043620" sldId="2257"/>
            <ac:spMk id="9" creationId="{38D536FD-44CF-4A38-873F-369EF53FB69F}"/>
          </ac:spMkLst>
        </pc:spChg>
        <pc:spChg chg="add mod">
          <ac:chgData name="hu yuqi" userId="979f6b19441de896" providerId="LiveId" clId="{587E6CEB-698C-48D7-BB65-DAB0880B8423}" dt="2021-08-12T11:15:32.333" v="2187" actId="1076"/>
          <ac:spMkLst>
            <pc:docMk/>
            <pc:sldMk cId="3031043620" sldId="2257"/>
            <ac:spMk id="11" creationId="{0032339A-2FD1-4540-867E-EBA6354D54A5}"/>
          </ac:spMkLst>
        </pc:spChg>
        <pc:spChg chg="add mod">
          <ac:chgData name="hu yuqi" userId="979f6b19441de896" providerId="LiveId" clId="{587E6CEB-698C-48D7-BB65-DAB0880B8423}" dt="2021-08-12T11:15:32.333" v="2187" actId="1076"/>
          <ac:spMkLst>
            <pc:docMk/>
            <pc:sldMk cId="3031043620" sldId="2257"/>
            <ac:spMk id="13" creationId="{AA9E3788-C65F-4BBE-931D-EEB23278BC65}"/>
          </ac:spMkLst>
        </pc:spChg>
        <pc:spChg chg="add mod">
          <ac:chgData name="hu yuqi" userId="979f6b19441de896" providerId="LiveId" clId="{587E6CEB-698C-48D7-BB65-DAB0880B8423}" dt="2021-08-12T11:15:32.333" v="2187" actId="1076"/>
          <ac:spMkLst>
            <pc:docMk/>
            <pc:sldMk cId="3031043620" sldId="2257"/>
            <ac:spMk id="14" creationId="{F2A65FF2-8FE8-4B0F-AAA0-3C6DCB19920A}"/>
          </ac:spMkLst>
        </pc:spChg>
        <pc:spChg chg="add mod">
          <ac:chgData name="hu yuqi" userId="979f6b19441de896" providerId="LiveId" clId="{587E6CEB-698C-48D7-BB65-DAB0880B8423}" dt="2021-08-12T11:15:32.333" v="2187" actId="1076"/>
          <ac:spMkLst>
            <pc:docMk/>
            <pc:sldMk cId="3031043620" sldId="2257"/>
            <ac:spMk id="15" creationId="{05DC3779-A747-4240-BEAE-A8CD3DDC39A1}"/>
          </ac:spMkLst>
        </pc:spChg>
        <pc:spChg chg="add mod">
          <ac:chgData name="hu yuqi" userId="979f6b19441de896" providerId="LiveId" clId="{587E6CEB-698C-48D7-BB65-DAB0880B8423}" dt="2021-08-12T11:15:32.333" v="2187" actId="1076"/>
          <ac:spMkLst>
            <pc:docMk/>
            <pc:sldMk cId="3031043620" sldId="2257"/>
            <ac:spMk id="17" creationId="{6B2820DE-4CA1-4314-8847-66DAB89D0DCE}"/>
          </ac:spMkLst>
        </pc:spChg>
        <pc:spChg chg="add mod">
          <ac:chgData name="hu yuqi" userId="979f6b19441de896" providerId="LiveId" clId="{587E6CEB-698C-48D7-BB65-DAB0880B8423}" dt="2021-08-12T11:15:32.333" v="2187" actId="1076"/>
          <ac:spMkLst>
            <pc:docMk/>
            <pc:sldMk cId="3031043620" sldId="2257"/>
            <ac:spMk id="20" creationId="{591F661F-FB65-4262-ADA3-257ACA3C96C8}"/>
          </ac:spMkLst>
        </pc:spChg>
        <pc:spChg chg="add mod">
          <ac:chgData name="hu yuqi" userId="979f6b19441de896" providerId="LiveId" clId="{587E6CEB-698C-48D7-BB65-DAB0880B8423}" dt="2021-08-12T11:15:32.333" v="2187" actId="1076"/>
          <ac:spMkLst>
            <pc:docMk/>
            <pc:sldMk cId="3031043620" sldId="2257"/>
            <ac:spMk id="21" creationId="{94115401-1228-4284-952B-71FAF9A70873}"/>
          </ac:spMkLst>
        </pc:spChg>
        <pc:spChg chg="add mod">
          <ac:chgData name="hu yuqi" userId="979f6b19441de896" providerId="LiveId" clId="{587E6CEB-698C-48D7-BB65-DAB0880B8423}" dt="2021-08-12T11:15:32.333" v="2187" actId="1076"/>
          <ac:spMkLst>
            <pc:docMk/>
            <pc:sldMk cId="3031043620" sldId="2257"/>
            <ac:spMk id="22" creationId="{54F91485-D47D-402C-BC5C-24110382E860}"/>
          </ac:spMkLst>
        </pc:spChg>
        <pc:spChg chg="add mod">
          <ac:chgData name="hu yuqi" userId="979f6b19441de896" providerId="LiveId" clId="{587E6CEB-698C-48D7-BB65-DAB0880B8423}" dt="2021-08-12T11:15:32.333" v="2187" actId="1076"/>
          <ac:spMkLst>
            <pc:docMk/>
            <pc:sldMk cId="3031043620" sldId="2257"/>
            <ac:spMk id="23" creationId="{FA3E684A-86A6-4997-B992-43E8A79DF89D}"/>
          </ac:spMkLst>
        </pc:spChg>
        <pc:spChg chg="add mod">
          <ac:chgData name="hu yuqi" userId="979f6b19441de896" providerId="LiveId" clId="{587E6CEB-698C-48D7-BB65-DAB0880B8423}" dt="2021-08-12T11:15:32.333" v="2187" actId="1076"/>
          <ac:spMkLst>
            <pc:docMk/>
            <pc:sldMk cId="3031043620" sldId="2257"/>
            <ac:spMk id="24" creationId="{4706232C-5D6D-4B35-9E67-5F5311346A74}"/>
          </ac:spMkLst>
        </pc:spChg>
        <pc:spChg chg="add mod">
          <ac:chgData name="hu yuqi" userId="979f6b19441de896" providerId="LiveId" clId="{587E6CEB-698C-48D7-BB65-DAB0880B8423}" dt="2021-08-12T11:15:37.153" v="2189" actId="1076"/>
          <ac:spMkLst>
            <pc:docMk/>
            <pc:sldMk cId="3031043620" sldId="2257"/>
            <ac:spMk id="25" creationId="{235B2B8D-DCCB-4DC1-AC3E-DBF7915D3AEB}"/>
          </ac:spMkLst>
        </pc:spChg>
        <pc:spChg chg="add del mod">
          <ac:chgData name="hu yuqi" userId="979f6b19441de896" providerId="LiveId" clId="{587E6CEB-698C-48D7-BB65-DAB0880B8423}" dt="2021-08-12T11:15:43.378" v="2192"/>
          <ac:spMkLst>
            <pc:docMk/>
            <pc:sldMk cId="3031043620" sldId="2257"/>
            <ac:spMk id="26" creationId="{68EC918C-43C9-4423-B5F1-31F567FA7CDE}"/>
          </ac:spMkLst>
        </pc:spChg>
        <pc:spChg chg="add mod">
          <ac:chgData name="hu yuqi" userId="979f6b19441de896" providerId="LiveId" clId="{587E6CEB-698C-48D7-BB65-DAB0880B8423}" dt="2021-08-12T11:17:44.908" v="2582" actId="20577"/>
          <ac:spMkLst>
            <pc:docMk/>
            <pc:sldMk cId="3031043620" sldId="2257"/>
            <ac:spMk id="27" creationId="{35441CFD-B582-4893-930A-89FCDF8EBDB2}"/>
          </ac:spMkLst>
        </pc:spChg>
        <pc:cxnChg chg="add mod">
          <ac:chgData name="hu yuqi" userId="979f6b19441de896" providerId="LiveId" clId="{587E6CEB-698C-48D7-BB65-DAB0880B8423}" dt="2021-08-12T11:15:32.333" v="2187" actId="1076"/>
          <ac:cxnSpMkLst>
            <pc:docMk/>
            <pc:sldMk cId="3031043620" sldId="2257"/>
            <ac:cxnSpMk id="10" creationId="{F51590A8-6E73-4962-988A-54EAB1A85B6E}"/>
          </ac:cxnSpMkLst>
        </pc:cxnChg>
        <pc:cxnChg chg="add mod">
          <ac:chgData name="hu yuqi" userId="979f6b19441de896" providerId="LiveId" clId="{587E6CEB-698C-48D7-BB65-DAB0880B8423}" dt="2021-08-12T11:15:32.333" v="2187" actId="1076"/>
          <ac:cxnSpMkLst>
            <pc:docMk/>
            <pc:sldMk cId="3031043620" sldId="2257"/>
            <ac:cxnSpMk id="12" creationId="{B82FC5D9-37BB-40D7-BCAF-1005C3629AC3}"/>
          </ac:cxnSpMkLst>
        </pc:cxnChg>
        <pc:cxnChg chg="add mod">
          <ac:chgData name="hu yuqi" userId="979f6b19441de896" providerId="LiveId" clId="{587E6CEB-698C-48D7-BB65-DAB0880B8423}" dt="2021-08-12T11:15:32.333" v="2187" actId="1076"/>
          <ac:cxnSpMkLst>
            <pc:docMk/>
            <pc:sldMk cId="3031043620" sldId="2257"/>
            <ac:cxnSpMk id="16" creationId="{400EAE24-01DA-43B5-819F-4576B574949A}"/>
          </ac:cxnSpMkLst>
        </pc:cxnChg>
        <pc:cxnChg chg="add mod">
          <ac:chgData name="hu yuqi" userId="979f6b19441de896" providerId="LiveId" clId="{587E6CEB-698C-48D7-BB65-DAB0880B8423}" dt="2021-08-12T11:15:32.333" v="2187" actId="1076"/>
          <ac:cxnSpMkLst>
            <pc:docMk/>
            <pc:sldMk cId="3031043620" sldId="2257"/>
            <ac:cxnSpMk id="18" creationId="{5E20739B-7360-4E44-B6BF-357B815FB49D}"/>
          </ac:cxnSpMkLst>
        </pc:cxnChg>
        <pc:cxnChg chg="add mod">
          <ac:chgData name="hu yuqi" userId="979f6b19441de896" providerId="LiveId" clId="{587E6CEB-698C-48D7-BB65-DAB0880B8423}" dt="2021-08-12T11:15:32.333" v="2187" actId="1076"/>
          <ac:cxnSpMkLst>
            <pc:docMk/>
            <pc:sldMk cId="3031043620" sldId="2257"/>
            <ac:cxnSpMk id="19" creationId="{09EAD64F-CD8D-4E7F-9C5B-D44639FF7D2C}"/>
          </ac:cxnSpMkLst>
        </pc:cxnChg>
      </pc:sldChg>
      <pc:sldChg chg="addSp delSp modSp new add ord modAnim">
        <pc:chgData name="hu yuqi" userId="979f6b19441de896" providerId="LiveId" clId="{587E6CEB-698C-48D7-BB65-DAB0880B8423}" dt="2021-08-12T11:35:24.659" v="3346"/>
        <pc:sldMkLst>
          <pc:docMk/>
          <pc:sldMk cId="497284012" sldId="2258"/>
        </pc:sldMkLst>
        <pc:spChg chg="mod">
          <ac:chgData name="hu yuqi" userId="979f6b19441de896" providerId="LiveId" clId="{587E6CEB-698C-48D7-BB65-DAB0880B8423}" dt="2021-08-12T11:21:23.562" v="2623"/>
          <ac:spMkLst>
            <pc:docMk/>
            <pc:sldMk cId="497284012" sldId="2258"/>
            <ac:spMk id="2" creationId="{8EE4F2B8-CF5B-452E-AE7A-F0D30A2BB970}"/>
          </ac:spMkLst>
        </pc:spChg>
        <pc:spChg chg="del">
          <ac:chgData name="hu yuqi" userId="979f6b19441de896" providerId="LiveId" clId="{587E6CEB-698C-48D7-BB65-DAB0880B8423}" dt="2021-08-12T11:22:56.171" v="2625" actId="478"/>
          <ac:spMkLst>
            <pc:docMk/>
            <pc:sldMk cId="497284012" sldId="2258"/>
            <ac:spMk id="3" creationId="{D7C69F11-E73B-4098-A5A8-C6B5EAC3E283}"/>
          </ac:spMkLst>
        </pc:spChg>
        <pc:spChg chg="add">
          <ac:chgData name="hu yuqi" userId="979f6b19441de896" providerId="LiveId" clId="{587E6CEB-698C-48D7-BB65-DAB0880B8423}" dt="2021-08-12T11:22:54.197" v="2624"/>
          <ac:spMkLst>
            <pc:docMk/>
            <pc:sldMk cId="497284012" sldId="2258"/>
            <ac:spMk id="5" creationId="{01D6A289-640F-4CA3-9C22-0DE53FC7989F}"/>
          </ac:spMkLst>
        </pc:spChg>
        <pc:spChg chg="add">
          <ac:chgData name="hu yuqi" userId="979f6b19441de896" providerId="LiveId" clId="{587E6CEB-698C-48D7-BB65-DAB0880B8423}" dt="2021-08-12T11:22:54.197" v="2624"/>
          <ac:spMkLst>
            <pc:docMk/>
            <pc:sldMk cId="497284012" sldId="2258"/>
            <ac:spMk id="6" creationId="{53D4EA22-4BA2-458E-BDBC-8F5B399DE647}"/>
          </ac:spMkLst>
        </pc:spChg>
        <pc:spChg chg="add">
          <ac:chgData name="hu yuqi" userId="979f6b19441de896" providerId="LiveId" clId="{587E6CEB-698C-48D7-BB65-DAB0880B8423}" dt="2021-08-12T11:22:54.197" v="2624"/>
          <ac:spMkLst>
            <pc:docMk/>
            <pc:sldMk cId="497284012" sldId="2258"/>
            <ac:spMk id="7" creationId="{B06B36F0-8E72-47BC-BB32-57641CA07500}"/>
          </ac:spMkLst>
        </pc:spChg>
        <pc:spChg chg="add">
          <ac:chgData name="hu yuqi" userId="979f6b19441de896" providerId="LiveId" clId="{587E6CEB-698C-48D7-BB65-DAB0880B8423}" dt="2021-08-12T11:22:54.197" v="2624"/>
          <ac:spMkLst>
            <pc:docMk/>
            <pc:sldMk cId="497284012" sldId="2258"/>
            <ac:spMk id="8" creationId="{E01A4023-01E7-4275-AE09-12FB7251F244}"/>
          </ac:spMkLst>
        </pc:spChg>
        <pc:spChg chg="add">
          <ac:chgData name="hu yuqi" userId="979f6b19441de896" providerId="LiveId" clId="{587E6CEB-698C-48D7-BB65-DAB0880B8423}" dt="2021-08-12T11:22:54.197" v="2624"/>
          <ac:spMkLst>
            <pc:docMk/>
            <pc:sldMk cId="497284012" sldId="2258"/>
            <ac:spMk id="10" creationId="{649CFAE7-BA28-488E-B3C2-A2D72DC100B7}"/>
          </ac:spMkLst>
        </pc:spChg>
        <pc:spChg chg="add">
          <ac:chgData name="hu yuqi" userId="979f6b19441de896" providerId="LiveId" clId="{587E6CEB-698C-48D7-BB65-DAB0880B8423}" dt="2021-08-12T11:22:54.197" v="2624"/>
          <ac:spMkLst>
            <pc:docMk/>
            <pc:sldMk cId="497284012" sldId="2258"/>
            <ac:spMk id="11" creationId="{6BAFD554-52AE-4DF9-8142-BE9E71E0825F}"/>
          </ac:spMkLst>
        </pc:spChg>
        <pc:spChg chg="add">
          <ac:chgData name="hu yuqi" userId="979f6b19441de896" providerId="LiveId" clId="{587E6CEB-698C-48D7-BB65-DAB0880B8423}" dt="2021-08-12T11:22:54.197" v="2624"/>
          <ac:spMkLst>
            <pc:docMk/>
            <pc:sldMk cId="497284012" sldId="2258"/>
            <ac:spMk id="12" creationId="{9C3216BF-8E38-41F1-8914-EB61A8B2C22B}"/>
          </ac:spMkLst>
        </pc:spChg>
        <pc:spChg chg="add">
          <ac:chgData name="hu yuqi" userId="979f6b19441de896" providerId="LiveId" clId="{587E6CEB-698C-48D7-BB65-DAB0880B8423}" dt="2021-08-12T11:22:54.197" v="2624"/>
          <ac:spMkLst>
            <pc:docMk/>
            <pc:sldMk cId="497284012" sldId="2258"/>
            <ac:spMk id="14" creationId="{92BA2068-2B63-4AB5-AE18-7FB8E6B795C4}"/>
          </ac:spMkLst>
        </pc:spChg>
        <pc:spChg chg="add">
          <ac:chgData name="hu yuqi" userId="979f6b19441de896" providerId="LiveId" clId="{587E6CEB-698C-48D7-BB65-DAB0880B8423}" dt="2021-08-12T11:22:54.197" v="2624"/>
          <ac:spMkLst>
            <pc:docMk/>
            <pc:sldMk cId="497284012" sldId="2258"/>
            <ac:spMk id="16" creationId="{66FA0FA3-E8E3-479E-9B3E-E53BF7564412}"/>
          </ac:spMkLst>
        </pc:spChg>
        <pc:spChg chg="add">
          <ac:chgData name="hu yuqi" userId="979f6b19441de896" providerId="LiveId" clId="{587E6CEB-698C-48D7-BB65-DAB0880B8423}" dt="2021-08-12T11:22:54.197" v="2624"/>
          <ac:spMkLst>
            <pc:docMk/>
            <pc:sldMk cId="497284012" sldId="2258"/>
            <ac:spMk id="17" creationId="{0A87FA4C-D188-4EF9-A0FA-332430B6F8B9}"/>
          </ac:spMkLst>
        </pc:spChg>
        <pc:spChg chg="add">
          <ac:chgData name="hu yuqi" userId="979f6b19441de896" providerId="LiveId" clId="{587E6CEB-698C-48D7-BB65-DAB0880B8423}" dt="2021-08-12T11:22:54.197" v="2624"/>
          <ac:spMkLst>
            <pc:docMk/>
            <pc:sldMk cId="497284012" sldId="2258"/>
            <ac:spMk id="18" creationId="{22CDD3F2-0673-4B49-BF07-28EF76398BF1}"/>
          </ac:spMkLst>
        </pc:spChg>
        <pc:spChg chg="add">
          <ac:chgData name="hu yuqi" userId="979f6b19441de896" providerId="LiveId" clId="{587E6CEB-698C-48D7-BB65-DAB0880B8423}" dt="2021-08-12T11:22:54.197" v="2624"/>
          <ac:spMkLst>
            <pc:docMk/>
            <pc:sldMk cId="497284012" sldId="2258"/>
            <ac:spMk id="19" creationId="{1112F29A-E4E5-4A7A-9180-2B47C560E3FF}"/>
          </ac:spMkLst>
        </pc:spChg>
        <pc:spChg chg="add">
          <ac:chgData name="hu yuqi" userId="979f6b19441de896" providerId="LiveId" clId="{587E6CEB-698C-48D7-BB65-DAB0880B8423}" dt="2021-08-12T11:22:54.197" v="2624"/>
          <ac:spMkLst>
            <pc:docMk/>
            <pc:sldMk cId="497284012" sldId="2258"/>
            <ac:spMk id="20" creationId="{C12504AF-43CE-427A-8E3A-6E5F7E5948F9}"/>
          </ac:spMkLst>
        </pc:spChg>
        <pc:spChg chg="add">
          <ac:chgData name="hu yuqi" userId="979f6b19441de896" providerId="LiveId" clId="{587E6CEB-698C-48D7-BB65-DAB0880B8423}" dt="2021-08-12T11:22:54.197" v="2624"/>
          <ac:spMkLst>
            <pc:docMk/>
            <pc:sldMk cId="497284012" sldId="2258"/>
            <ac:spMk id="21" creationId="{FC37C444-B817-4240-8358-9C78F5BF4E67}"/>
          </ac:spMkLst>
        </pc:spChg>
        <pc:spChg chg="add">
          <ac:chgData name="hu yuqi" userId="979f6b19441de896" providerId="LiveId" clId="{587E6CEB-698C-48D7-BB65-DAB0880B8423}" dt="2021-08-12T11:22:54.197" v="2624"/>
          <ac:spMkLst>
            <pc:docMk/>
            <pc:sldMk cId="497284012" sldId="2258"/>
            <ac:spMk id="22" creationId="{D5BA0AA8-F568-4FDD-8229-BAE1F5C5729D}"/>
          </ac:spMkLst>
        </pc:spChg>
        <pc:spChg chg="add">
          <ac:chgData name="hu yuqi" userId="979f6b19441de896" providerId="LiveId" clId="{587E6CEB-698C-48D7-BB65-DAB0880B8423}" dt="2021-08-12T11:22:54.197" v="2624"/>
          <ac:spMkLst>
            <pc:docMk/>
            <pc:sldMk cId="497284012" sldId="2258"/>
            <ac:spMk id="26" creationId="{86270C8F-A246-4E55-9491-5FA4018FA8D6}"/>
          </ac:spMkLst>
        </pc:spChg>
        <pc:spChg chg="add">
          <ac:chgData name="hu yuqi" userId="979f6b19441de896" providerId="LiveId" clId="{587E6CEB-698C-48D7-BB65-DAB0880B8423}" dt="2021-08-12T11:22:54.197" v="2624"/>
          <ac:spMkLst>
            <pc:docMk/>
            <pc:sldMk cId="497284012" sldId="2258"/>
            <ac:spMk id="27" creationId="{22785BF9-D5C4-403B-9677-913DD0233790}"/>
          </ac:spMkLst>
        </pc:spChg>
        <pc:spChg chg="add">
          <ac:chgData name="hu yuqi" userId="979f6b19441de896" providerId="LiveId" clId="{587E6CEB-698C-48D7-BB65-DAB0880B8423}" dt="2021-08-12T11:22:54.197" v="2624"/>
          <ac:spMkLst>
            <pc:docMk/>
            <pc:sldMk cId="497284012" sldId="2258"/>
            <ac:spMk id="28" creationId="{1EC43897-9194-4034-9FA1-DA2E1E2003F3}"/>
          </ac:spMkLst>
        </pc:spChg>
        <pc:spChg chg="add">
          <ac:chgData name="hu yuqi" userId="979f6b19441de896" providerId="LiveId" clId="{587E6CEB-698C-48D7-BB65-DAB0880B8423}" dt="2021-08-12T11:22:54.197" v="2624"/>
          <ac:spMkLst>
            <pc:docMk/>
            <pc:sldMk cId="497284012" sldId="2258"/>
            <ac:spMk id="29" creationId="{7C92D7C0-00D6-4541-A426-F9C9C764CE85}"/>
          </ac:spMkLst>
        </pc:spChg>
        <pc:spChg chg="add">
          <ac:chgData name="hu yuqi" userId="979f6b19441de896" providerId="LiveId" clId="{587E6CEB-698C-48D7-BB65-DAB0880B8423}" dt="2021-08-12T11:22:54.197" v="2624"/>
          <ac:spMkLst>
            <pc:docMk/>
            <pc:sldMk cId="497284012" sldId="2258"/>
            <ac:spMk id="30" creationId="{E7DA551A-A573-4AA3-8589-CA317F8F0CA8}"/>
          </ac:spMkLst>
        </pc:spChg>
        <pc:spChg chg="add">
          <ac:chgData name="hu yuqi" userId="979f6b19441de896" providerId="LiveId" clId="{587E6CEB-698C-48D7-BB65-DAB0880B8423}" dt="2021-08-12T11:22:54.197" v="2624"/>
          <ac:spMkLst>
            <pc:docMk/>
            <pc:sldMk cId="497284012" sldId="2258"/>
            <ac:spMk id="31" creationId="{CDB52261-CD0A-4FA8-86A9-6D99BDA7530E}"/>
          </ac:spMkLst>
        </pc:spChg>
        <pc:spChg chg="add del mod">
          <ac:chgData name="hu yuqi" userId="979f6b19441de896" providerId="LiveId" clId="{587E6CEB-698C-48D7-BB65-DAB0880B8423}" dt="2021-08-12T11:23:06.168" v="2628"/>
          <ac:spMkLst>
            <pc:docMk/>
            <pc:sldMk cId="497284012" sldId="2258"/>
            <ac:spMk id="32" creationId="{EF6E9D84-5964-4A0A-A531-5B8D43D448DE}"/>
          </ac:spMkLst>
        </pc:spChg>
        <pc:spChg chg="add mod">
          <ac:chgData name="hu yuqi" userId="979f6b19441de896" providerId="LiveId" clId="{587E6CEB-698C-48D7-BB65-DAB0880B8423}" dt="2021-08-12T11:35:24.659" v="3346"/>
          <ac:spMkLst>
            <pc:docMk/>
            <pc:sldMk cId="497284012" sldId="2258"/>
            <ac:spMk id="33" creationId="{055DC2EE-73FC-4AFB-B59A-721F2EF5454B}"/>
          </ac:spMkLst>
        </pc:spChg>
        <pc:cxnChg chg="add">
          <ac:chgData name="hu yuqi" userId="979f6b19441de896" providerId="LiveId" clId="{587E6CEB-698C-48D7-BB65-DAB0880B8423}" dt="2021-08-12T11:22:54.197" v="2624"/>
          <ac:cxnSpMkLst>
            <pc:docMk/>
            <pc:sldMk cId="497284012" sldId="2258"/>
            <ac:cxnSpMk id="9" creationId="{7F7FB8F4-D3FE-4E4B-ABF9-1ABE77325C65}"/>
          </ac:cxnSpMkLst>
        </pc:cxnChg>
        <pc:cxnChg chg="add">
          <ac:chgData name="hu yuqi" userId="979f6b19441de896" providerId="LiveId" clId="{587E6CEB-698C-48D7-BB65-DAB0880B8423}" dt="2021-08-12T11:22:54.197" v="2624"/>
          <ac:cxnSpMkLst>
            <pc:docMk/>
            <pc:sldMk cId="497284012" sldId="2258"/>
            <ac:cxnSpMk id="13" creationId="{67F55E04-253D-46E9-B6AE-66480019802D}"/>
          </ac:cxnSpMkLst>
        </pc:cxnChg>
        <pc:cxnChg chg="add">
          <ac:chgData name="hu yuqi" userId="979f6b19441de896" providerId="LiveId" clId="{587E6CEB-698C-48D7-BB65-DAB0880B8423}" dt="2021-08-12T11:22:54.197" v="2624"/>
          <ac:cxnSpMkLst>
            <pc:docMk/>
            <pc:sldMk cId="497284012" sldId="2258"/>
            <ac:cxnSpMk id="15" creationId="{5EDA55CF-2122-4826-A62A-E5306F5ABA4B}"/>
          </ac:cxnSpMkLst>
        </pc:cxnChg>
        <pc:cxnChg chg="add">
          <ac:chgData name="hu yuqi" userId="979f6b19441de896" providerId="LiveId" clId="{587E6CEB-698C-48D7-BB65-DAB0880B8423}" dt="2021-08-12T11:22:54.197" v="2624"/>
          <ac:cxnSpMkLst>
            <pc:docMk/>
            <pc:sldMk cId="497284012" sldId="2258"/>
            <ac:cxnSpMk id="23" creationId="{9039714A-BD27-420C-B469-9DA32466A525}"/>
          </ac:cxnSpMkLst>
        </pc:cxnChg>
        <pc:cxnChg chg="add">
          <ac:chgData name="hu yuqi" userId="979f6b19441de896" providerId="LiveId" clId="{587E6CEB-698C-48D7-BB65-DAB0880B8423}" dt="2021-08-12T11:22:54.197" v="2624"/>
          <ac:cxnSpMkLst>
            <pc:docMk/>
            <pc:sldMk cId="497284012" sldId="2258"/>
            <ac:cxnSpMk id="24" creationId="{A6DB9665-459E-46D8-A3EF-0A3337BC98B9}"/>
          </ac:cxnSpMkLst>
        </pc:cxnChg>
        <pc:cxnChg chg="add">
          <ac:chgData name="hu yuqi" userId="979f6b19441de896" providerId="LiveId" clId="{587E6CEB-698C-48D7-BB65-DAB0880B8423}" dt="2021-08-12T11:22:54.197" v="2624"/>
          <ac:cxnSpMkLst>
            <pc:docMk/>
            <pc:sldMk cId="497284012" sldId="2258"/>
            <ac:cxnSpMk id="25" creationId="{86F79603-5E09-486E-B57F-2AD3E753B730}"/>
          </ac:cxnSpMkLst>
        </pc:cxnChg>
      </pc:sldChg>
      <pc:sldChg chg="modSp new add ord">
        <pc:chgData name="hu yuqi" userId="979f6b19441de896" providerId="LiveId" clId="{587E6CEB-698C-48D7-BB65-DAB0880B8423}" dt="2021-08-12T11:44:27.619" v="4068"/>
        <pc:sldMkLst>
          <pc:docMk/>
          <pc:sldMk cId="2726153570" sldId="2259"/>
        </pc:sldMkLst>
        <pc:spChg chg="mod">
          <ac:chgData name="hu yuqi" userId="979f6b19441de896" providerId="LiveId" clId="{587E6CEB-698C-48D7-BB65-DAB0880B8423}" dt="2021-08-12T11:37:27.622" v="3381"/>
          <ac:spMkLst>
            <pc:docMk/>
            <pc:sldMk cId="2726153570" sldId="2259"/>
            <ac:spMk id="2" creationId="{77FF80FA-8FFE-4A34-9470-FE5EF1DF5B53}"/>
          </ac:spMkLst>
        </pc:spChg>
        <pc:spChg chg="mod">
          <ac:chgData name="hu yuqi" userId="979f6b19441de896" providerId="LiveId" clId="{587E6CEB-698C-48D7-BB65-DAB0880B8423}" dt="2021-08-12T11:44:27.619" v="4068"/>
          <ac:spMkLst>
            <pc:docMk/>
            <pc:sldMk cId="2726153570" sldId="2259"/>
            <ac:spMk id="3" creationId="{F1B980BB-69FC-4BC2-84E0-CE63423485A1}"/>
          </ac:spMkLst>
        </pc:spChg>
      </pc:sldChg>
      <pc:sldChg chg="addSp delSp modSp new add ord">
        <pc:chgData name="hu yuqi" userId="979f6b19441de896" providerId="LiveId" clId="{587E6CEB-698C-48D7-BB65-DAB0880B8423}" dt="2021-08-16T09:20:29.712" v="5798" actId="1076"/>
        <pc:sldMkLst>
          <pc:docMk/>
          <pc:sldMk cId="543175694" sldId="2260"/>
        </pc:sldMkLst>
        <pc:spChg chg="mod">
          <ac:chgData name="hu yuqi" userId="979f6b19441de896" providerId="LiveId" clId="{587E6CEB-698C-48D7-BB65-DAB0880B8423}" dt="2021-08-12T11:50:06.374" v="4098"/>
          <ac:spMkLst>
            <pc:docMk/>
            <pc:sldMk cId="543175694" sldId="2260"/>
            <ac:spMk id="2" creationId="{3C0AD820-8ACC-4F29-8BBC-415F09ED990C}"/>
          </ac:spMkLst>
        </pc:spChg>
        <pc:spChg chg="mod">
          <ac:chgData name="hu yuqi" userId="979f6b19441de896" providerId="LiveId" clId="{587E6CEB-698C-48D7-BB65-DAB0880B8423}" dt="2021-08-12T11:52:58.626" v="4312" actId="27636"/>
          <ac:spMkLst>
            <pc:docMk/>
            <pc:sldMk cId="543175694" sldId="2260"/>
            <ac:spMk id="3" creationId="{BEE98264-EEC9-49DF-A78D-9D3550F3616D}"/>
          </ac:spMkLst>
        </pc:spChg>
        <pc:spChg chg="mod">
          <ac:chgData name="hu yuqi" userId="979f6b19441de896" providerId="LiveId" clId="{587E6CEB-698C-48D7-BB65-DAB0880B8423}" dt="2021-08-16T09:19:55.856" v="5676" actId="1076"/>
          <ac:spMkLst>
            <pc:docMk/>
            <pc:sldMk cId="543175694" sldId="2260"/>
            <ac:spMk id="24" creationId="{5793990C-62EB-4F7C-93E6-6B67C11571A4}"/>
          </ac:spMkLst>
        </pc:spChg>
        <pc:spChg chg="mod">
          <ac:chgData name="hu yuqi" userId="979f6b19441de896" providerId="LiveId" clId="{587E6CEB-698C-48D7-BB65-DAB0880B8423}" dt="2021-08-16T09:19:29.404" v="5607" actId="1076"/>
          <ac:spMkLst>
            <pc:docMk/>
            <pc:sldMk cId="543175694" sldId="2260"/>
            <ac:spMk id="36" creationId="{3CEB8592-162E-45CE-ACBB-7D53C9420525}"/>
          </ac:spMkLst>
        </pc:spChg>
        <pc:spChg chg="mod">
          <ac:chgData name="hu yuqi" userId="979f6b19441de896" providerId="LiveId" clId="{587E6CEB-698C-48D7-BB65-DAB0880B8423}" dt="2021-08-16T09:19:58.314" v="5690"/>
          <ac:spMkLst>
            <pc:docMk/>
            <pc:sldMk cId="543175694" sldId="2260"/>
            <ac:spMk id="48" creationId="{95AE610D-9535-4657-B5BE-6C40C9E969DA}"/>
          </ac:spMkLst>
        </pc:spChg>
        <pc:spChg chg="mod">
          <ac:chgData name="hu yuqi" userId="979f6b19441de896" providerId="LiveId" clId="{587E6CEB-698C-48D7-BB65-DAB0880B8423}" dt="2021-08-16T09:19:42.130" v="5633" actId="1076"/>
          <ac:spMkLst>
            <pc:docMk/>
            <pc:sldMk cId="543175694" sldId="2260"/>
            <ac:spMk id="51" creationId="{65E3D8AE-514A-4F56-A0B2-6DAF394D866B}"/>
          </ac:spMkLst>
        </pc:spChg>
        <pc:spChg chg="mod">
          <ac:chgData name="hu yuqi" userId="979f6b19441de896" providerId="LiveId" clId="{587E6CEB-698C-48D7-BB65-DAB0880B8423}" dt="2021-08-16T09:19:49.085" v="5659" actId="1076"/>
          <ac:spMkLst>
            <pc:docMk/>
            <pc:sldMk cId="543175694" sldId="2260"/>
            <ac:spMk id="52" creationId="{2F822431-56D9-4F74-9A62-D917B0026F3D}"/>
          </ac:spMkLst>
        </pc:spChg>
        <pc:spChg chg="mod">
          <ac:chgData name="hu yuqi" userId="979f6b19441de896" providerId="LiveId" clId="{587E6CEB-698C-48D7-BB65-DAB0880B8423}" dt="2021-08-16T09:20:29.712" v="5798" actId="1076"/>
          <ac:spMkLst>
            <pc:docMk/>
            <pc:sldMk cId="543175694" sldId="2260"/>
            <ac:spMk id="70" creationId="{84054C1B-8242-4578-A997-F4BA0D88C98A}"/>
          </ac:spMkLst>
        </pc:spChg>
        <pc:spChg chg="mod">
          <ac:chgData name="hu yuqi" userId="979f6b19441de896" providerId="LiveId" clId="{587E6CEB-698C-48D7-BB65-DAB0880B8423}" dt="2021-08-16T09:20:15.536" v="5741" actId="1076"/>
          <ac:spMkLst>
            <pc:docMk/>
            <pc:sldMk cId="543175694" sldId="2260"/>
            <ac:spMk id="82" creationId="{A203504E-98ED-4710-9141-0B60D8B8CAA9}"/>
          </ac:spMkLst>
        </pc:spChg>
        <pc:spChg chg="mod">
          <ac:chgData name="hu yuqi" userId="979f6b19441de896" providerId="LiveId" clId="{587E6CEB-698C-48D7-BB65-DAB0880B8423}" dt="2021-08-16T09:20:22.646" v="5781"/>
          <ac:spMkLst>
            <pc:docMk/>
            <pc:sldMk cId="543175694" sldId="2260"/>
            <ac:spMk id="92" creationId="{C071517A-E09A-42C4-8677-3424BAE7DA29}"/>
          </ac:spMkLst>
        </pc:spChg>
        <pc:spChg chg="mod">
          <ac:chgData name="hu yuqi" userId="979f6b19441de896" providerId="LiveId" clId="{587E6CEB-698C-48D7-BB65-DAB0880B8423}" dt="2021-08-16T09:20:07.697" v="5716" actId="1076"/>
          <ac:spMkLst>
            <pc:docMk/>
            <pc:sldMk cId="543175694" sldId="2260"/>
            <ac:spMk id="94" creationId="{66F21368-9810-492C-978B-9D06AB46EA50}"/>
          </ac:spMkLst>
        </pc:spChg>
        <pc:spChg chg="mod">
          <ac:chgData name="hu yuqi" userId="979f6b19441de896" providerId="LiveId" clId="{587E6CEB-698C-48D7-BB65-DAB0880B8423}" dt="2021-08-16T09:20:20.705" v="5767" actId="1076"/>
          <ac:spMkLst>
            <pc:docMk/>
            <pc:sldMk cId="543175694" sldId="2260"/>
            <ac:spMk id="95" creationId="{4B48A526-A0E2-45ED-9E2C-3C43FDBAA852}"/>
          </ac:spMkLst>
        </pc:spChg>
        <pc:spChg chg="mod">
          <ac:chgData name="hu yuqi" userId="979f6b19441de896" providerId="LiveId" clId="{587E6CEB-698C-48D7-BB65-DAB0880B8423}" dt="2021-08-16T09:19:13.768" v="5544"/>
          <ac:spMkLst>
            <pc:docMk/>
            <pc:sldMk cId="543175694" sldId="2260"/>
            <ac:spMk id="97" creationId="{3E9E2C6C-6259-48B5-BCF1-02B407A14472}"/>
          </ac:spMkLst>
        </pc:spChg>
        <pc:spChg chg="mod">
          <ac:chgData name="hu yuqi" userId="979f6b19441de896" providerId="LiveId" clId="{587E6CEB-698C-48D7-BB65-DAB0880B8423}" dt="2021-08-16T09:19:20.015" v="5590"/>
          <ac:spMkLst>
            <pc:docMk/>
            <pc:sldMk cId="543175694" sldId="2260"/>
            <ac:spMk id="98" creationId="{FB443D11-8D93-4386-BBAF-8508C83FEF0F}"/>
          </ac:spMkLst>
        </pc:spChg>
        <pc:grpChg chg="add mod">
          <ac:chgData name="hu yuqi" userId="979f6b19441de896" providerId="LiveId" clId="{587E6CEB-698C-48D7-BB65-DAB0880B8423}" dt="2021-08-16T09:20:29.712" v="5798" actId="1076"/>
          <ac:grpSpMkLst>
            <pc:docMk/>
            <pc:sldMk cId="543175694" sldId="2260"/>
            <ac:grpSpMk id="6" creationId="{B47AFF1D-C197-476C-8AEA-AA580FFC7D0F}"/>
          </ac:grpSpMkLst>
        </pc:grpChg>
        <pc:picChg chg="add del mod">
          <ac:chgData name="hu yuqi" userId="979f6b19441de896" providerId="LiveId" clId="{587E6CEB-698C-48D7-BB65-DAB0880B8423}" dt="2021-08-16T09:19:03.052" v="5476" actId="478"/>
          <ac:picMkLst>
            <pc:docMk/>
            <pc:sldMk cId="543175694" sldId="2260"/>
            <ac:picMk id="5" creationId="{730E04F4-B354-42F0-8B37-BB6315D7EB1A}"/>
          </ac:picMkLst>
        </pc:picChg>
      </pc:sldChg>
      <pc:sldChg chg="addSp modSp new add ord">
        <pc:chgData name="hu yuqi" userId="979f6b19441de896" providerId="LiveId" clId="{587E6CEB-698C-48D7-BB65-DAB0880B8423}" dt="2021-08-12T12:05:16.549" v="4519" actId="14100"/>
        <pc:sldMkLst>
          <pc:docMk/>
          <pc:sldMk cId="4287338712" sldId="2261"/>
        </pc:sldMkLst>
        <pc:spChg chg="mod">
          <ac:chgData name="hu yuqi" userId="979f6b19441de896" providerId="LiveId" clId="{587E6CEB-698C-48D7-BB65-DAB0880B8423}" dt="2021-08-12T12:00:44.886" v="4377"/>
          <ac:spMkLst>
            <pc:docMk/>
            <pc:sldMk cId="4287338712" sldId="2261"/>
            <ac:spMk id="2" creationId="{BCED3970-CD01-41E0-938B-9102C4A92A83}"/>
          </ac:spMkLst>
        </pc:spChg>
        <pc:spChg chg="mod">
          <ac:chgData name="hu yuqi" userId="979f6b19441de896" providerId="LiveId" clId="{587E6CEB-698C-48D7-BB65-DAB0880B8423}" dt="2021-08-12T12:05:16.549" v="4519" actId="14100"/>
          <ac:spMkLst>
            <pc:docMk/>
            <pc:sldMk cId="4287338712" sldId="2261"/>
            <ac:spMk id="3" creationId="{E22BE981-2988-4BD1-A388-FC189148AC1A}"/>
          </ac:spMkLst>
        </pc:spChg>
        <pc:spChg chg="add">
          <ac:chgData name="hu yuqi" userId="979f6b19441de896" providerId="LiveId" clId="{587E6CEB-698C-48D7-BB65-DAB0880B8423}" dt="2021-08-12T12:03:52.317" v="4378"/>
          <ac:spMkLst>
            <pc:docMk/>
            <pc:sldMk cId="4287338712" sldId="2261"/>
            <ac:spMk id="5" creationId="{9464CB13-B707-45DC-8B0B-E7C2C4A496C9}"/>
          </ac:spMkLst>
        </pc:spChg>
        <pc:spChg chg="add">
          <ac:chgData name="hu yuqi" userId="979f6b19441de896" providerId="LiveId" clId="{587E6CEB-698C-48D7-BB65-DAB0880B8423}" dt="2021-08-12T12:03:52.317" v="4378"/>
          <ac:spMkLst>
            <pc:docMk/>
            <pc:sldMk cId="4287338712" sldId="2261"/>
            <ac:spMk id="6" creationId="{AB1F8843-159E-43F4-8616-0536627EF514}"/>
          </ac:spMkLst>
        </pc:spChg>
        <pc:spChg chg="add">
          <ac:chgData name="hu yuqi" userId="979f6b19441de896" providerId="LiveId" clId="{587E6CEB-698C-48D7-BB65-DAB0880B8423}" dt="2021-08-12T12:03:52.317" v="4378"/>
          <ac:spMkLst>
            <pc:docMk/>
            <pc:sldMk cId="4287338712" sldId="2261"/>
            <ac:spMk id="7" creationId="{FDA612F2-E6E7-4FE4-891D-FC14FE76C70C}"/>
          </ac:spMkLst>
        </pc:spChg>
        <pc:spChg chg="add">
          <ac:chgData name="hu yuqi" userId="979f6b19441de896" providerId="LiveId" clId="{587E6CEB-698C-48D7-BB65-DAB0880B8423}" dt="2021-08-12T12:03:52.317" v="4378"/>
          <ac:spMkLst>
            <pc:docMk/>
            <pc:sldMk cId="4287338712" sldId="2261"/>
            <ac:spMk id="8" creationId="{6043D5E9-2CBF-49AE-80BF-53EA10BED5D2}"/>
          </ac:spMkLst>
        </pc:spChg>
        <pc:spChg chg="add">
          <ac:chgData name="hu yuqi" userId="979f6b19441de896" providerId="LiveId" clId="{587E6CEB-698C-48D7-BB65-DAB0880B8423}" dt="2021-08-12T12:03:52.317" v="4378"/>
          <ac:spMkLst>
            <pc:docMk/>
            <pc:sldMk cId="4287338712" sldId="2261"/>
            <ac:spMk id="9" creationId="{E54FBF0D-77FA-4DDE-81D1-B1C2BDC1285A}"/>
          </ac:spMkLst>
        </pc:spChg>
        <pc:spChg chg="add">
          <ac:chgData name="hu yuqi" userId="979f6b19441de896" providerId="LiveId" clId="{587E6CEB-698C-48D7-BB65-DAB0880B8423}" dt="2021-08-12T12:03:52.317" v="4378"/>
          <ac:spMkLst>
            <pc:docMk/>
            <pc:sldMk cId="4287338712" sldId="2261"/>
            <ac:spMk id="10" creationId="{D3388652-B9C2-4A3D-B2BF-FB4A034CAFD2}"/>
          </ac:spMkLst>
        </pc:spChg>
        <pc:spChg chg="add">
          <ac:chgData name="hu yuqi" userId="979f6b19441de896" providerId="LiveId" clId="{587E6CEB-698C-48D7-BB65-DAB0880B8423}" dt="2021-08-12T12:03:52.317" v="4378"/>
          <ac:spMkLst>
            <pc:docMk/>
            <pc:sldMk cId="4287338712" sldId="2261"/>
            <ac:spMk id="18" creationId="{9583E24F-BB4F-4D86-83CC-B234208B471D}"/>
          </ac:spMkLst>
        </pc:spChg>
        <pc:spChg chg="add">
          <ac:chgData name="hu yuqi" userId="979f6b19441de896" providerId="LiveId" clId="{587E6CEB-698C-48D7-BB65-DAB0880B8423}" dt="2021-08-12T12:03:52.317" v="4378"/>
          <ac:spMkLst>
            <pc:docMk/>
            <pc:sldMk cId="4287338712" sldId="2261"/>
            <ac:spMk id="19" creationId="{21C5B969-2FB2-4849-934E-21E681C795CD}"/>
          </ac:spMkLst>
        </pc:spChg>
        <pc:spChg chg="add">
          <ac:chgData name="hu yuqi" userId="979f6b19441de896" providerId="LiveId" clId="{587E6CEB-698C-48D7-BB65-DAB0880B8423}" dt="2021-08-12T12:03:52.317" v="4378"/>
          <ac:spMkLst>
            <pc:docMk/>
            <pc:sldMk cId="4287338712" sldId="2261"/>
            <ac:spMk id="20" creationId="{4349BF07-B870-4929-9929-250EA551DA30}"/>
          </ac:spMkLst>
        </pc:spChg>
        <pc:spChg chg="add">
          <ac:chgData name="hu yuqi" userId="979f6b19441de896" providerId="LiveId" clId="{587E6CEB-698C-48D7-BB65-DAB0880B8423}" dt="2021-08-12T12:03:52.317" v="4378"/>
          <ac:spMkLst>
            <pc:docMk/>
            <pc:sldMk cId="4287338712" sldId="2261"/>
            <ac:spMk id="21" creationId="{48FC05EB-ABEE-40BA-936E-1F7A58FFF62A}"/>
          </ac:spMkLst>
        </pc:spChg>
        <pc:spChg chg="add">
          <ac:chgData name="hu yuqi" userId="979f6b19441de896" providerId="LiveId" clId="{587E6CEB-698C-48D7-BB65-DAB0880B8423}" dt="2021-08-12T12:03:52.317" v="4378"/>
          <ac:spMkLst>
            <pc:docMk/>
            <pc:sldMk cId="4287338712" sldId="2261"/>
            <ac:spMk id="22" creationId="{A0594229-8BD0-4290-8057-3C3B83065303}"/>
          </ac:spMkLst>
        </pc:spChg>
        <pc:spChg chg="add">
          <ac:chgData name="hu yuqi" userId="979f6b19441de896" providerId="LiveId" clId="{587E6CEB-698C-48D7-BB65-DAB0880B8423}" dt="2021-08-12T12:03:52.317" v="4378"/>
          <ac:spMkLst>
            <pc:docMk/>
            <pc:sldMk cId="4287338712" sldId="2261"/>
            <ac:spMk id="23" creationId="{73873E49-7495-4E22-AFE4-46D2521F0979}"/>
          </ac:spMkLst>
        </pc:spChg>
        <pc:spChg chg="add">
          <ac:chgData name="hu yuqi" userId="979f6b19441de896" providerId="LiveId" clId="{587E6CEB-698C-48D7-BB65-DAB0880B8423}" dt="2021-08-12T12:03:52.317" v="4378"/>
          <ac:spMkLst>
            <pc:docMk/>
            <pc:sldMk cId="4287338712" sldId="2261"/>
            <ac:spMk id="24" creationId="{8962160C-FD30-43B1-8C67-DC6A5A1244F4}"/>
          </ac:spMkLst>
        </pc:spChg>
        <pc:spChg chg="add">
          <ac:chgData name="hu yuqi" userId="979f6b19441de896" providerId="LiveId" clId="{587E6CEB-698C-48D7-BB65-DAB0880B8423}" dt="2021-08-12T12:03:52.317" v="4378"/>
          <ac:spMkLst>
            <pc:docMk/>
            <pc:sldMk cId="4287338712" sldId="2261"/>
            <ac:spMk id="25" creationId="{FCFC3D95-EDA1-422A-A583-B70D120BFC6A}"/>
          </ac:spMkLst>
        </pc:spChg>
        <pc:spChg chg="add">
          <ac:chgData name="hu yuqi" userId="979f6b19441de896" providerId="LiveId" clId="{587E6CEB-698C-48D7-BB65-DAB0880B8423}" dt="2021-08-12T12:03:52.317" v="4378"/>
          <ac:spMkLst>
            <pc:docMk/>
            <pc:sldMk cId="4287338712" sldId="2261"/>
            <ac:spMk id="26" creationId="{2B55366B-E9A8-489D-99BB-F778BECD9D83}"/>
          </ac:spMkLst>
        </pc:spChg>
        <pc:spChg chg="add">
          <ac:chgData name="hu yuqi" userId="979f6b19441de896" providerId="LiveId" clId="{587E6CEB-698C-48D7-BB65-DAB0880B8423}" dt="2021-08-12T12:03:52.317" v="4378"/>
          <ac:spMkLst>
            <pc:docMk/>
            <pc:sldMk cId="4287338712" sldId="2261"/>
            <ac:spMk id="27" creationId="{7C5A8C98-9195-4918-B01C-7FD8EF3CC333}"/>
          </ac:spMkLst>
        </pc:spChg>
        <pc:spChg chg="add">
          <ac:chgData name="hu yuqi" userId="979f6b19441de896" providerId="LiveId" clId="{587E6CEB-698C-48D7-BB65-DAB0880B8423}" dt="2021-08-12T12:03:52.317" v="4378"/>
          <ac:spMkLst>
            <pc:docMk/>
            <pc:sldMk cId="4287338712" sldId="2261"/>
            <ac:spMk id="28" creationId="{7DA44145-FD25-42D2-9FED-7743ABB7F961}"/>
          </ac:spMkLst>
        </pc:spChg>
        <pc:spChg chg="add">
          <ac:chgData name="hu yuqi" userId="979f6b19441de896" providerId="LiveId" clId="{587E6CEB-698C-48D7-BB65-DAB0880B8423}" dt="2021-08-12T12:03:52.317" v="4378"/>
          <ac:spMkLst>
            <pc:docMk/>
            <pc:sldMk cId="4287338712" sldId="2261"/>
            <ac:spMk id="29" creationId="{8765D1CA-4B7C-4657-ABD9-18EFE139006A}"/>
          </ac:spMkLst>
        </pc:spChg>
        <pc:grpChg chg="add">
          <ac:chgData name="hu yuqi" userId="979f6b19441de896" providerId="LiveId" clId="{587E6CEB-698C-48D7-BB65-DAB0880B8423}" dt="2021-08-12T12:03:52.317" v="4378"/>
          <ac:grpSpMkLst>
            <pc:docMk/>
            <pc:sldMk cId="4287338712" sldId="2261"/>
            <ac:grpSpMk id="11" creationId="{EEBA219B-11DB-48B8-A63B-453003FCAB47}"/>
          </ac:grpSpMkLst>
        </pc:grpChg>
      </pc:sldChg>
      <pc:sldChg chg="addSp modSp new add ord">
        <pc:chgData name="hu yuqi" userId="979f6b19441de896" providerId="LiveId" clId="{587E6CEB-698C-48D7-BB65-DAB0880B8423}" dt="2021-08-12T12:18:00.864" v="4722"/>
        <pc:sldMkLst>
          <pc:docMk/>
          <pc:sldMk cId="1137229138" sldId="2262"/>
        </pc:sldMkLst>
        <pc:spChg chg="mod">
          <ac:chgData name="hu yuqi" userId="979f6b19441de896" providerId="LiveId" clId="{587E6CEB-698C-48D7-BB65-DAB0880B8423}" dt="2021-08-12T12:16:32.425" v="4578"/>
          <ac:spMkLst>
            <pc:docMk/>
            <pc:sldMk cId="1137229138" sldId="2262"/>
            <ac:spMk id="2" creationId="{51DE3DD6-D31D-4EC7-8E6A-381E1A366D65}"/>
          </ac:spMkLst>
        </pc:spChg>
        <pc:spChg chg="mod">
          <ac:chgData name="hu yuqi" userId="979f6b19441de896" providerId="LiveId" clId="{587E6CEB-698C-48D7-BB65-DAB0880B8423}" dt="2021-08-12T12:18:00.864" v="4722"/>
          <ac:spMkLst>
            <pc:docMk/>
            <pc:sldMk cId="1137229138" sldId="2262"/>
            <ac:spMk id="3" creationId="{D41E53A2-9613-425C-A1F0-C7A852EAA0C9}"/>
          </ac:spMkLst>
        </pc:spChg>
        <pc:spChg chg="add">
          <ac:chgData name="hu yuqi" userId="979f6b19441de896" providerId="LiveId" clId="{587E6CEB-698C-48D7-BB65-DAB0880B8423}" dt="2021-08-12T12:16:41.956" v="4579"/>
          <ac:spMkLst>
            <pc:docMk/>
            <pc:sldMk cId="1137229138" sldId="2262"/>
            <ac:spMk id="5" creationId="{44BC204E-E534-4353-8F14-02E9784DB9A4}"/>
          </ac:spMkLst>
        </pc:spChg>
        <pc:spChg chg="add">
          <ac:chgData name="hu yuqi" userId="979f6b19441de896" providerId="LiveId" clId="{587E6CEB-698C-48D7-BB65-DAB0880B8423}" dt="2021-08-12T12:16:41.956" v="4579"/>
          <ac:spMkLst>
            <pc:docMk/>
            <pc:sldMk cId="1137229138" sldId="2262"/>
            <ac:spMk id="6" creationId="{794AEA94-5DE1-46B2-B49E-42926EF08C97}"/>
          </ac:spMkLst>
        </pc:spChg>
        <pc:spChg chg="add">
          <ac:chgData name="hu yuqi" userId="979f6b19441de896" providerId="LiveId" clId="{587E6CEB-698C-48D7-BB65-DAB0880B8423}" dt="2021-08-12T12:16:41.956" v="4579"/>
          <ac:spMkLst>
            <pc:docMk/>
            <pc:sldMk cId="1137229138" sldId="2262"/>
            <ac:spMk id="7" creationId="{53609C31-FB86-42BC-92A4-388AC568FF70}"/>
          </ac:spMkLst>
        </pc:spChg>
        <pc:spChg chg="add">
          <ac:chgData name="hu yuqi" userId="979f6b19441de896" providerId="LiveId" clId="{587E6CEB-698C-48D7-BB65-DAB0880B8423}" dt="2021-08-12T12:16:41.956" v="4579"/>
          <ac:spMkLst>
            <pc:docMk/>
            <pc:sldMk cId="1137229138" sldId="2262"/>
            <ac:spMk id="8" creationId="{D1BCA857-FBD7-4557-B7CF-DCB97E65C7A1}"/>
          </ac:spMkLst>
        </pc:spChg>
        <pc:spChg chg="add">
          <ac:chgData name="hu yuqi" userId="979f6b19441de896" providerId="LiveId" clId="{587E6CEB-698C-48D7-BB65-DAB0880B8423}" dt="2021-08-12T12:16:41.956" v="4579"/>
          <ac:spMkLst>
            <pc:docMk/>
            <pc:sldMk cId="1137229138" sldId="2262"/>
            <ac:spMk id="9" creationId="{C339BCAD-6813-4296-B6C2-0DE477F860D6}"/>
          </ac:spMkLst>
        </pc:spChg>
        <pc:spChg chg="add">
          <ac:chgData name="hu yuqi" userId="979f6b19441de896" providerId="LiveId" clId="{587E6CEB-698C-48D7-BB65-DAB0880B8423}" dt="2021-08-12T12:16:41.956" v="4579"/>
          <ac:spMkLst>
            <pc:docMk/>
            <pc:sldMk cId="1137229138" sldId="2262"/>
            <ac:spMk id="10" creationId="{A69887A3-FB9F-4B77-B49C-E30B44F72C38}"/>
          </ac:spMkLst>
        </pc:spChg>
        <pc:spChg chg="add">
          <ac:chgData name="hu yuqi" userId="979f6b19441de896" providerId="LiveId" clId="{587E6CEB-698C-48D7-BB65-DAB0880B8423}" dt="2021-08-12T12:16:41.956" v="4579"/>
          <ac:spMkLst>
            <pc:docMk/>
            <pc:sldMk cId="1137229138" sldId="2262"/>
            <ac:spMk id="18" creationId="{AEDA75C8-3CCE-46FC-AE7C-EE7D35A98F47}"/>
          </ac:spMkLst>
        </pc:spChg>
        <pc:spChg chg="add">
          <ac:chgData name="hu yuqi" userId="979f6b19441de896" providerId="LiveId" clId="{587E6CEB-698C-48D7-BB65-DAB0880B8423}" dt="2021-08-12T12:16:41.956" v="4579"/>
          <ac:spMkLst>
            <pc:docMk/>
            <pc:sldMk cId="1137229138" sldId="2262"/>
            <ac:spMk id="19" creationId="{951239EB-A691-4569-A3DD-1867A198F7DA}"/>
          </ac:spMkLst>
        </pc:spChg>
        <pc:spChg chg="add">
          <ac:chgData name="hu yuqi" userId="979f6b19441de896" providerId="LiveId" clId="{587E6CEB-698C-48D7-BB65-DAB0880B8423}" dt="2021-08-12T12:16:41.956" v="4579"/>
          <ac:spMkLst>
            <pc:docMk/>
            <pc:sldMk cId="1137229138" sldId="2262"/>
            <ac:spMk id="20" creationId="{8E42AB78-3F20-4837-BA96-EB45E9EB6515}"/>
          </ac:spMkLst>
        </pc:spChg>
        <pc:spChg chg="add">
          <ac:chgData name="hu yuqi" userId="979f6b19441de896" providerId="LiveId" clId="{587E6CEB-698C-48D7-BB65-DAB0880B8423}" dt="2021-08-12T12:16:41.956" v="4579"/>
          <ac:spMkLst>
            <pc:docMk/>
            <pc:sldMk cId="1137229138" sldId="2262"/>
            <ac:spMk id="21" creationId="{94A130ED-B1B9-43CE-85CF-7E21AE316686}"/>
          </ac:spMkLst>
        </pc:spChg>
        <pc:spChg chg="add">
          <ac:chgData name="hu yuqi" userId="979f6b19441de896" providerId="LiveId" clId="{587E6CEB-698C-48D7-BB65-DAB0880B8423}" dt="2021-08-12T12:16:41.956" v="4579"/>
          <ac:spMkLst>
            <pc:docMk/>
            <pc:sldMk cId="1137229138" sldId="2262"/>
            <ac:spMk id="22" creationId="{EDAF4678-7E35-4096-9896-6351F93A0977}"/>
          </ac:spMkLst>
        </pc:spChg>
        <pc:spChg chg="add">
          <ac:chgData name="hu yuqi" userId="979f6b19441de896" providerId="LiveId" clId="{587E6CEB-698C-48D7-BB65-DAB0880B8423}" dt="2021-08-12T12:16:41.956" v="4579"/>
          <ac:spMkLst>
            <pc:docMk/>
            <pc:sldMk cId="1137229138" sldId="2262"/>
            <ac:spMk id="23" creationId="{5F939EE3-18A3-487E-80E0-DB7EAF03CA90}"/>
          </ac:spMkLst>
        </pc:spChg>
        <pc:spChg chg="add">
          <ac:chgData name="hu yuqi" userId="979f6b19441de896" providerId="LiveId" clId="{587E6CEB-698C-48D7-BB65-DAB0880B8423}" dt="2021-08-12T12:16:41.956" v="4579"/>
          <ac:spMkLst>
            <pc:docMk/>
            <pc:sldMk cId="1137229138" sldId="2262"/>
            <ac:spMk id="24" creationId="{6ACCB5F3-E941-4CA4-AF9F-5ECF1C6F4B26}"/>
          </ac:spMkLst>
        </pc:spChg>
        <pc:spChg chg="add">
          <ac:chgData name="hu yuqi" userId="979f6b19441de896" providerId="LiveId" clId="{587E6CEB-698C-48D7-BB65-DAB0880B8423}" dt="2021-08-12T12:16:41.956" v="4579"/>
          <ac:spMkLst>
            <pc:docMk/>
            <pc:sldMk cId="1137229138" sldId="2262"/>
            <ac:spMk id="25" creationId="{5ED81E1F-C803-44F3-A61C-56613055ED4B}"/>
          </ac:spMkLst>
        </pc:spChg>
        <pc:spChg chg="add">
          <ac:chgData name="hu yuqi" userId="979f6b19441de896" providerId="LiveId" clId="{587E6CEB-698C-48D7-BB65-DAB0880B8423}" dt="2021-08-12T12:16:41.956" v="4579"/>
          <ac:spMkLst>
            <pc:docMk/>
            <pc:sldMk cId="1137229138" sldId="2262"/>
            <ac:spMk id="26" creationId="{50CAEE4E-6E2C-4F07-8FE9-208A2C46BD36}"/>
          </ac:spMkLst>
        </pc:spChg>
        <pc:spChg chg="add">
          <ac:chgData name="hu yuqi" userId="979f6b19441de896" providerId="LiveId" clId="{587E6CEB-698C-48D7-BB65-DAB0880B8423}" dt="2021-08-12T12:16:41.956" v="4579"/>
          <ac:spMkLst>
            <pc:docMk/>
            <pc:sldMk cId="1137229138" sldId="2262"/>
            <ac:spMk id="27" creationId="{8537F9BE-6942-4E0A-A8AD-59510350AC66}"/>
          </ac:spMkLst>
        </pc:spChg>
        <pc:spChg chg="add">
          <ac:chgData name="hu yuqi" userId="979f6b19441de896" providerId="LiveId" clId="{587E6CEB-698C-48D7-BB65-DAB0880B8423}" dt="2021-08-12T12:16:41.956" v="4579"/>
          <ac:spMkLst>
            <pc:docMk/>
            <pc:sldMk cId="1137229138" sldId="2262"/>
            <ac:spMk id="28" creationId="{5A78A9EA-4BFF-4AC0-82F7-BD023C22A640}"/>
          </ac:spMkLst>
        </pc:spChg>
        <pc:spChg chg="add">
          <ac:chgData name="hu yuqi" userId="979f6b19441de896" providerId="LiveId" clId="{587E6CEB-698C-48D7-BB65-DAB0880B8423}" dt="2021-08-12T12:16:41.956" v="4579"/>
          <ac:spMkLst>
            <pc:docMk/>
            <pc:sldMk cId="1137229138" sldId="2262"/>
            <ac:spMk id="29" creationId="{9C08DFD1-4830-4718-89FE-90CBD22EF59B}"/>
          </ac:spMkLst>
        </pc:spChg>
        <pc:grpChg chg="add">
          <ac:chgData name="hu yuqi" userId="979f6b19441de896" providerId="LiveId" clId="{587E6CEB-698C-48D7-BB65-DAB0880B8423}" dt="2021-08-12T12:16:41.956" v="4579"/>
          <ac:grpSpMkLst>
            <pc:docMk/>
            <pc:sldMk cId="1137229138" sldId="2262"/>
            <ac:grpSpMk id="11" creationId="{F513AECD-E174-46FC-A4C5-6E349846D60D}"/>
          </ac:grpSpMkLst>
        </pc:grpChg>
      </pc:sldChg>
      <pc:sldChg chg="addSp modSp new add ord">
        <pc:chgData name="hu yuqi" userId="979f6b19441de896" providerId="LiveId" clId="{587E6CEB-698C-48D7-BB65-DAB0880B8423}" dt="2021-08-12T12:19:14.441" v="5029" actId="14100"/>
        <pc:sldMkLst>
          <pc:docMk/>
          <pc:sldMk cId="1358541884" sldId="2263"/>
        </pc:sldMkLst>
        <pc:spChg chg="mod">
          <ac:chgData name="hu yuqi" userId="979f6b19441de896" providerId="LiveId" clId="{587E6CEB-698C-48D7-BB65-DAB0880B8423}" dt="2021-08-12T12:18:17.841" v="4770"/>
          <ac:spMkLst>
            <pc:docMk/>
            <pc:sldMk cId="1358541884" sldId="2263"/>
            <ac:spMk id="2" creationId="{3A0FE017-A6C7-4FB4-B7DE-22D20B6B6C64}"/>
          </ac:spMkLst>
        </pc:spChg>
        <pc:spChg chg="mod">
          <ac:chgData name="hu yuqi" userId="979f6b19441de896" providerId="LiveId" clId="{587E6CEB-698C-48D7-BB65-DAB0880B8423}" dt="2021-08-12T12:19:14.441" v="5029" actId="14100"/>
          <ac:spMkLst>
            <pc:docMk/>
            <pc:sldMk cId="1358541884" sldId="2263"/>
            <ac:spMk id="3" creationId="{1896CCFE-7E6B-4AB8-B57F-29CFCF3F17FB}"/>
          </ac:spMkLst>
        </pc:spChg>
        <pc:spChg chg="add">
          <ac:chgData name="hu yuqi" userId="979f6b19441de896" providerId="LiveId" clId="{587E6CEB-698C-48D7-BB65-DAB0880B8423}" dt="2021-08-12T12:18:23.232" v="4771"/>
          <ac:spMkLst>
            <pc:docMk/>
            <pc:sldMk cId="1358541884" sldId="2263"/>
            <ac:spMk id="5" creationId="{BEB3DD3F-6C93-4348-A9C9-A5534DB92142}"/>
          </ac:spMkLst>
        </pc:spChg>
        <pc:spChg chg="add">
          <ac:chgData name="hu yuqi" userId="979f6b19441de896" providerId="LiveId" clId="{587E6CEB-698C-48D7-BB65-DAB0880B8423}" dt="2021-08-12T12:18:23.232" v="4771"/>
          <ac:spMkLst>
            <pc:docMk/>
            <pc:sldMk cId="1358541884" sldId="2263"/>
            <ac:spMk id="6" creationId="{6F6E86BE-7699-4EA4-AFAA-E5C73E125464}"/>
          </ac:spMkLst>
        </pc:spChg>
        <pc:spChg chg="add">
          <ac:chgData name="hu yuqi" userId="979f6b19441de896" providerId="LiveId" clId="{587E6CEB-698C-48D7-BB65-DAB0880B8423}" dt="2021-08-12T12:18:23.232" v="4771"/>
          <ac:spMkLst>
            <pc:docMk/>
            <pc:sldMk cId="1358541884" sldId="2263"/>
            <ac:spMk id="7" creationId="{27101CFF-C460-4A5D-9246-104CB3FD9620}"/>
          </ac:spMkLst>
        </pc:spChg>
        <pc:spChg chg="add">
          <ac:chgData name="hu yuqi" userId="979f6b19441de896" providerId="LiveId" clId="{587E6CEB-698C-48D7-BB65-DAB0880B8423}" dt="2021-08-12T12:18:23.232" v="4771"/>
          <ac:spMkLst>
            <pc:docMk/>
            <pc:sldMk cId="1358541884" sldId="2263"/>
            <ac:spMk id="8" creationId="{7EC4ECEF-2FC7-4FE5-9424-E189E21963D6}"/>
          </ac:spMkLst>
        </pc:spChg>
        <pc:spChg chg="add">
          <ac:chgData name="hu yuqi" userId="979f6b19441de896" providerId="LiveId" clId="{587E6CEB-698C-48D7-BB65-DAB0880B8423}" dt="2021-08-12T12:18:23.232" v="4771"/>
          <ac:spMkLst>
            <pc:docMk/>
            <pc:sldMk cId="1358541884" sldId="2263"/>
            <ac:spMk id="9" creationId="{B23A128D-67EE-407F-B3FD-72C6E2ADC28E}"/>
          </ac:spMkLst>
        </pc:spChg>
        <pc:spChg chg="add">
          <ac:chgData name="hu yuqi" userId="979f6b19441de896" providerId="LiveId" clId="{587E6CEB-698C-48D7-BB65-DAB0880B8423}" dt="2021-08-12T12:18:23.232" v="4771"/>
          <ac:spMkLst>
            <pc:docMk/>
            <pc:sldMk cId="1358541884" sldId="2263"/>
            <ac:spMk id="10" creationId="{4CB9356B-6877-48F2-9902-DAB86E92D933}"/>
          </ac:spMkLst>
        </pc:spChg>
        <pc:spChg chg="add">
          <ac:chgData name="hu yuqi" userId="979f6b19441de896" providerId="LiveId" clId="{587E6CEB-698C-48D7-BB65-DAB0880B8423}" dt="2021-08-12T12:18:23.232" v="4771"/>
          <ac:spMkLst>
            <pc:docMk/>
            <pc:sldMk cId="1358541884" sldId="2263"/>
            <ac:spMk id="18" creationId="{6923E4DB-1612-4E96-9424-9F967A3AF53A}"/>
          </ac:spMkLst>
        </pc:spChg>
        <pc:spChg chg="add">
          <ac:chgData name="hu yuqi" userId="979f6b19441de896" providerId="LiveId" clId="{587E6CEB-698C-48D7-BB65-DAB0880B8423}" dt="2021-08-12T12:18:23.232" v="4771"/>
          <ac:spMkLst>
            <pc:docMk/>
            <pc:sldMk cId="1358541884" sldId="2263"/>
            <ac:spMk id="19" creationId="{7C2275F2-2FBC-4ABD-BCF2-51E28E7AE629}"/>
          </ac:spMkLst>
        </pc:spChg>
        <pc:spChg chg="add">
          <ac:chgData name="hu yuqi" userId="979f6b19441de896" providerId="LiveId" clId="{587E6CEB-698C-48D7-BB65-DAB0880B8423}" dt="2021-08-12T12:18:23.232" v="4771"/>
          <ac:spMkLst>
            <pc:docMk/>
            <pc:sldMk cId="1358541884" sldId="2263"/>
            <ac:spMk id="20" creationId="{2519E0B9-EA42-4A81-8A9B-DF239B742E16}"/>
          </ac:spMkLst>
        </pc:spChg>
        <pc:spChg chg="add">
          <ac:chgData name="hu yuqi" userId="979f6b19441de896" providerId="LiveId" clId="{587E6CEB-698C-48D7-BB65-DAB0880B8423}" dt="2021-08-12T12:18:23.232" v="4771"/>
          <ac:spMkLst>
            <pc:docMk/>
            <pc:sldMk cId="1358541884" sldId="2263"/>
            <ac:spMk id="21" creationId="{AF3CAF29-00C0-448C-B55B-3C61958D4D40}"/>
          </ac:spMkLst>
        </pc:spChg>
        <pc:spChg chg="add">
          <ac:chgData name="hu yuqi" userId="979f6b19441de896" providerId="LiveId" clId="{587E6CEB-698C-48D7-BB65-DAB0880B8423}" dt="2021-08-12T12:18:23.232" v="4771"/>
          <ac:spMkLst>
            <pc:docMk/>
            <pc:sldMk cId="1358541884" sldId="2263"/>
            <ac:spMk id="22" creationId="{5ACFBB7A-FBF2-4816-8971-D48284FB7396}"/>
          </ac:spMkLst>
        </pc:spChg>
        <pc:spChg chg="add">
          <ac:chgData name="hu yuqi" userId="979f6b19441de896" providerId="LiveId" clId="{587E6CEB-698C-48D7-BB65-DAB0880B8423}" dt="2021-08-12T12:18:23.232" v="4771"/>
          <ac:spMkLst>
            <pc:docMk/>
            <pc:sldMk cId="1358541884" sldId="2263"/>
            <ac:spMk id="23" creationId="{F35C9207-A229-49FC-91C1-5B88A4622435}"/>
          </ac:spMkLst>
        </pc:spChg>
        <pc:spChg chg="add">
          <ac:chgData name="hu yuqi" userId="979f6b19441de896" providerId="LiveId" clId="{587E6CEB-698C-48D7-BB65-DAB0880B8423}" dt="2021-08-12T12:18:23.232" v="4771"/>
          <ac:spMkLst>
            <pc:docMk/>
            <pc:sldMk cId="1358541884" sldId="2263"/>
            <ac:spMk id="24" creationId="{085CE31B-B8D4-4241-A525-231101DCFAC8}"/>
          </ac:spMkLst>
        </pc:spChg>
        <pc:spChg chg="add">
          <ac:chgData name="hu yuqi" userId="979f6b19441de896" providerId="LiveId" clId="{587E6CEB-698C-48D7-BB65-DAB0880B8423}" dt="2021-08-12T12:18:23.232" v="4771"/>
          <ac:spMkLst>
            <pc:docMk/>
            <pc:sldMk cId="1358541884" sldId="2263"/>
            <ac:spMk id="25" creationId="{3102428D-7A36-4A45-A1B1-DD27878FE2F7}"/>
          </ac:spMkLst>
        </pc:spChg>
        <pc:spChg chg="add">
          <ac:chgData name="hu yuqi" userId="979f6b19441de896" providerId="LiveId" clId="{587E6CEB-698C-48D7-BB65-DAB0880B8423}" dt="2021-08-12T12:18:23.232" v="4771"/>
          <ac:spMkLst>
            <pc:docMk/>
            <pc:sldMk cId="1358541884" sldId="2263"/>
            <ac:spMk id="26" creationId="{A1480820-B1CB-4694-9850-04DB06EF899D}"/>
          </ac:spMkLst>
        </pc:spChg>
        <pc:spChg chg="add">
          <ac:chgData name="hu yuqi" userId="979f6b19441de896" providerId="LiveId" clId="{587E6CEB-698C-48D7-BB65-DAB0880B8423}" dt="2021-08-12T12:18:23.232" v="4771"/>
          <ac:spMkLst>
            <pc:docMk/>
            <pc:sldMk cId="1358541884" sldId="2263"/>
            <ac:spMk id="27" creationId="{0810C4FD-FFEC-4DD9-8905-11B87E95BBD6}"/>
          </ac:spMkLst>
        </pc:spChg>
        <pc:spChg chg="add">
          <ac:chgData name="hu yuqi" userId="979f6b19441de896" providerId="LiveId" clId="{587E6CEB-698C-48D7-BB65-DAB0880B8423}" dt="2021-08-12T12:18:23.232" v="4771"/>
          <ac:spMkLst>
            <pc:docMk/>
            <pc:sldMk cId="1358541884" sldId="2263"/>
            <ac:spMk id="28" creationId="{8B3C34DB-F1F1-452D-831D-173BEBDA0915}"/>
          </ac:spMkLst>
        </pc:spChg>
        <pc:spChg chg="add">
          <ac:chgData name="hu yuqi" userId="979f6b19441de896" providerId="LiveId" clId="{587E6CEB-698C-48D7-BB65-DAB0880B8423}" dt="2021-08-12T12:18:23.232" v="4771"/>
          <ac:spMkLst>
            <pc:docMk/>
            <pc:sldMk cId="1358541884" sldId="2263"/>
            <ac:spMk id="29" creationId="{A353FE8B-36BC-43A9-8E8E-0E84F856FE3E}"/>
          </ac:spMkLst>
        </pc:spChg>
        <pc:grpChg chg="add">
          <ac:chgData name="hu yuqi" userId="979f6b19441de896" providerId="LiveId" clId="{587E6CEB-698C-48D7-BB65-DAB0880B8423}" dt="2021-08-12T12:18:23.232" v="4771"/>
          <ac:grpSpMkLst>
            <pc:docMk/>
            <pc:sldMk cId="1358541884" sldId="2263"/>
            <ac:grpSpMk id="11" creationId="{F783CE7A-BCE5-4A98-B700-8C671F6D6A43}"/>
          </ac:grpSpMkLst>
        </pc:gr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2022/3/1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2022/3/1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79826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24065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pPr/>
              <a:t>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70596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02853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13769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 </a:t>
            </a:r>
            <a:r>
              <a:rPr lang="en-US" altLang="zh-CN" dirty="0" err="1"/>
              <a:t>sharabilty</a:t>
            </a:r>
            <a:r>
              <a:rPr lang="en-US" altLang="zh-CN" dirty="0"/>
              <a:t> is set in the descriptor in the AArch64 translation tables, it is controlled by a combination of the lower attributes and the memory type.  Device and non-cacheable memory is treated as being outer shareable.  </a:t>
            </a:r>
          </a:p>
          <a:p>
            <a:r>
              <a:rPr lang="en-US" altLang="zh-CN" dirty="0"/>
              <a:t>For normal cacheable memory; in the lower attributes of the block descriptor you have a 2 bit shareability field SH[1:0]:</a:t>
            </a:r>
          </a:p>
          <a:p>
            <a:r>
              <a:rPr lang="en-US" altLang="zh-CN" dirty="0"/>
              <a:t>00 Non-shareable</a:t>
            </a:r>
          </a:p>
          <a:p>
            <a:r>
              <a:rPr lang="en-US" altLang="zh-CN" dirty="0"/>
              <a:t>01 UNPREDICTABLE</a:t>
            </a:r>
          </a:p>
          <a:p>
            <a:r>
              <a:rPr lang="en-US" altLang="zh-CN" dirty="0"/>
              <a:t>10 Outer Shareable</a:t>
            </a:r>
          </a:p>
          <a:p>
            <a:r>
              <a:rPr lang="en-US" altLang="zh-CN" dirty="0"/>
              <a:t>11 Inner Shareable</a:t>
            </a:r>
          </a:p>
          <a:p>
            <a:r>
              <a:rPr lang="en-US" altLang="zh-CN" dirty="0"/>
              <a:t>SH is bits [9:8] of the descriptor.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33212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7" name="Rectangle 7">
            <a:extLst>
              <a:ext uri="{FF2B5EF4-FFF2-40B4-BE49-F238E27FC236}">
                <a16:creationId xmlns:a16="http://schemas.microsoft.com/office/drawing/2014/main" id="{81547C15-E69A-C84D-A812-AAD0C0B557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E378C99C-CCD2-4949-8B3A-3E2B9BE0233A}" type="slidenum">
              <a:rPr lang="zh-CN" altLang="en-US" sz="1200" b="0" smtClean="0">
                <a:latin typeface="Times New Roman" panose="02020603050405020304" pitchFamily="18" charset="0"/>
              </a:rPr>
              <a:pPr/>
              <a:t>42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98658" name="Rectangle 2">
            <a:extLst>
              <a:ext uri="{FF2B5EF4-FFF2-40B4-BE49-F238E27FC236}">
                <a16:creationId xmlns:a16="http://schemas.microsoft.com/office/drawing/2014/main" id="{90271328-E44D-E544-BDBA-20365BFC58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8659" name="Rectangle 3">
            <a:extLst>
              <a:ext uri="{FF2B5EF4-FFF2-40B4-BE49-F238E27FC236}">
                <a16:creationId xmlns:a16="http://schemas.microsoft.com/office/drawing/2014/main" id="{62E0C450-A9E4-2D4E-B84C-292D03DBF4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PXNTable, XNTable, APTable, NSTable: These bits are used for hierarchical control. For example, if PXNTable bit is set to 1, the PXN bit is treated as 1 in all subsequent levels of lookup, regardless of the actual value of the bit.</a:t>
            </a:r>
          </a:p>
          <a:p>
            <a:pPr>
              <a:lnSpc>
                <a:spcPct val="90000"/>
              </a:lnSpc>
            </a:pPr>
            <a:endParaRPr lang="en-US" altLang="zh-CN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99159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/>
              <a:t>IS: Inner Shareable</a:t>
            </a:r>
          </a:p>
          <a:p>
            <a:endParaRPr kumimoji="1" lang="zh-CN" altLang="en-US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22410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6929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ext Box 1">
            <a:extLst>
              <a:ext uri="{FF2B5EF4-FFF2-40B4-BE49-F238E27FC236}">
                <a16:creationId xmlns:a16="http://schemas.microsoft.com/office/drawing/2014/main" id="{7D14A6D0-1822-5543-AE15-6081FD7835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692150"/>
            <a:ext cx="4484688" cy="34178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6492" tIns="43246" rIns="86492" bIns="43246" anchor="ctr"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6B928C03-E852-294D-AA82-B1D054E2F8AA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zh-CN" altLang="en-US" sz="1600" baseline="0" dirty="0"/>
              <a:t>因为段的数量比页要少很多，通常每一段都有相同的属性，比如只读、可执行等等，可简化管理</a:t>
            </a:r>
            <a:endParaRPr lang="en-US" altLang="zh-CN" sz="1600" baseline="0" dirty="0"/>
          </a:p>
        </p:txBody>
      </p:sp>
    </p:spTree>
    <p:extLst>
      <p:ext uri="{BB962C8B-B14F-4D97-AF65-F5344CB8AC3E}">
        <p14:creationId xmlns:p14="http://schemas.microsoft.com/office/powerpoint/2010/main" val="8428029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可以不用</a:t>
            </a:r>
            <a:r>
              <a:rPr kumimoji="1" lang="en-US" altLang="zh-CN" dirty="0"/>
              <a:t>VMA</a:t>
            </a:r>
            <a:r>
              <a:rPr kumimoji="1" lang="zh-CN" altLang="en-US" dirty="0"/>
              <a:t>，因为页表记录了完整的映射，没有页表则表示没有映射。但</a:t>
            </a:r>
            <a:r>
              <a:rPr kumimoji="1" lang="en-US" altLang="zh-CN" dirty="0"/>
              <a:t>VMA</a:t>
            </a:r>
            <a:r>
              <a:rPr kumimoji="1" lang="zh-CN" altLang="en-US" dirty="0"/>
              <a:t>还是可以提高速度，比遍历页表更快。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01321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用</a:t>
            </a:r>
            <a:r>
              <a:rPr kumimoji="1" lang="en-US" altLang="zh-CN" dirty="0"/>
              <a:t>VMA</a:t>
            </a:r>
            <a:r>
              <a:rPr kumimoji="1" lang="zh-CN" altLang="en-US" dirty="0"/>
              <a:t>来区分。第一种，不在</a:t>
            </a:r>
            <a:r>
              <a:rPr kumimoji="1" lang="en-US" altLang="zh-CN" dirty="0"/>
              <a:t>VMA</a:t>
            </a:r>
            <a:r>
              <a:rPr kumimoji="1" lang="zh-CN" altLang="en-US" dirty="0"/>
              <a:t>区域；第二种和第三种，在</a:t>
            </a:r>
            <a:r>
              <a:rPr kumimoji="1" lang="en-US" altLang="zh-CN" dirty="0"/>
              <a:t>VMA</a:t>
            </a:r>
            <a:r>
              <a:rPr kumimoji="1" lang="zh-CN" altLang="en-US" dirty="0"/>
              <a:t>区域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区分后两种的思路是：</a:t>
            </a:r>
            <a:endParaRPr kumimoji="1" lang="en-US" altLang="zh-CN" dirty="0"/>
          </a:p>
          <a:p>
            <a:r>
              <a:rPr kumimoji="1" lang="en-US" altLang="zh-CN" dirty="0"/>
              <a:t>1</a:t>
            </a:r>
            <a:r>
              <a:rPr kumimoji="1" lang="zh-CN" altLang="en-US" dirty="0"/>
              <a:t>、记住有哪些页被换出，比如</a:t>
            </a:r>
            <a:r>
              <a:rPr kumimoji="1" lang="en" altLang="zh-CN" dirty="0"/>
              <a:t>hash</a:t>
            </a:r>
            <a:r>
              <a:rPr kumimoji="1" lang="zh-CN" altLang="en-US" dirty="0"/>
              <a:t>表可以解决。</a:t>
            </a:r>
          </a:p>
          <a:p>
            <a:r>
              <a:rPr kumimoji="1" lang="en-US" altLang="zh-CN" dirty="0"/>
              <a:t>2</a:t>
            </a:r>
            <a:r>
              <a:rPr kumimoji="1" lang="zh-CN" altLang="en-US" dirty="0"/>
              <a:t>、更简单的方法：通过页表项某些位是否为</a:t>
            </a:r>
            <a:r>
              <a:rPr kumimoji="1" lang="en" altLang="zh-CN" dirty="0"/>
              <a:t>NULL</a:t>
            </a:r>
            <a:r>
              <a:rPr kumimoji="1" lang="zh-CN" altLang="en-US" dirty="0"/>
              <a:t>进行区分。（</a:t>
            </a:r>
            <a:r>
              <a:rPr kumimoji="1" lang="en" altLang="zh-CN" dirty="0"/>
              <a:t>OS</a:t>
            </a:r>
            <a:r>
              <a:rPr kumimoji="1" lang="zh-CN" altLang="en-US" dirty="0"/>
              <a:t>自己定义规则：</a:t>
            </a:r>
            <a:r>
              <a:rPr kumimoji="1" lang="en" altLang="zh-CN" dirty="0"/>
              <a:t>NULL</a:t>
            </a:r>
            <a:r>
              <a:rPr kumimoji="1" lang="zh-CN" altLang="en-US" dirty="0"/>
              <a:t>代表非法，非</a:t>
            </a:r>
            <a:r>
              <a:rPr kumimoji="1" lang="en" altLang="zh-CN" dirty="0"/>
              <a:t>NULL</a:t>
            </a:r>
            <a:r>
              <a:rPr kumimoji="1" lang="zh-CN" altLang="en-US" dirty="0"/>
              <a:t>代表</a:t>
            </a:r>
            <a:r>
              <a:rPr kumimoji="1" lang="en" altLang="zh-CN" dirty="0"/>
              <a:t>swap</a:t>
            </a:r>
            <a:r>
              <a:rPr kumimoji="1" lang="zh-CN" altLang="en" dirty="0"/>
              <a:t>）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8916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调用</a:t>
            </a:r>
            <a:r>
              <a:rPr lang="en-US" altLang="zh-CN" dirty="0" err="1"/>
              <a:t>mmap</a:t>
            </a:r>
            <a:r>
              <a:rPr lang="zh-CN" altLang="en-US" dirty="0"/>
              <a:t>映射文件时，内核中会为</a:t>
            </a:r>
            <a:r>
              <a:rPr lang="en-US" altLang="zh-CN" dirty="0" err="1"/>
              <a:t>mmap</a:t>
            </a:r>
            <a:r>
              <a:rPr lang="zh-CN" altLang="en-US" dirty="0"/>
              <a:t>的区域创建一个</a:t>
            </a:r>
            <a:r>
              <a:rPr lang="en-US" altLang="zh-CN" dirty="0" err="1"/>
              <a:t>vma</a:t>
            </a:r>
            <a:r>
              <a:rPr lang="zh-CN" altLang="en-US" dirty="0"/>
              <a:t>，并且将对应标识文件的内核对象</a:t>
            </a:r>
            <a:r>
              <a:rPr lang="en-US" altLang="zh-CN" dirty="0"/>
              <a:t>V-NODE</a:t>
            </a:r>
            <a:r>
              <a:rPr lang="zh-CN" altLang="en-US" dirty="0"/>
              <a:t>与这个</a:t>
            </a:r>
            <a:r>
              <a:rPr lang="en-US" altLang="zh-CN" dirty="0" err="1"/>
              <a:t>vma</a:t>
            </a:r>
            <a:r>
              <a:rPr lang="zh-CN" altLang="en-US" dirty="0"/>
              <a:t>绑定。此时这块区域的页表中并没有对应任何物理页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5490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3000" dirty="0"/>
              <a:t>当访问这块内存时，会触发 </a:t>
            </a:r>
            <a:r>
              <a:rPr lang="en-US" altLang="zh-CN" sz="3000" dirty="0"/>
              <a:t>page fault</a:t>
            </a:r>
            <a:r>
              <a:rPr lang="zh-CN" altLang="en-US" sz="3000" dirty="0"/>
              <a:t>，内核会检查 </a:t>
            </a:r>
            <a:r>
              <a:rPr lang="en-US" altLang="zh-CN" sz="3000" dirty="0"/>
              <a:t>fault </a:t>
            </a:r>
            <a:r>
              <a:rPr lang="zh-CN" altLang="en-US" sz="3000" dirty="0"/>
              <a:t>地址，发现其对应的 </a:t>
            </a:r>
            <a:r>
              <a:rPr lang="en-US" altLang="zh-CN" sz="3000" dirty="0" err="1"/>
              <a:t>vma</a:t>
            </a:r>
            <a:r>
              <a:rPr lang="en-US" altLang="zh-CN" sz="3000" dirty="0"/>
              <a:t> </a:t>
            </a:r>
            <a:r>
              <a:rPr lang="zh-CN" altLang="en-US" sz="3000" dirty="0"/>
              <a:t>绑定了一个 </a:t>
            </a:r>
            <a:r>
              <a:rPr lang="en-US" altLang="zh-CN" sz="3000" dirty="0"/>
              <a:t>v-node</a:t>
            </a:r>
            <a:r>
              <a:rPr lang="zh-CN" altLang="en-US" sz="3000" dirty="0"/>
              <a:t>，就会从磁盘读取对应的页内容到页缓存，并将页缓存与用户地址空间的内容映射到同一个物理页。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22266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对于</a:t>
            </a:r>
            <a:r>
              <a:rPr lang="en-US" altLang="zh-CN" dirty="0" err="1"/>
              <a:t>mmap</a:t>
            </a:r>
            <a:r>
              <a:rPr lang="zh-CN" altLang="en-US" dirty="0"/>
              <a:t>内存区域的写会直接修改页缓存中的内容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02924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当文件被关闭或调用</a:t>
            </a:r>
            <a:r>
              <a:rPr lang="en-US" altLang="zh-CN" dirty="0" err="1"/>
              <a:t>msync</a:t>
            </a:r>
            <a:r>
              <a:rPr lang="zh-CN" altLang="en-US" dirty="0"/>
              <a:t>时，页缓存中修改的数据会被刷会磁盘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8047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问</a:t>
            </a:r>
            <a:r>
              <a:rPr kumimoji="1" lang="en-US" altLang="zh-CN" dirty="0"/>
              <a:t>-1</a:t>
            </a:r>
            <a:r>
              <a:rPr kumimoji="1" lang="zh-CN" altLang="en-US" dirty="0"/>
              <a:t>：初始值为</a:t>
            </a:r>
            <a:r>
              <a:rPr kumimoji="1" lang="en-US" altLang="zh-CN" dirty="0"/>
              <a:t>0</a:t>
            </a:r>
          </a:p>
          <a:p>
            <a:r>
              <a:rPr kumimoji="1" lang="zh-CN" altLang="en-US" dirty="0"/>
              <a:t>问</a:t>
            </a:r>
            <a:r>
              <a:rPr kumimoji="1" lang="en-US" altLang="zh-CN" dirty="0"/>
              <a:t>-2</a:t>
            </a:r>
            <a:r>
              <a:rPr kumimoji="1" lang="zh-CN" altLang="en-US" dirty="0"/>
              <a:t>：可以不需要，但性能会变差，</a:t>
            </a:r>
            <a:r>
              <a:rPr kumimoji="1" lang="en-US" altLang="zh-CN" dirty="0"/>
              <a:t>VMA</a:t>
            </a:r>
            <a:r>
              <a:rPr kumimoji="1" lang="zh-CN" altLang="en-US" dirty="0"/>
              <a:t>查找更方便</a:t>
            </a:r>
            <a:endParaRPr kumimoji="1" lang="en-US" altLang="zh-CN" dirty="0"/>
          </a:p>
          <a:p>
            <a:r>
              <a:rPr kumimoji="1" lang="zh-CN" altLang="en-US" dirty="0"/>
              <a:t>问</a:t>
            </a:r>
            <a:r>
              <a:rPr kumimoji="1" lang="en-US" altLang="zh-CN" dirty="0"/>
              <a:t>-3</a:t>
            </a:r>
            <a:r>
              <a:rPr kumimoji="1" lang="zh-CN" altLang="en-US" dirty="0"/>
              <a:t>：可以通过网络，不需要磁盘，实现无盘工作站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09873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压缩可以更快，但释放的内存会更少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95758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大数据的场景，更少的</a:t>
            </a:r>
            <a:r>
              <a:rPr kumimoji="1" lang="en-US" altLang="zh-CN" dirty="0"/>
              <a:t>TLB</a:t>
            </a:r>
            <a:r>
              <a:rPr kumimoji="1" lang="zh-CN" altLang="en-US" dirty="0"/>
              <a:t> </a:t>
            </a:r>
            <a:r>
              <a:rPr kumimoji="1" lang="en-US" altLang="zh-CN" dirty="0"/>
              <a:t>miss</a:t>
            </a:r>
          </a:p>
          <a:p>
            <a:r>
              <a:rPr kumimoji="1" lang="zh-CN" altLang="en-US" dirty="0"/>
              <a:t>如果只用物理内存，不适合多用户，适合单用户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90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59396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1">
            <a:extLst>
              <a:ext uri="{FF2B5EF4-FFF2-40B4-BE49-F238E27FC236}">
                <a16:creationId xmlns:a16="http://schemas.microsoft.com/office/drawing/2014/main" id="{8DF75386-4732-824C-90A2-D3BB7CF3A4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692150"/>
            <a:ext cx="4484688" cy="34178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6492" tIns="43246" rIns="86492" bIns="43246" anchor="ctr"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endParaRPr lang="en-US" altLang="zh-CN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2F810B90-A01A-2044-AAD4-9C97F4252D51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92865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ext Box 1">
            <a:extLst>
              <a:ext uri="{FF2B5EF4-FFF2-40B4-BE49-F238E27FC236}">
                <a16:creationId xmlns:a16="http://schemas.microsoft.com/office/drawing/2014/main" id="{49C365E9-3B51-904C-BE3C-23DA35BE11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692150"/>
            <a:ext cx="4484688" cy="34178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6492" tIns="43246" rIns="86492" bIns="43246" anchor="ctr"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0B0668A5-3725-1547-9264-0C2DC19A3DDE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15679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1">
            <a:extLst>
              <a:ext uri="{FF2B5EF4-FFF2-40B4-BE49-F238E27FC236}">
                <a16:creationId xmlns:a16="http://schemas.microsoft.com/office/drawing/2014/main" id="{BFC398F0-F413-7B4A-B705-25EA6C8B1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692150"/>
            <a:ext cx="4484688" cy="34178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6492" tIns="43246" rIns="86492" bIns="43246" anchor="ctr"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C9AA40D8-5155-2D49-BF4A-7248A231EE96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28789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1">
            <a:extLst>
              <a:ext uri="{FF2B5EF4-FFF2-40B4-BE49-F238E27FC236}">
                <a16:creationId xmlns:a16="http://schemas.microsoft.com/office/drawing/2014/main" id="{BFC398F0-F413-7B4A-B705-25EA6C8B1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692150"/>
            <a:ext cx="4484688" cy="34178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6492" tIns="43246" rIns="86492" bIns="43246" anchor="ctr"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C9AA40D8-5155-2D49-BF4A-7248A231EE96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32780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ext Box 1">
            <a:extLst>
              <a:ext uri="{FF2B5EF4-FFF2-40B4-BE49-F238E27FC236}">
                <a16:creationId xmlns:a16="http://schemas.microsoft.com/office/drawing/2014/main" id="{D8567DDF-2247-5445-8C82-3BA267D297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692150"/>
            <a:ext cx="4484688" cy="34178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6492" tIns="43246" rIns="86492" bIns="43246" anchor="ctr"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CB73589B-CF5D-2D4B-B3EF-47BC4DBEFA3B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30520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1">
            <a:extLst>
              <a:ext uri="{FF2B5EF4-FFF2-40B4-BE49-F238E27FC236}">
                <a16:creationId xmlns:a16="http://schemas.microsoft.com/office/drawing/2014/main" id="{356C17B0-D258-2843-AA37-786700CF0D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692150"/>
            <a:ext cx="4484688" cy="34178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6492" tIns="43246" rIns="86492" bIns="43246" anchor="ctr"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C02054A0-35B5-0A4A-886F-94332FC4D2C3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en-US" altLang="zh-CN" dirty="0"/>
              <a:t>supervisor</a:t>
            </a:r>
          </a:p>
        </p:txBody>
      </p:sp>
    </p:spTree>
    <p:extLst>
      <p:ext uri="{BB962C8B-B14F-4D97-AF65-F5344CB8AC3E}">
        <p14:creationId xmlns:p14="http://schemas.microsoft.com/office/powerpoint/2010/main" val="2160270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ext Box 1">
            <a:extLst>
              <a:ext uri="{FF2B5EF4-FFF2-40B4-BE49-F238E27FC236}">
                <a16:creationId xmlns:a16="http://schemas.microsoft.com/office/drawing/2014/main" id="{39C48D1D-18EE-CC4A-8B8F-5ED7EF843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692150"/>
            <a:ext cx="4484688" cy="34178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6492" tIns="43246" rIns="86492" bIns="43246" anchor="ctr"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ED48E99E-DEB5-804F-9232-8C0466049021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7164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sz="4800" dirty="0"/>
              <a:t>虚拟内存管理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上海交通大学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www.sjtu.edu.cn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SE3357-1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 </a:t>
            </a: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·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 操作系统（</a:t>
            </a: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2022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春）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896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版权声明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 dirty="0"/>
              <a:t>本内容版权归</a:t>
            </a:r>
            <a:r>
              <a:rPr lang="zh-CN" altLang="en-US" sz="2000" dirty="0"/>
              <a:t>上海交通大学并行与分布式系统研究所</a:t>
            </a:r>
            <a:r>
              <a:rPr lang="zh-CN" altLang="en-US" sz="2000" b="0" dirty="0"/>
              <a:t>所有</a:t>
            </a:r>
            <a:endParaRPr lang="en-US" altLang="zh-CN" sz="2000" b="0" dirty="0"/>
          </a:p>
          <a:p>
            <a:r>
              <a:rPr lang="zh-CN" altLang="en-US" sz="2000" b="0" dirty="0"/>
              <a:t>使用者可以将全部或部分本内容免费用于非商业用途</a:t>
            </a:r>
            <a:endParaRPr lang="en-US" altLang="zh-CN" sz="2000" b="0" dirty="0"/>
          </a:p>
          <a:p>
            <a:r>
              <a:rPr lang="zh-CN" altLang="en-US" sz="2000" b="0" dirty="0"/>
              <a:t>使用者在使用全部或部分本内容时请注明来源</a:t>
            </a:r>
            <a:endParaRPr lang="en-US" altLang="zh-CN" sz="2000" b="0" dirty="0"/>
          </a:p>
          <a:p>
            <a:pPr lvl="1"/>
            <a:r>
              <a:rPr lang="zh-CN" altLang="en-US" sz="1600"/>
              <a:t>资</a:t>
            </a:r>
            <a:r>
              <a:rPr lang="zh-CN" altLang="en-US" sz="1600" b="0"/>
              <a:t>料</a:t>
            </a:r>
            <a:r>
              <a:rPr lang="zh-CN" altLang="en-US" sz="1600" b="0" dirty="0"/>
              <a:t>来自</a:t>
            </a:r>
            <a:r>
              <a:rPr lang="zh-CN" altLang="en-US" sz="1600" dirty="0"/>
              <a:t>上海交通大学并行与分布式系统研究所</a:t>
            </a:r>
            <a:r>
              <a:rPr lang="en-US" altLang="zh-CN" sz="1600" dirty="0"/>
              <a:t>+</a:t>
            </a:r>
            <a:r>
              <a:rPr lang="zh-CN" altLang="en-US" sz="1600" dirty="0"/>
              <a:t>材料名字</a:t>
            </a:r>
            <a:endParaRPr lang="en-US" altLang="zh-CN" sz="1600" b="0" dirty="0"/>
          </a:p>
          <a:p>
            <a:r>
              <a:rPr lang="zh-CN" altLang="en-US" sz="2000" b="0" dirty="0"/>
              <a:t>对于不遵守此声明或者其他违法使用本内容者，将依法保留追究权</a:t>
            </a:r>
            <a:endParaRPr lang="en-US" altLang="zh-CN" sz="2000" b="0" dirty="0"/>
          </a:p>
          <a:p>
            <a:r>
              <a:rPr lang="zh-CN" altLang="en-US" sz="2000" b="0" dirty="0"/>
              <a:t>本内容的发布采用 </a:t>
            </a:r>
            <a:r>
              <a:rPr lang="en-US" altLang="zh-CN" sz="2000" b="0" dirty="0"/>
              <a:t>Creative Commons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Attribution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4.0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License</a:t>
            </a:r>
            <a:endParaRPr lang="en-US" altLang="zh-CN" sz="2400" b="0" dirty="0"/>
          </a:p>
          <a:p>
            <a:pPr lvl="1"/>
            <a:r>
              <a:rPr lang="zh-CN" altLang="en-US" sz="1600" dirty="0"/>
              <a:t>完整文本：</a:t>
            </a:r>
            <a:r>
              <a:rPr lang="en-US" altLang="zh-CN" sz="1600" dirty="0">
                <a:hlinkClick r:id="rId2"/>
              </a:rPr>
              <a:t>https://creativecommons.org/licenses/by/4.0/legalcode</a:t>
            </a:r>
            <a:endParaRPr lang="en-US" altLang="zh-CN" sz="1800" b="0" dirty="0"/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800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D8A152-CC50-F24D-A8B5-978548987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Recap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FADFDD-DF78-684C-A34E-F40A657A0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05707B-EF33-884B-8BD3-11BB3ACBD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2138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67" dirty="0"/>
              <a:t>Recap: </a:t>
            </a:r>
            <a:r>
              <a:rPr kumimoji="1" lang="en-US" altLang="zh-CN" sz="3667" dirty="0" err="1"/>
              <a:t>FlexSC</a:t>
            </a:r>
            <a:endParaRPr kumimoji="1" lang="zh-CN" altLang="en-US" sz="3667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647" y="1657368"/>
            <a:ext cx="6360707" cy="319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173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E1AB71C-A4D2-A641-AC32-5AF3886F9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929" y="260277"/>
            <a:ext cx="6624141" cy="547732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747D06D-0457-904F-BD52-7AEBCD793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0"/>
            <a:ext cx="8229600" cy="900442"/>
          </a:xfrm>
        </p:spPr>
        <p:txBody>
          <a:bodyPr/>
          <a:lstStyle/>
          <a:p>
            <a:r>
              <a:rPr kumimoji="1" lang="en-US" altLang="zh-CN" dirty="0"/>
              <a:t>Recap: </a:t>
            </a:r>
            <a:r>
              <a:rPr kumimoji="1" lang="zh-CN" altLang="en-US" dirty="0"/>
              <a:t>启动时的内存布局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8B521F-0025-BC41-837C-52120DA80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312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B052BC-D8ED-0741-92AE-BD0497BAE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030" y="228866"/>
            <a:ext cx="4267769" cy="90044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/>
              <a:t>Recap: </a:t>
            </a:r>
            <a:r>
              <a:rPr kumimoji="1" lang="en-US" altLang="zh-CN" dirty="0" err="1"/>
              <a:t>Syscall</a:t>
            </a:r>
            <a:r>
              <a:rPr kumimoji="1" lang="en-US" altLang="zh-CN" dirty="0"/>
              <a:t> Table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570794-9F1B-B14C-8E01-7F72A000A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42E16B-4265-3440-99E6-133FB66EC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5A4E87F-A273-704F-A673-84C12BB54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2244"/>
            <a:ext cx="4059064" cy="5715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359DB21-77B9-5547-9FBB-ED472A446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031" y="1417340"/>
            <a:ext cx="4532305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101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FAD54B-61C6-F84C-8DC0-7E5772CC8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内核启动前：</a:t>
            </a:r>
            <a:r>
              <a:rPr kumimoji="1" lang="en-US" altLang="zh-CN" dirty="0"/>
              <a:t>BIOS</a:t>
            </a:r>
            <a:r>
              <a:rPr kumimoji="1" lang="zh-CN" altLang="en-US" dirty="0"/>
              <a:t>的作用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DF74B9-0441-AD44-B0DC-81BD042556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24A091-481C-E84B-8535-494987105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8411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CBE98B-DAFA-2548-8318-C801B3752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从计算机上电到内核开始运行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22EC99-C5CE-5640-ABA3-931EF3377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kumimoji="1" lang="zh-CN" altLang="en-US" sz="1800" dirty="0"/>
              <a:t>上电后，开始执行</a:t>
            </a:r>
            <a:r>
              <a:rPr kumimoji="1" lang="en-US" altLang="zh-CN" sz="1800" dirty="0"/>
              <a:t>BIOS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ROM</a:t>
            </a:r>
            <a:r>
              <a:rPr kumimoji="1" lang="zh-CN" altLang="en-US" sz="1800" dirty="0"/>
              <a:t>中的代码</a:t>
            </a:r>
            <a:endParaRPr kumimoji="1" lang="en-US" altLang="zh-CN" sz="1800" dirty="0"/>
          </a:p>
          <a:p>
            <a:pPr marL="857250" lvl="1" indent="-457200"/>
            <a:r>
              <a:rPr kumimoji="1" lang="zh-CN" altLang="en-US" sz="1600" dirty="0"/>
              <a:t>自检（</a:t>
            </a:r>
            <a:r>
              <a:rPr kumimoji="1" lang="en-US" altLang="zh-CN" sz="1600" dirty="0"/>
              <a:t>POST: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Power-On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Self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Test</a:t>
            </a:r>
            <a:r>
              <a:rPr kumimoji="1" lang="zh-CN" altLang="en-US" sz="1600" dirty="0"/>
              <a:t>）</a:t>
            </a:r>
            <a:endParaRPr kumimoji="1" lang="en-US" altLang="zh-CN" sz="1600" dirty="0"/>
          </a:p>
          <a:p>
            <a:pPr marL="857250" lvl="1" indent="-457200"/>
            <a:r>
              <a:rPr kumimoji="1" lang="zh-CN" altLang="en-US" sz="1600" dirty="0"/>
              <a:t>找到第一个可启动设备（如第一块磁盘）</a:t>
            </a:r>
            <a:endParaRPr kumimoji="1" lang="en-US" altLang="zh-CN" sz="1600" dirty="0"/>
          </a:p>
          <a:p>
            <a:pPr marL="857250" lvl="1" indent="-457200"/>
            <a:r>
              <a:rPr kumimoji="1" lang="zh-CN" altLang="en-US" sz="1600" dirty="0"/>
              <a:t>将可启动设备的第一个块（</a:t>
            </a:r>
            <a:r>
              <a:rPr kumimoji="1" lang="en-US" altLang="zh-CN" sz="1600" dirty="0"/>
              <a:t>512</a:t>
            </a:r>
            <a:r>
              <a:rPr kumimoji="1" lang="zh-CN" altLang="en-US" sz="1600" dirty="0"/>
              <a:t>字节，即</a:t>
            </a:r>
            <a:r>
              <a:rPr kumimoji="1" lang="en-US" altLang="zh-CN" sz="1600" dirty="0"/>
              <a:t>MBR</a:t>
            </a:r>
            <a:r>
              <a:rPr kumimoji="1" lang="zh-CN" altLang="en-US" sz="1600" dirty="0"/>
              <a:t>）加载到内存</a:t>
            </a:r>
            <a:r>
              <a:rPr kumimoji="1" lang="en-US" altLang="zh-CN" sz="1600" dirty="0"/>
              <a:t>0x7c00</a:t>
            </a:r>
            <a:r>
              <a:rPr kumimoji="1" lang="zh-CN" altLang="en-US" sz="1600" dirty="0"/>
              <a:t>中</a:t>
            </a:r>
            <a:endParaRPr kumimoji="1" lang="en-US" altLang="zh-CN" sz="1200" dirty="0"/>
          </a:p>
          <a:p>
            <a:pPr marL="857250" lvl="1" indent="-457200"/>
            <a:r>
              <a:rPr kumimoji="1" lang="zh-CN" altLang="en-US" sz="1600" dirty="0"/>
              <a:t>跳转到</a:t>
            </a:r>
            <a:r>
              <a:rPr kumimoji="1" lang="en-US" altLang="zh-CN" sz="1600" dirty="0"/>
              <a:t>bootloader</a:t>
            </a:r>
            <a:r>
              <a:rPr kumimoji="1" lang="zh-CN" altLang="en-US" sz="1600" dirty="0"/>
              <a:t>的内存地址（物理地址</a:t>
            </a:r>
            <a:r>
              <a:rPr kumimoji="1" lang="en-US" altLang="zh-CN" sz="1600" dirty="0"/>
              <a:t>0x7c00</a:t>
            </a:r>
            <a:r>
              <a:rPr kumimoji="1" lang="zh-CN" altLang="en-US" sz="1600" dirty="0"/>
              <a:t>）并继续执行</a:t>
            </a:r>
            <a:endParaRPr kumimoji="1" lang="en-US" altLang="zh-CN" sz="1600" dirty="0"/>
          </a:p>
          <a:p>
            <a:pPr marL="457200" indent="-457200">
              <a:buFont typeface="+mj-lt"/>
              <a:buAutoNum type="arabicPeriod"/>
            </a:pPr>
            <a:r>
              <a:rPr kumimoji="1" lang="en-US" altLang="zh-CN" sz="1800" dirty="0"/>
              <a:t>bootloader</a:t>
            </a:r>
            <a:r>
              <a:rPr kumimoji="1" lang="zh-CN" altLang="en-US" sz="1800" dirty="0"/>
              <a:t>开始执行</a:t>
            </a:r>
            <a:endParaRPr kumimoji="1" lang="en-US" altLang="zh-CN" sz="1800" dirty="0"/>
          </a:p>
          <a:p>
            <a:pPr marL="857250" lvl="1" indent="-457200"/>
            <a:r>
              <a:rPr kumimoji="1" lang="zh-CN" altLang="en-US" sz="1600" dirty="0"/>
              <a:t>将内核的二进制文件从启动设备加载到内存中</a:t>
            </a:r>
            <a:endParaRPr kumimoji="1" lang="en-US" altLang="zh-CN" sz="1600" dirty="0"/>
          </a:p>
          <a:p>
            <a:pPr marL="857250" lvl="1" indent="-457200"/>
            <a:r>
              <a:rPr kumimoji="1" lang="zh-CN" altLang="en-US" sz="1600" dirty="0"/>
              <a:t>若内核文件是压缩包，则对其进行解压</a:t>
            </a:r>
            <a:endParaRPr kumimoji="1" lang="en-US" altLang="zh-CN" sz="1600" dirty="0"/>
          </a:p>
          <a:p>
            <a:pPr marL="857250" lvl="1" indent="-457200"/>
            <a:r>
              <a:rPr kumimoji="1" lang="zh-CN" altLang="en-US" sz="1600" dirty="0"/>
              <a:t>跳转到（解压后的）内核加载地址（物理地址）并继续执行</a:t>
            </a:r>
            <a:endParaRPr kumimoji="1" lang="en-US" altLang="zh-CN" sz="1600" dirty="0"/>
          </a:p>
          <a:p>
            <a:pPr marL="457200" indent="-457200">
              <a:buFont typeface="+mj-lt"/>
              <a:buAutoNum type="arabicPeriod"/>
            </a:pPr>
            <a:r>
              <a:rPr kumimoji="1" lang="zh-CN" altLang="en-US" sz="1800" dirty="0"/>
              <a:t>内核代码开始执行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35E554-88D7-4446-B227-289B7C3E0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1026" name="Picture 2" descr="PC Computer Boot BIOS POST Beep Codes – Find Thingy">
            <a:extLst>
              <a:ext uri="{FF2B5EF4-FFF2-40B4-BE49-F238E27FC236}">
                <a16:creationId xmlns:a16="http://schemas.microsoft.com/office/drawing/2014/main" id="{C72FEFA6-1DBC-9746-9929-BA69768CB2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679087"/>
            <a:ext cx="2132753" cy="1599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9241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F4DF8C-4FA7-7243-9EDD-061706440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BIOS</a:t>
            </a:r>
            <a:r>
              <a:rPr kumimoji="1" lang="zh-CN" altLang="en-US" dirty="0"/>
              <a:t> </a:t>
            </a:r>
            <a:r>
              <a:rPr kumimoji="1" lang="en-US" altLang="zh-CN" sz="2800" dirty="0"/>
              <a:t>(Basic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Input/Output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System)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A66A75-412E-D44E-92E2-7513C400D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00263"/>
          </a:xfrm>
        </p:spPr>
        <p:txBody>
          <a:bodyPr>
            <a:normAutofit/>
          </a:bodyPr>
          <a:lstStyle/>
          <a:p>
            <a:r>
              <a:rPr kumimoji="1" lang="zh-CN" altLang="en-US" sz="1800" dirty="0"/>
              <a:t>什么是</a:t>
            </a:r>
            <a:r>
              <a:rPr kumimoji="1" lang="en-US" altLang="zh-CN" sz="1800" dirty="0"/>
              <a:t>BIOS</a:t>
            </a:r>
            <a:r>
              <a:rPr kumimoji="1" lang="zh-CN" altLang="en-US" sz="1800" dirty="0"/>
              <a:t>？</a:t>
            </a:r>
            <a:endParaRPr kumimoji="1" lang="en-US" altLang="zh-CN" sz="1800" dirty="0"/>
          </a:p>
          <a:p>
            <a:pPr lvl="1"/>
            <a:r>
              <a:rPr kumimoji="1" lang="en-US" altLang="zh-CN" sz="1600" dirty="0"/>
              <a:t>1981</a:t>
            </a:r>
            <a:r>
              <a:rPr kumimoji="1" lang="zh-CN" altLang="en-US" sz="1600" dirty="0"/>
              <a:t>年</a:t>
            </a:r>
            <a:r>
              <a:rPr kumimoji="1" lang="en-US" altLang="zh-CN" sz="1600" dirty="0"/>
              <a:t>8</a:t>
            </a:r>
            <a:r>
              <a:rPr kumimoji="1" lang="zh-CN" altLang="en-US" sz="1600" dirty="0"/>
              <a:t>月，</a:t>
            </a:r>
            <a:r>
              <a:rPr kumimoji="1" lang="en-US" altLang="zh-CN" sz="1600" dirty="0"/>
              <a:t>IBM</a:t>
            </a:r>
            <a:r>
              <a:rPr kumimoji="1" lang="zh-CN" altLang="en-US" sz="1600" dirty="0"/>
              <a:t>生产了第一台个人电脑</a:t>
            </a:r>
            <a:r>
              <a:rPr kumimoji="1" lang="en-US" altLang="zh-CN" sz="1600" dirty="0"/>
              <a:t>PC 5150</a:t>
            </a:r>
            <a:r>
              <a:rPr kumimoji="1" lang="zh-CN" altLang="en-US" sz="1600" dirty="0"/>
              <a:t>，引入</a:t>
            </a:r>
            <a:r>
              <a:rPr kumimoji="1" lang="en-US" altLang="zh-CN" sz="1600" dirty="0"/>
              <a:t>BIOS</a:t>
            </a:r>
          </a:p>
          <a:p>
            <a:pPr lvl="1"/>
            <a:r>
              <a:rPr kumimoji="1" lang="en-US" altLang="zh-CN" sz="1600" dirty="0"/>
              <a:t>BIOS</a:t>
            </a:r>
            <a:r>
              <a:rPr kumimoji="1" lang="zh-CN" altLang="en-US" sz="1600" dirty="0"/>
              <a:t>通常保存在主板的只读内存（</a:t>
            </a:r>
            <a:r>
              <a:rPr kumimoji="1" lang="en-US" altLang="zh-CN" sz="1600" dirty="0"/>
              <a:t>ROM</a:t>
            </a:r>
            <a:r>
              <a:rPr kumimoji="1" lang="zh-CN" altLang="en-US" sz="1600" dirty="0"/>
              <a:t>）中</a:t>
            </a:r>
            <a:endParaRPr kumimoji="1" lang="en-US" altLang="zh-CN" sz="1600" dirty="0"/>
          </a:p>
          <a:p>
            <a:pPr lvl="1"/>
            <a:r>
              <a:rPr kumimoji="1" lang="en-US" altLang="zh-CN" sz="1600" dirty="0"/>
              <a:t>ROM</a:t>
            </a:r>
            <a:r>
              <a:rPr kumimoji="1" lang="zh-CN" altLang="en-US" sz="1600" dirty="0"/>
              <a:t>仅仅是存储，没有执行能力</a:t>
            </a:r>
            <a:endParaRPr kumimoji="1" lang="en-US" altLang="zh-CN" sz="1600" dirty="0"/>
          </a:p>
          <a:p>
            <a:r>
              <a:rPr kumimoji="1" lang="en-US" altLang="zh-CN" sz="1800" dirty="0"/>
              <a:t>CPU</a:t>
            </a:r>
            <a:r>
              <a:rPr kumimoji="1" lang="zh-CN" altLang="en-US" sz="1800" dirty="0"/>
              <a:t>负责执行</a:t>
            </a:r>
            <a:r>
              <a:rPr kumimoji="1" lang="en-US" altLang="zh-CN" sz="1800" dirty="0"/>
              <a:t>BIOS</a:t>
            </a:r>
          </a:p>
          <a:p>
            <a:pPr lvl="1"/>
            <a:r>
              <a:rPr kumimoji="1" lang="en-US" altLang="zh-CN" sz="1600" dirty="0"/>
              <a:t>x86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CPU</a:t>
            </a:r>
            <a:r>
              <a:rPr kumimoji="1" lang="zh-CN" altLang="en-US" sz="1600" dirty="0"/>
              <a:t>在</a:t>
            </a:r>
            <a:r>
              <a:rPr kumimoji="1" lang="en-US" altLang="zh-CN" sz="1600" dirty="0"/>
              <a:t>reset</a:t>
            </a:r>
            <a:r>
              <a:rPr kumimoji="1" lang="zh-CN" altLang="en-US" sz="1600" dirty="0"/>
              <a:t>后，</a:t>
            </a:r>
            <a:r>
              <a:rPr kumimoji="1" lang="en-US" altLang="zh-CN" sz="1600" dirty="0"/>
              <a:t>PC</a:t>
            </a:r>
            <a:r>
              <a:rPr kumimoji="1" lang="zh-CN" altLang="en-US" sz="1600" dirty="0"/>
              <a:t>固定指向</a:t>
            </a:r>
            <a:r>
              <a:rPr kumimoji="1" lang="en" altLang="zh-CN" sz="1600" dirty="0"/>
              <a:t>0xFFFF0</a:t>
            </a:r>
          </a:p>
          <a:p>
            <a:pPr lvl="1"/>
            <a:r>
              <a:rPr kumimoji="1" lang="en-US" altLang="zh-CN" sz="1600" dirty="0"/>
              <a:t>0xFFFF0</a:t>
            </a:r>
            <a:r>
              <a:rPr kumimoji="1" lang="zh-CN" altLang="en-US" sz="1600" dirty="0"/>
              <a:t>这个地址，就是</a:t>
            </a:r>
            <a:r>
              <a:rPr kumimoji="1" lang="en-US" altLang="zh-CN" sz="1600" dirty="0"/>
              <a:t>BIOS</a:t>
            </a:r>
            <a:r>
              <a:rPr kumimoji="1" lang="zh-CN" altLang="en-US" sz="1600" dirty="0"/>
              <a:t>的物理地址</a:t>
            </a:r>
            <a:endParaRPr kumimoji="1" lang="en-US" altLang="zh-CN" sz="1600" dirty="0"/>
          </a:p>
          <a:p>
            <a:r>
              <a:rPr kumimoji="1" lang="zh-CN" altLang="en-US" sz="1800" dirty="0"/>
              <a:t>在许多嵌入式设备中并没有</a:t>
            </a:r>
            <a:r>
              <a:rPr kumimoji="1" lang="en-US" altLang="zh-CN" sz="1800" dirty="0"/>
              <a:t>BIOS</a:t>
            </a:r>
          </a:p>
          <a:p>
            <a:pPr lvl="1"/>
            <a:r>
              <a:rPr kumimoji="1" lang="zh-CN" altLang="en-US" sz="1600" dirty="0"/>
              <a:t>如：许多嵌入式</a:t>
            </a:r>
            <a:r>
              <a:rPr kumimoji="1" lang="en-US" altLang="zh-CN" sz="1600" dirty="0"/>
              <a:t>ARM</a:t>
            </a:r>
            <a:r>
              <a:rPr kumimoji="1" lang="zh-CN" altLang="en-US" sz="1600" dirty="0"/>
              <a:t>设备（但</a:t>
            </a:r>
            <a:r>
              <a:rPr kumimoji="1" lang="en-US" altLang="zh-CN" sz="1600" dirty="0"/>
              <a:t>ARM</a:t>
            </a:r>
            <a:r>
              <a:rPr kumimoji="1" lang="zh-CN" altLang="en-US" sz="1600" dirty="0"/>
              <a:t>服务器有</a:t>
            </a:r>
            <a:r>
              <a:rPr kumimoji="1" lang="en-US" altLang="zh-CN" sz="1600" dirty="0"/>
              <a:t>BIOS</a:t>
            </a:r>
            <a:r>
              <a:rPr kumimoji="1" lang="zh-CN" altLang="en-US" sz="1600" dirty="0"/>
              <a:t>）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原因：设备简单 </a:t>
            </a:r>
            <a:r>
              <a:rPr kumimoji="1" lang="en-US" altLang="zh-CN" sz="1600" dirty="0"/>
              <a:t>&amp;</a:t>
            </a:r>
            <a:r>
              <a:rPr kumimoji="1" lang="zh-CN" altLang="en-US" sz="1600" dirty="0"/>
              <a:t> 减少成本</a:t>
            </a:r>
            <a:endParaRPr kumimoji="1" lang="en-US" altLang="zh-CN" sz="1600" dirty="0"/>
          </a:p>
          <a:p>
            <a:pPr lvl="1"/>
            <a:endParaRPr kumimoji="1"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79E682-78C8-324D-A453-C1A5AA732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2050" name="Picture 2" descr="Pamiec Rom /BIOS | Computers Quiz - Quizizz">
            <a:extLst>
              <a:ext uri="{FF2B5EF4-FFF2-40B4-BE49-F238E27FC236}">
                <a16:creationId xmlns:a16="http://schemas.microsoft.com/office/drawing/2014/main" id="{A496A2A3-0B03-2B44-84A9-A579E522F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5260" y="665273"/>
            <a:ext cx="1053405" cy="1085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一步步编写操作系统 8  bios跳转到神奇的内存地址0x7c00">
            <a:extLst>
              <a:ext uri="{FF2B5EF4-FFF2-40B4-BE49-F238E27FC236}">
                <a16:creationId xmlns:a16="http://schemas.microsoft.com/office/drawing/2014/main" id="{7E2ADE8E-1D9E-9842-979D-AF08EFF0AC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3721" y="3073524"/>
            <a:ext cx="2183079" cy="1572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4D4E41A-654A-FE4A-955C-C81A2CAD3192}"/>
              </a:ext>
            </a:extLst>
          </p:cNvPr>
          <p:cNvSpPr/>
          <p:nvPr/>
        </p:nvSpPr>
        <p:spPr>
          <a:xfrm>
            <a:off x="457200" y="5309330"/>
            <a:ext cx="15696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dirty="0"/>
              <a:t>x86</a:t>
            </a:r>
            <a:r>
              <a:rPr kumimoji="1" lang="zh-CN" altLang="en-US" sz="1400" dirty="0"/>
              <a:t>的</a:t>
            </a:r>
            <a:r>
              <a:rPr kumimoji="1" lang="en-US" altLang="zh-CN" sz="1400" dirty="0"/>
              <a:t>16</a:t>
            </a:r>
            <a:r>
              <a:rPr kumimoji="1" lang="zh-CN" altLang="en-US" sz="1400" dirty="0"/>
              <a:t>位实模式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50316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C88D28-69DD-614B-A8DA-9BD5D50ED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上电自检（</a:t>
            </a:r>
            <a:r>
              <a:rPr kumimoji="1" lang="en-US" altLang="zh-CN" dirty="0"/>
              <a:t>POST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8A4C44-1BD5-4446-A522-418B2FE4E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" altLang="zh-CN" sz="2000" dirty="0"/>
              <a:t>BIOS</a:t>
            </a:r>
            <a:r>
              <a:rPr kumimoji="1" lang="zh-CN" altLang="en-US" sz="2000" dirty="0"/>
              <a:t>程序首先检查，计算机硬件能否满足运行的基本条件，这叫做</a:t>
            </a:r>
            <a:r>
              <a:rPr kumimoji="1" lang="en-US" altLang="zh-CN" sz="2000" dirty="0"/>
              <a:t>"</a:t>
            </a:r>
            <a:r>
              <a:rPr kumimoji="1" lang="zh-CN" altLang="en-US" sz="2000" dirty="0"/>
              <a:t>硬件自检</a:t>
            </a:r>
            <a:r>
              <a:rPr kumimoji="1" lang="en-US" altLang="zh-CN" sz="2000" dirty="0"/>
              <a:t>"</a:t>
            </a:r>
            <a:r>
              <a:rPr kumimoji="1" lang="zh-CN" altLang="en-US" sz="2000" dirty="0"/>
              <a:t>（</a:t>
            </a:r>
            <a:r>
              <a:rPr kumimoji="1" lang="en" altLang="zh-CN" sz="2000" dirty="0"/>
              <a:t>Power-On Self-Test</a:t>
            </a:r>
            <a:r>
              <a:rPr kumimoji="1" lang="zh-CN" altLang="en" sz="2000" dirty="0"/>
              <a:t>），</a:t>
            </a:r>
            <a:r>
              <a:rPr kumimoji="1" lang="zh-CN" altLang="en-US" sz="2000" dirty="0"/>
              <a:t>缩写为</a:t>
            </a:r>
            <a:r>
              <a:rPr kumimoji="1" lang="en" altLang="zh-CN" sz="2000" dirty="0"/>
              <a:t>POST</a:t>
            </a:r>
            <a:r>
              <a:rPr kumimoji="1" lang="zh-CN" altLang="en" sz="2000" dirty="0"/>
              <a:t>。</a:t>
            </a:r>
          </a:p>
          <a:p>
            <a:r>
              <a:rPr kumimoji="1" lang="zh-CN" altLang="en-US" sz="2000" dirty="0"/>
              <a:t>如果硬件出现问题，主板会发出不同含义的蜂鸣，启动中止。如果没有问题，屏幕就会显示出</a:t>
            </a:r>
            <a:r>
              <a:rPr kumimoji="1" lang="en" altLang="zh-CN" sz="2000" dirty="0"/>
              <a:t>CPU</a:t>
            </a:r>
            <a:r>
              <a:rPr kumimoji="1" lang="zh-CN" altLang="en" sz="2000" dirty="0"/>
              <a:t>、</a:t>
            </a:r>
            <a:r>
              <a:rPr kumimoji="1" lang="zh-CN" altLang="en-US" sz="2000" dirty="0"/>
              <a:t>内存、硬盘等信息。</a:t>
            </a:r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CCC4D3-AFE3-6A42-A170-7997F4027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E11DA8F6-2839-954F-B9C1-1D36E9CE4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3219319"/>
            <a:ext cx="3803888" cy="2380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2850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009F66-A2D2-4846-8537-898189AB5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MBR</a:t>
            </a:r>
            <a:r>
              <a:rPr kumimoji="1" lang="zh-CN" altLang="en" dirty="0"/>
              <a:t>（</a:t>
            </a:r>
            <a:r>
              <a:rPr kumimoji="1" lang="en" altLang="zh-CN" dirty="0"/>
              <a:t>Master Boot Record</a:t>
            </a:r>
            <a:r>
              <a:rPr kumimoji="1" lang="zh-CN" altLang="en" dirty="0"/>
              <a:t>）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1C97D7-FA8A-F34C-B34B-76DCE4085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3538736" cy="3771636"/>
          </a:xfrm>
        </p:spPr>
        <p:txBody>
          <a:bodyPr>
            <a:normAutofit/>
          </a:bodyPr>
          <a:lstStyle/>
          <a:p>
            <a:r>
              <a:rPr kumimoji="1" lang="en" altLang="zh-CN" sz="2000" dirty="0"/>
              <a:t>MBR</a:t>
            </a:r>
            <a:r>
              <a:rPr kumimoji="1" lang="zh-CN" altLang="en-US" sz="2000" dirty="0"/>
              <a:t>：</a:t>
            </a:r>
            <a:r>
              <a:rPr kumimoji="1" lang="zh-CN" altLang="en-US" sz="1800" dirty="0"/>
              <a:t>主引导记录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磁盘的</a:t>
            </a:r>
            <a:r>
              <a:rPr kumimoji="1" lang="en-US" altLang="zh-CN" sz="1800" dirty="0"/>
              <a:t>0</a:t>
            </a:r>
            <a:r>
              <a:rPr kumimoji="1" lang="zh-CN" altLang="en-US" sz="1800" dirty="0"/>
              <a:t>柱面</a:t>
            </a:r>
            <a:r>
              <a:rPr kumimoji="1" lang="en-US" altLang="zh-CN" sz="1800" dirty="0"/>
              <a:t>0</a:t>
            </a:r>
            <a:r>
              <a:rPr kumimoji="1" lang="zh-CN" altLang="en-US" sz="1800" dirty="0"/>
              <a:t>磁头</a:t>
            </a:r>
            <a:r>
              <a:rPr kumimoji="1" lang="en-US" altLang="zh-CN" sz="1800" dirty="0"/>
              <a:t>0</a:t>
            </a:r>
            <a:r>
              <a:rPr kumimoji="1" lang="zh-CN" altLang="en-US" sz="1800" dirty="0"/>
              <a:t>扇区称为主引导扇区</a:t>
            </a:r>
            <a:endParaRPr kumimoji="1" lang="en-US" altLang="zh-CN" sz="1800" dirty="0"/>
          </a:p>
          <a:p>
            <a:r>
              <a:rPr kumimoji="1" lang="zh-CN" altLang="en-US" sz="2000" dirty="0"/>
              <a:t>三部分组成</a:t>
            </a:r>
            <a:endParaRPr kumimoji="1" lang="en-US" altLang="zh-CN" sz="2000" dirty="0"/>
          </a:p>
          <a:p>
            <a:pPr marL="800100" lvl="1" indent="-342900">
              <a:buFont typeface="+mj-lt"/>
              <a:buAutoNum type="arabicPeriod"/>
            </a:pPr>
            <a:r>
              <a:rPr kumimoji="1" lang="zh-CN" altLang="en-US" sz="1800" dirty="0"/>
              <a:t>主引导程序（</a:t>
            </a:r>
            <a:r>
              <a:rPr kumimoji="1" lang="en" altLang="zh-CN" sz="1800" dirty="0"/>
              <a:t>boot loader</a:t>
            </a:r>
            <a:r>
              <a:rPr kumimoji="1" lang="zh-CN" altLang="en" sz="1800" dirty="0"/>
              <a:t>）</a:t>
            </a:r>
            <a:endParaRPr kumimoji="1" lang="en-US" altLang="zh-CN" sz="1800" dirty="0"/>
          </a:p>
          <a:p>
            <a:pPr marL="800100" lvl="1" indent="-342900">
              <a:buFont typeface="+mj-lt"/>
              <a:buAutoNum type="arabicPeriod"/>
            </a:pPr>
            <a:r>
              <a:rPr kumimoji="1" lang="zh-CN" altLang="en-US" sz="1800" dirty="0"/>
              <a:t>硬盘分区表</a:t>
            </a:r>
            <a:r>
              <a:rPr kumimoji="1" lang="en" altLang="zh-CN" sz="1800" dirty="0"/>
              <a:t>DPT</a:t>
            </a:r>
            <a:r>
              <a:rPr kumimoji="1" lang="zh-CN" altLang="en" sz="1800" dirty="0"/>
              <a:t>（</a:t>
            </a:r>
            <a:r>
              <a:rPr kumimoji="1" lang="en" altLang="zh-CN" sz="1800" dirty="0"/>
              <a:t>disk partition table</a:t>
            </a:r>
            <a:r>
              <a:rPr kumimoji="1" lang="zh-CN" altLang="en" sz="1800" dirty="0"/>
              <a:t>） </a:t>
            </a:r>
            <a:endParaRPr kumimoji="1" lang="en-US" altLang="zh-CN" sz="1800" dirty="0"/>
          </a:p>
          <a:p>
            <a:pPr marL="800100" lvl="1" indent="-342900">
              <a:buFont typeface="+mj-lt"/>
              <a:buAutoNum type="arabicPeriod"/>
            </a:pPr>
            <a:r>
              <a:rPr kumimoji="1" lang="zh-CN" altLang="en-US" sz="1800" dirty="0"/>
              <a:t>硬盘有效标志（</a:t>
            </a:r>
            <a:r>
              <a:rPr kumimoji="1" lang="en-US" altLang="zh-CN" sz="1800" dirty="0"/>
              <a:t>0x55</a:t>
            </a:r>
            <a:r>
              <a:rPr kumimoji="1" lang="en" altLang="zh-CN" sz="1800" dirty="0"/>
              <a:t>AA</a:t>
            </a:r>
            <a:r>
              <a:rPr kumimoji="1" lang="zh-CN" altLang="en" sz="1800" dirty="0"/>
              <a:t>）</a:t>
            </a:r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818B93-5FCD-CC4B-ACDB-BD84CF03E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4098" name="Picture 2" descr="浅谈-LINUX 操作系统启动过程2">
            <a:extLst>
              <a:ext uri="{FF2B5EF4-FFF2-40B4-BE49-F238E27FC236}">
                <a16:creationId xmlns:a16="http://schemas.microsoft.com/office/drawing/2014/main" id="{48546167-2F8D-D741-801C-805A23FEF3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1405172"/>
            <a:ext cx="4932164" cy="2904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6842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2447E5-C671-CC46-9658-9861D3AC5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BIOS</a:t>
            </a:r>
            <a:r>
              <a:rPr kumimoji="1" lang="zh-CN" altLang="en-US" dirty="0"/>
              <a:t>与生态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896AF4-DC4C-4042-95A0-530377201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63461"/>
          </a:xfrm>
        </p:spPr>
        <p:txBody>
          <a:bodyPr>
            <a:normAutofit/>
          </a:bodyPr>
          <a:lstStyle/>
          <a:p>
            <a:r>
              <a:rPr kumimoji="1" lang="en-US" altLang="zh-CN" sz="2000" dirty="0"/>
              <a:t>IBM</a:t>
            </a:r>
            <a:r>
              <a:rPr kumimoji="1" lang="zh-CN" altLang="en-US" sz="2000" dirty="0"/>
              <a:t>为了</a:t>
            </a:r>
            <a:r>
              <a:rPr kumimoji="1" lang="en-US" altLang="zh-CN" sz="2000" dirty="0"/>
              <a:t>PC</a:t>
            </a:r>
            <a:r>
              <a:rPr kumimoji="1" lang="zh-CN" altLang="en-US" sz="2000" dirty="0"/>
              <a:t>兼容生态而设计了</a:t>
            </a:r>
            <a:r>
              <a:rPr kumimoji="1" lang="en-US" altLang="zh-CN" sz="2000" dirty="0"/>
              <a:t>BIOS</a:t>
            </a:r>
          </a:p>
          <a:p>
            <a:pPr lvl="1"/>
            <a:r>
              <a:rPr kumimoji="1" lang="zh-CN" altLang="en-US" sz="1800" dirty="0"/>
              <a:t>主板必须兼容不同配件（</a:t>
            </a:r>
            <a:r>
              <a:rPr kumimoji="1" lang="en-US" altLang="zh-CN" sz="1800" dirty="0"/>
              <a:t>CPU</a:t>
            </a:r>
            <a:r>
              <a:rPr kumimoji="1" lang="zh-CN" altLang="en-US" sz="1800" dirty="0"/>
              <a:t>、内存、网卡、硬盘等）</a:t>
            </a:r>
            <a:endParaRPr kumimoji="1" lang="en-US" altLang="zh-CN" sz="1800" dirty="0"/>
          </a:p>
          <a:p>
            <a:r>
              <a:rPr kumimoji="1" lang="zh-CN" altLang="en-US" sz="2000" dirty="0"/>
              <a:t>大部分嵌入式设备并没有</a:t>
            </a:r>
            <a:r>
              <a:rPr kumimoji="1" lang="en-US" altLang="zh-CN" sz="2000" dirty="0"/>
              <a:t>BIOS</a:t>
            </a:r>
          </a:p>
          <a:p>
            <a:pPr lvl="1"/>
            <a:r>
              <a:rPr kumimoji="1" lang="zh-CN" altLang="en-US" sz="1800" dirty="0"/>
              <a:t>设备生产商负责所有的适配工作，不用过多考虑兼容性</a:t>
            </a:r>
            <a:endParaRPr kumimoji="1" lang="en-US" altLang="zh-CN" sz="1800" dirty="0"/>
          </a:p>
          <a:p>
            <a:pPr lvl="2"/>
            <a:r>
              <a:rPr kumimoji="1" lang="zh-CN" altLang="en-US" sz="1600" dirty="0"/>
              <a:t>如：手机屏幕坏了，用户很难自己买一个屏幕更换</a:t>
            </a:r>
            <a:endParaRPr kumimoji="1" lang="en-US" altLang="zh-CN" sz="1600" dirty="0"/>
          </a:p>
          <a:p>
            <a:pPr lvl="1"/>
            <a:r>
              <a:rPr kumimoji="1" lang="zh-CN" altLang="en-US" sz="1800" dirty="0"/>
              <a:t>可以节约更多成本（省去了额外的</a:t>
            </a:r>
            <a:r>
              <a:rPr kumimoji="1" lang="en-US" altLang="zh-CN" sz="1800" dirty="0"/>
              <a:t>ROM</a:t>
            </a:r>
            <a:r>
              <a:rPr kumimoji="1" lang="zh-CN" altLang="en-US" sz="1800" dirty="0"/>
              <a:t>）</a:t>
            </a:r>
            <a:endParaRPr kumimoji="1" lang="en-US" altLang="zh-CN" sz="1800" dirty="0"/>
          </a:p>
          <a:p>
            <a:r>
              <a:rPr kumimoji="1" lang="zh-CN" altLang="en-US" sz="1800" dirty="0"/>
              <a:t>有没有</a:t>
            </a:r>
            <a:r>
              <a:rPr kumimoji="1" lang="en-US" altLang="zh-CN" sz="1800" dirty="0"/>
              <a:t>BIOS</a:t>
            </a:r>
            <a:r>
              <a:rPr kumimoji="1" lang="zh-CN" altLang="en-US" sz="1800" dirty="0"/>
              <a:t>，与是</a:t>
            </a:r>
            <a:r>
              <a:rPr kumimoji="1" lang="en-US" altLang="zh-CN" sz="1800" dirty="0"/>
              <a:t>x86</a:t>
            </a:r>
            <a:r>
              <a:rPr kumimoji="1" lang="zh-CN" altLang="en-US" sz="1800" dirty="0"/>
              <a:t>或</a:t>
            </a:r>
            <a:r>
              <a:rPr kumimoji="1" lang="en-US" altLang="zh-CN" sz="1800" dirty="0"/>
              <a:t>ARM</a:t>
            </a:r>
            <a:r>
              <a:rPr kumimoji="1" lang="zh-CN" altLang="en-US" sz="1800" dirty="0"/>
              <a:t>没有直接关系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ARM</a:t>
            </a:r>
            <a:r>
              <a:rPr kumimoji="1" lang="zh-CN" altLang="en-US" sz="1800" dirty="0"/>
              <a:t>服务器也有</a:t>
            </a:r>
            <a:r>
              <a:rPr kumimoji="1" lang="en-US" altLang="zh-CN" sz="1800" dirty="0"/>
              <a:t>BIOS</a:t>
            </a:r>
          </a:p>
          <a:p>
            <a:pPr lvl="1"/>
            <a:r>
              <a:rPr kumimoji="1" lang="zh-CN" altLang="en-US" sz="1800" dirty="0"/>
              <a:t>想一想：</a:t>
            </a:r>
            <a:r>
              <a:rPr kumimoji="1" lang="en-US" altLang="zh-CN" sz="1800" dirty="0"/>
              <a:t>iPhone</a:t>
            </a:r>
            <a:r>
              <a:rPr kumimoji="1" lang="zh-CN" altLang="en-US" sz="1800" dirty="0"/>
              <a:t>有没有</a:t>
            </a:r>
            <a:r>
              <a:rPr kumimoji="1" lang="en-US" altLang="zh-CN" sz="1800" dirty="0"/>
              <a:t>BIOS</a:t>
            </a:r>
            <a:r>
              <a:rPr kumimoji="1" lang="zh-CN" altLang="en-US" sz="1800" dirty="0"/>
              <a:t>？</a:t>
            </a:r>
            <a:r>
              <a:rPr kumimoji="1" lang="en-US" altLang="zh-CN" sz="1800" dirty="0" err="1"/>
              <a:t>Macbook</a:t>
            </a:r>
            <a:r>
              <a:rPr kumimoji="1" lang="zh-CN" altLang="en-US" sz="1800" dirty="0"/>
              <a:t>呢？</a:t>
            </a:r>
            <a:r>
              <a:rPr kumimoji="1" lang="en-US" altLang="zh-CN" sz="1800" dirty="0" err="1"/>
              <a:t>Macbook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M1</a:t>
            </a:r>
            <a:r>
              <a:rPr kumimoji="1" lang="zh-CN" altLang="en-US" sz="1800" dirty="0"/>
              <a:t>呢？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5E3294-40DB-5146-A4F0-C87690C9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028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DD79B3-E0BD-244A-ABE0-64CB9B4DA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EFI</a:t>
            </a:r>
            <a:r>
              <a:rPr kumimoji="1" lang="zh-CN" altLang="en-US" dirty="0"/>
              <a:t> </a:t>
            </a:r>
            <a:r>
              <a:rPr kumimoji="1" lang="en-US" altLang="zh-CN" dirty="0"/>
              <a:t>/</a:t>
            </a:r>
            <a:r>
              <a:rPr kumimoji="1" lang="zh-CN" altLang="en-US" dirty="0"/>
              <a:t> </a:t>
            </a:r>
            <a:r>
              <a:rPr kumimoji="1" lang="en-US" altLang="zh-CN" dirty="0"/>
              <a:t>UEFI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04722B-9B12-FD4A-A876-23E271C45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" altLang="zh-CN" sz="2400" dirty="0"/>
              <a:t>Intel</a:t>
            </a:r>
            <a:r>
              <a:rPr lang="zh-CN" altLang="en-US" sz="2400" dirty="0"/>
              <a:t>提出来</a:t>
            </a:r>
            <a:r>
              <a:rPr lang="en" altLang="zh-CN" sz="2400" dirty="0"/>
              <a:t>EFI</a:t>
            </a:r>
            <a:r>
              <a:rPr lang="zh-CN" altLang="en-US" sz="2400" dirty="0"/>
              <a:t>取代</a:t>
            </a:r>
            <a:r>
              <a:rPr lang="en" altLang="zh-CN" sz="2400" dirty="0"/>
              <a:t>BIOS interface</a:t>
            </a:r>
          </a:p>
          <a:p>
            <a:pPr lvl="1"/>
            <a:r>
              <a:rPr lang="en-US" altLang="zh-CN" sz="2200" dirty="0"/>
              <a:t>EFI</a:t>
            </a:r>
            <a:r>
              <a:rPr lang="zh-CN" altLang="en" sz="2200" dirty="0"/>
              <a:t>（</a:t>
            </a:r>
            <a:r>
              <a:rPr lang="en" altLang="zh-CN" sz="2200" dirty="0"/>
              <a:t>Extensible Firmware Interface</a:t>
            </a:r>
            <a:r>
              <a:rPr lang="zh-CN" altLang="en" sz="2200" dirty="0"/>
              <a:t>）</a:t>
            </a:r>
            <a:endParaRPr lang="en-US" altLang="zh-CN" sz="2200" dirty="0"/>
          </a:p>
          <a:p>
            <a:r>
              <a:rPr lang="en" altLang="zh-CN" sz="2400" dirty="0"/>
              <a:t>2005</a:t>
            </a:r>
            <a:r>
              <a:rPr lang="zh-CN" altLang="en-US" sz="2400" dirty="0"/>
              <a:t>年，</a:t>
            </a:r>
            <a:r>
              <a:rPr lang="en" altLang="zh-CN" sz="2400" dirty="0"/>
              <a:t>Intel</a:t>
            </a:r>
            <a:r>
              <a:rPr lang="zh-CN" altLang="en" sz="2400" dirty="0"/>
              <a:t>再次</a:t>
            </a:r>
            <a:r>
              <a:rPr lang="zh-CN" altLang="en-US" sz="2400" dirty="0"/>
              <a:t>提出</a:t>
            </a:r>
            <a:r>
              <a:rPr lang="en-US" altLang="zh-CN" sz="2400" dirty="0"/>
              <a:t>UEFI</a:t>
            </a:r>
            <a:r>
              <a:rPr lang="zh-CN" altLang="en-US" sz="2400" dirty="0"/>
              <a:t>取代</a:t>
            </a:r>
            <a:r>
              <a:rPr lang="en-US" altLang="zh-CN" sz="2400" dirty="0"/>
              <a:t>EFI</a:t>
            </a:r>
          </a:p>
          <a:p>
            <a:pPr lvl="1"/>
            <a:r>
              <a:rPr lang="en" altLang="zh-CN" sz="2200" dirty="0"/>
              <a:t>UEFI</a:t>
            </a:r>
            <a:r>
              <a:rPr lang="zh-CN" altLang="en" sz="2200" dirty="0"/>
              <a:t>（</a:t>
            </a:r>
            <a:r>
              <a:rPr lang="en" altLang="zh-CN" sz="2200" dirty="0"/>
              <a:t>Unified Extensible Firmware Interface</a:t>
            </a:r>
            <a:r>
              <a:rPr lang="zh-CN" altLang="en" sz="2200" dirty="0"/>
              <a:t>）</a:t>
            </a:r>
            <a:endParaRPr lang="en" altLang="zh-CN" sz="2200" dirty="0"/>
          </a:p>
          <a:p>
            <a:endParaRPr kumimoji="1"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7376DA-9EE0-D74C-A8D0-634B99553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11265" name="Picture 1">
            <a:extLst>
              <a:ext uri="{FF2B5EF4-FFF2-40B4-BE49-F238E27FC236}">
                <a16:creationId xmlns:a16="http://schemas.microsoft.com/office/drawing/2014/main" id="{324EFB4B-DEBB-1742-A1BB-2242E2507E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3579675"/>
            <a:ext cx="2471336" cy="1906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6526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73F72A-8797-C742-8A2F-D42D5FF78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两种启动的对比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382897-5026-A04D-8124-E5811F616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-US" sz="1800" dirty="0"/>
              <a:t>定制化的主板（</a:t>
            </a:r>
            <a:r>
              <a:rPr kumimoji="1" lang="zh-CN" altLang="en" sz="1800" dirty="0"/>
              <a:t>常见</a:t>
            </a:r>
            <a:r>
              <a:rPr kumimoji="1" lang="zh-CN" altLang="en-US" sz="1800" dirty="0"/>
              <a:t>的</a:t>
            </a:r>
            <a:r>
              <a:rPr kumimoji="1" lang="en-US" altLang="zh-CN" sz="1800" dirty="0"/>
              <a:t>ARM</a:t>
            </a:r>
            <a:r>
              <a:rPr kumimoji="1" lang="zh-CN" altLang="en-US" sz="1800" dirty="0"/>
              <a:t>开发板）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需要初始化具体主板相关硬件如</a:t>
            </a:r>
            <a:r>
              <a:rPr kumimoji="1" lang="en" altLang="zh-CN" sz="1800" dirty="0"/>
              <a:t>GPIO</a:t>
            </a:r>
            <a:r>
              <a:rPr kumimoji="1" lang="zh-CN" altLang="en-US" sz="1800" dirty="0"/>
              <a:t>和内存等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初始化的时候就预先知道有哪些设备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一般由厂商提供的</a:t>
            </a:r>
            <a:r>
              <a:rPr kumimoji="1" lang="en" altLang="zh-CN" sz="1800" dirty="0"/>
              <a:t>BSP (Board Support Package)</a:t>
            </a:r>
            <a:r>
              <a:rPr kumimoji="1" lang="zh-CN" altLang="en-US" sz="1800" dirty="0"/>
              <a:t>完成</a:t>
            </a:r>
            <a:endParaRPr kumimoji="1" lang="en" altLang="zh-CN" sz="1800" dirty="0"/>
          </a:p>
          <a:p>
            <a:endParaRPr kumimoji="1" lang="en-US" altLang="zh-CN" sz="1800" dirty="0"/>
          </a:p>
          <a:p>
            <a:r>
              <a:rPr kumimoji="1" lang="zh-CN" altLang="en-US" sz="1800" dirty="0"/>
              <a:t>通用的主板（常见的</a:t>
            </a:r>
            <a:r>
              <a:rPr kumimoji="1" lang="en-US" altLang="zh-CN" sz="1800" dirty="0"/>
              <a:t>PC</a:t>
            </a:r>
            <a:r>
              <a:rPr kumimoji="1" lang="zh-CN" altLang="en-US" sz="1800" dirty="0"/>
              <a:t>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系统配置情况在开机时候是不知道的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需要探测（</a:t>
            </a:r>
            <a:r>
              <a:rPr kumimoji="1" lang="en" altLang="zh-CN" sz="1800" dirty="0"/>
              <a:t>Probe</a:t>
            </a:r>
            <a:r>
              <a:rPr kumimoji="1" lang="zh-CN" altLang="en" sz="1800" dirty="0"/>
              <a:t>）、</a:t>
            </a:r>
            <a:r>
              <a:rPr kumimoji="1" lang="en" altLang="zh-CN" sz="1800" dirty="0"/>
              <a:t>Training(</a:t>
            </a:r>
            <a:r>
              <a:rPr kumimoji="1" lang="zh-CN" altLang="en-US" sz="1800" dirty="0"/>
              <a:t>内存和</a:t>
            </a:r>
            <a:r>
              <a:rPr kumimoji="1" lang="en" altLang="zh-CN" sz="1800" dirty="0"/>
              <a:t>PCIe)</a:t>
            </a:r>
            <a:r>
              <a:rPr kumimoji="1" lang="zh-CN" altLang="en-US" sz="1800" dirty="0"/>
              <a:t>和枚举（</a:t>
            </a:r>
            <a:r>
              <a:rPr kumimoji="1" lang="en" altLang="zh-CN" sz="1800" dirty="0"/>
              <a:t>PCIe</a:t>
            </a:r>
            <a:r>
              <a:rPr kumimoji="1" lang="zh-CN" altLang="en-US" sz="1800" dirty="0"/>
              <a:t>等等即插即用设备）</a:t>
            </a:r>
            <a:endParaRPr kumimoji="1" lang="en-US" altLang="zh-CN" sz="1800" dirty="0"/>
          </a:p>
          <a:p>
            <a:pPr lvl="1"/>
            <a:r>
              <a:rPr kumimoji="1" lang="en" altLang="zh-CN" sz="1800" dirty="0"/>
              <a:t>BIOS</a:t>
            </a:r>
            <a:r>
              <a:rPr kumimoji="1" lang="en-US" altLang="zh-CN" sz="1800" dirty="0"/>
              <a:t>/EFI</a:t>
            </a:r>
            <a:r>
              <a:rPr kumimoji="1" lang="zh-CN" altLang="en-US" sz="1800" dirty="0"/>
              <a:t>提供了整个主板、包括主板上外插的设备的软件抽象</a:t>
            </a:r>
            <a:endParaRPr kumimoji="1" lang="en-US" altLang="zh-CN" sz="1800" dirty="0"/>
          </a:p>
          <a:p>
            <a:pPr lvl="2"/>
            <a:r>
              <a:rPr kumimoji="1" lang="zh-CN" altLang="en-US" sz="1600" dirty="0"/>
              <a:t>通过定义的接口把这些信息传递给</a:t>
            </a:r>
            <a:r>
              <a:rPr kumimoji="1" lang="en-US" altLang="zh-CN" sz="1600" dirty="0"/>
              <a:t>OS</a:t>
            </a:r>
            <a:r>
              <a:rPr kumimoji="1" lang="zh-CN" altLang="en-US" sz="1600" dirty="0"/>
              <a:t>，使</a:t>
            </a:r>
            <a:r>
              <a:rPr kumimoji="1" lang="en-US" altLang="zh-CN" sz="1600" dirty="0"/>
              <a:t>OS</a:t>
            </a:r>
            <a:r>
              <a:rPr kumimoji="1" lang="zh-CN" altLang="en-US" sz="1600" dirty="0"/>
              <a:t>不改而能够适配到所有机型和硬件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C7B953-C7D6-D444-97E5-764914AB3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0506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806379-AF3A-344D-A926-89B085440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这个问题说明什么？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4AA211-A042-0545-B6E5-BCB0CBBB4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pic>
        <p:nvPicPr>
          <p:cNvPr id="3078" name="Picture 6" descr="How to fix &amp;quot;No bootable device&amp;quot; hard drive error - Safemode Computer Service">
            <a:extLst>
              <a:ext uri="{FF2B5EF4-FFF2-40B4-BE49-F238E27FC236}">
                <a16:creationId xmlns:a16="http://schemas.microsoft.com/office/drawing/2014/main" id="{6E725BAC-7AB3-EC45-8084-CEB5199BA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638" y="1228687"/>
            <a:ext cx="5796724" cy="3949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294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07107F-C816-1442-B413-CC79EAB8D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F38FAA-8E8E-0E47-91E2-75B5140E1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Q</a:t>
            </a:r>
            <a:r>
              <a:rPr kumimoji="1" lang="zh-CN" altLang="en-US" dirty="0"/>
              <a:t>：是不是所有的笔记本都需要</a:t>
            </a:r>
            <a:r>
              <a:rPr kumimoji="1" lang="en-US" altLang="zh-CN" dirty="0"/>
              <a:t>BIOS</a:t>
            </a:r>
            <a:r>
              <a:rPr kumimoji="1" lang="zh-CN" altLang="en-US" dirty="0"/>
              <a:t>？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Chrome</a:t>
            </a:r>
            <a:r>
              <a:rPr kumimoji="1" lang="zh-CN" altLang="en-US" dirty="0"/>
              <a:t> </a:t>
            </a:r>
            <a:r>
              <a:rPr kumimoji="1" lang="en-US" altLang="zh-CN" dirty="0"/>
              <a:t>Book</a:t>
            </a:r>
            <a:r>
              <a:rPr kumimoji="1" lang="zh-CN" altLang="en-US" dirty="0"/>
              <a:t>就没有用，用了</a:t>
            </a:r>
            <a:r>
              <a:rPr kumimoji="1" lang="en-US" altLang="zh-CN" dirty="0"/>
              <a:t>core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boot</a:t>
            </a:r>
          </a:p>
          <a:p>
            <a:pPr lvl="1"/>
            <a:r>
              <a:rPr kumimoji="1" lang="zh-CN" altLang="en-US" dirty="0"/>
              <a:t>但</a:t>
            </a:r>
            <a:r>
              <a:rPr kumimoji="1" lang="en-US" altLang="zh-CN" dirty="0"/>
              <a:t>core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boot</a:t>
            </a:r>
            <a:r>
              <a:rPr kumimoji="1" lang="zh-CN" altLang="en-US" dirty="0"/>
              <a:t>原名为</a:t>
            </a:r>
            <a:r>
              <a:rPr lang="en" altLang="zh-CN" dirty="0" err="1"/>
              <a:t>LinuxBIOS</a:t>
            </a:r>
            <a:r>
              <a:rPr lang="zh-CN" altLang="en-US" dirty="0"/>
              <a:t>，所以也算</a:t>
            </a:r>
            <a:r>
              <a:rPr lang="en-US" altLang="zh-CN" dirty="0"/>
              <a:t>BIOS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2E5D57-C44F-A14D-B082-CE87C7048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2078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FBC65A-14DE-D34D-8D2E-8E8A890AD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9C9CBD-2CD8-AC47-A99C-0BF319949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Q</a:t>
            </a:r>
            <a:r>
              <a:rPr kumimoji="1" lang="zh-CN" altLang="en-US" dirty="0"/>
              <a:t>：如果一台计算机安装了</a:t>
            </a:r>
            <a:r>
              <a:rPr kumimoji="1" lang="en-US" altLang="zh-CN" dirty="0"/>
              <a:t>2</a:t>
            </a:r>
            <a:r>
              <a:rPr kumimoji="1" lang="zh-CN" altLang="en-US" dirty="0"/>
              <a:t>个操作系统，如何选择？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Windows</a:t>
            </a:r>
            <a:r>
              <a:rPr kumimoji="1" lang="zh-CN" altLang="en-US" dirty="0"/>
              <a:t>会在</a:t>
            </a:r>
            <a:r>
              <a:rPr kumimoji="1" lang="en-US" altLang="zh-CN" dirty="0"/>
              <a:t>MBR</a:t>
            </a:r>
            <a:r>
              <a:rPr kumimoji="1" lang="zh-CN" altLang="en-US" dirty="0"/>
              <a:t>安装</a:t>
            </a:r>
            <a:r>
              <a:rPr kumimoji="1" lang="en-US" altLang="zh-CN" dirty="0"/>
              <a:t>NTLDR</a:t>
            </a:r>
          </a:p>
          <a:p>
            <a:pPr lvl="1"/>
            <a:r>
              <a:rPr kumimoji="1" lang="en-US" altLang="zh-CN" dirty="0"/>
              <a:t>Linux</a:t>
            </a:r>
            <a:r>
              <a:rPr kumimoji="1" lang="zh-CN" altLang="en-US" dirty="0"/>
              <a:t>会在</a:t>
            </a:r>
            <a:r>
              <a:rPr kumimoji="1" lang="en-US" altLang="zh-CN" dirty="0"/>
              <a:t>MBR</a:t>
            </a:r>
            <a:r>
              <a:rPr kumimoji="1" lang="zh-CN" altLang="en-US" dirty="0"/>
              <a:t>安装</a:t>
            </a:r>
            <a:r>
              <a:rPr kumimoji="1" lang="en-US" altLang="zh-CN" dirty="0"/>
              <a:t>grub</a:t>
            </a:r>
            <a:r>
              <a:rPr kumimoji="1" lang="zh-CN" altLang="en-US" dirty="0"/>
              <a:t>，可以选择</a:t>
            </a:r>
            <a:r>
              <a:rPr kumimoji="1" lang="en-US" altLang="zh-CN" dirty="0"/>
              <a:t>Windows</a:t>
            </a:r>
            <a:r>
              <a:rPr kumimoji="1" lang="zh-CN" altLang="en-US" dirty="0"/>
              <a:t>或</a:t>
            </a:r>
            <a:r>
              <a:rPr kumimoji="1" lang="en-US" altLang="zh-CN" dirty="0"/>
              <a:t>Linux</a:t>
            </a:r>
          </a:p>
          <a:p>
            <a:pPr lvl="1"/>
            <a:r>
              <a:rPr kumimoji="1" lang="zh-CN" altLang="en-US" dirty="0"/>
              <a:t>如果先安装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，再安装</a:t>
            </a:r>
            <a:r>
              <a:rPr kumimoji="1" lang="en-US" altLang="zh-CN" dirty="0"/>
              <a:t>Windows</a:t>
            </a:r>
            <a:r>
              <a:rPr kumimoji="1" lang="zh-CN" altLang="en-US" dirty="0"/>
              <a:t>，会出什么问题？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如何解决这个问题？用</a:t>
            </a:r>
            <a:r>
              <a:rPr kumimoji="1" lang="en-US" altLang="zh-CN" dirty="0"/>
              <a:t>USB</a:t>
            </a:r>
            <a:r>
              <a:rPr kumimoji="1" lang="zh-CN" altLang="en-US" dirty="0"/>
              <a:t>启动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重新安装</a:t>
            </a:r>
            <a:r>
              <a:rPr kumimoji="1" lang="en-US" altLang="zh-CN" dirty="0"/>
              <a:t>grub</a:t>
            </a:r>
          </a:p>
          <a:p>
            <a:pPr lvl="1"/>
            <a:r>
              <a:rPr kumimoji="1" lang="zh-CN" altLang="en-US" dirty="0"/>
              <a:t>如果安装了</a:t>
            </a:r>
            <a:r>
              <a:rPr kumimoji="1" lang="en-US" altLang="zh-CN" dirty="0"/>
              <a:t>Mac</a:t>
            </a:r>
            <a:r>
              <a:rPr kumimoji="1" lang="zh-CN" altLang="en-US" dirty="0"/>
              <a:t> </a:t>
            </a:r>
            <a:r>
              <a:rPr kumimoji="1" lang="en-US" altLang="zh-CN" dirty="0"/>
              <a:t>OS</a:t>
            </a:r>
            <a:r>
              <a:rPr kumimoji="1" lang="zh-CN" altLang="en-US" dirty="0"/>
              <a:t>，会怎么样？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D8A16E-F88E-1C41-A97F-60CEEB073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30645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2EBCC5-E0E4-1C4B-B98C-E1A5A19AC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ARM</a:t>
            </a:r>
            <a:r>
              <a:rPr kumimoji="1" lang="zh-CN" altLang="en-US" dirty="0"/>
              <a:t>设备启动的特点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85669D-35C2-DC45-A913-BF92DAD4A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通常与设备强相关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厂商提供私有固件（</a:t>
            </a:r>
            <a:r>
              <a:rPr kumimoji="1" lang="en-US" altLang="zh-CN" dirty="0"/>
              <a:t>firmware</a:t>
            </a:r>
            <a:r>
              <a:rPr kumimoji="1" lang="zh-CN" altLang="en-US" dirty="0"/>
              <a:t>）用于初始化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一般</a:t>
            </a:r>
            <a:r>
              <a:rPr kumimoji="1" lang="zh-CN" altLang="en" dirty="0"/>
              <a:t>称为</a:t>
            </a:r>
            <a:r>
              <a:rPr kumimoji="1" lang="en" altLang="zh-CN" dirty="0"/>
              <a:t>BSP</a:t>
            </a:r>
            <a:r>
              <a:rPr kumimoji="1" lang="zh-CN" altLang="en-US" dirty="0"/>
              <a:t>：</a:t>
            </a:r>
            <a:r>
              <a:rPr lang="en" altLang="zh-CN" dirty="0"/>
              <a:t> Board Support Package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不同厂商的方案往往相差很大</a:t>
            </a:r>
            <a:endParaRPr kumimoji="1" lang="en-US" altLang="zh-CN" dirty="0"/>
          </a:p>
          <a:p>
            <a:r>
              <a:rPr kumimoji="1" lang="zh-CN" altLang="en-US" dirty="0"/>
              <a:t>缺点：对可插拔外设的兼容性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ARM</a:t>
            </a:r>
            <a:r>
              <a:rPr kumimoji="1" lang="zh-CN" altLang="en-US" dirty="0"/>
              <a:t>嵌入式设备一般不支持</a:t>
            </a:r>
            <a:r>
              <a:rPr kumimoji="1" lang="en-US" altLang="zh-CN" dirty="0"/>
              <a:t>PCIe</a:t>
            </a:r>
            <a:r>
              <a:rPr kumimoji="1" lang="zh-CN" altLang="en-US" dirty="0"/>
              <a:t>等外设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CED1D8-E0C7-014F-BC43-43FBF8655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52068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D370667C-ACD4-1A4A-BBEB-B8DA37D7F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虚拟内存：硬件做了什么？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95D922DA-9970-1F47-93C9-3E49CD51F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385E9B-8D63-E84B-BA7F-0C5423F99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4468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5065B9-9196-AC47-9804-CC7693823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最早期的计算机系统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BEB6ED-50A5-B54E-8422-72F686122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硬件</a:t>
            </a:r>
            <a:endParaRPr kumimoji="1" lang="en-US" altLang="zh-CN" sz="2400" dirty="0"/>
          </a:p>
          <a:p>
            <a:pPr lvl="1"/>
            <a:r>
              <a:rPr kumimoji="1" lang="zh-CN" altLang="en-US" sz="2000" b="0" dirty="0"/>
              <a:t>物理内存容量小</a:t>
            </a:r>
            <a:endParaRPr kumimoji="1" lang="en-US" altLang="zh-CN" sz="2000" b="0" dirty="0"/>
          </a:p>
          <a:p>
            <a:r>
              <a:rPr kumimoji="1" lang="zh-CN" altLang="en-US" sz="2400" dirty="0"/>
              <a:t>软件</a:t>
            </a:r>
            <a:endParaRPr kumimoji="1" lang="en-US" altLang="zh-CN" sz="2400" b="0" dirty="0"/>
          </a:p>
          <a:p>
            <a:pPr lvl="1"/>
            <a:r>
              <a:rPr kumimoji="1" lang="zh-CN" altLang="en-US" sz="2000" b="0" dirty="0"/>
              <a:t>单个应用程序</a:t>
            </a:r>
            <a:r>
              <a:rPr kumimoji="1" lang="zh-CN" altLang="en-US" sz="2000" dirty="0"/>
              <a:t>  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 （简单）操作系统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直接面对物理内存编程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各自使用物理内存的一部分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0ABBA3-0D27-0048-9323-385EBD98A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0D7E731-B1CB-594E-96C6-0095B71468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51" b="27950"/>
          <a:stretch/>
        </p:blipFill>
        <p:spPr>
          <a:xfrm rot="5400000">
            <a:off x="6533604" y="2576513"/>
            <a:ext cx="3528392" cy="777999"/>
          </a:xfrm>
          <a:prstGeom prst="rect">
            <a:avLst/>
          </a:prstGeom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A595EA86-C329-464C-A759-F43A06C265D2}"/>
              </a:ext>
            </a:extLst>
          </p:cNvPr>
          <p:cNvGrpSpPr/>
          <p:nvPr/>
        </p:nvGrpSpPr>
        <p:grpSpPr>
          <a:xfrm>
            <a:off x="6227719" y="1201316"/>
            <a:ext cx="1655040" cy="3528393"/>
            <a:chOff x="4655209" y="1232901"/>
            <a:chExt cx="1655040" cy="3528393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1FC2B82-0BC7-124C-84DC-B529E3AE2ED3}"/>
                </a:ext>
              </a:extLst>
            </p:cNvPr>
            <p:cNvSpPr/>
            <p:nvPr/>
          </p:nvSpPr>
          <p:spPr>
            <a:xfrm>
              <a:off x="4788024" y="1232901"/>
              <a:ext cx="1368152" cy="352839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27C34B9E-85C7-574C-98FE-AA68AAC99C5A}"/>
                </a:ext>
              </a:extLst>
            </p:cNvPr>
            <p:cNvSpPr/>
            <p:nvPr/>
          </p:nvSpPr>
          <p:spPr>
            <a:xfrm>
              <a:off x="4788024" y="1232901"/>
              <a:ext cx="1368152" cy="10485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0897DF4-C7E4-B848-96D4-1710A48D4FE9}"/>
                </a:ext>
              </a:extLst>
            </p:cNvPr>
            <p:cNvSpPr txBox="1"/>
            <p:nvPr/>
          </p:nvSpPr>
          <p:spPr>
            <a:xfrm>
              <a:off x="4655209" y="1434002"/>
              <a:ext cx="163378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dirty="0"/>
                <a:t>操作系统</a:t>
              </a:r>
              <a:endParaRPr kumimoji="1" lang="en-US" altLang="zh-CN" dirty="0"/>
            </a:p>
            <a:p>
              <a:pPr algn="ctr"/>
              <a:r>
                <a:rPr kumimoji="1" lang="zh-CN" altLang="en-US" dirty="0"/>
                <a:t>（代码</a:t>
              </a:r>
              <a:r>
                <a:rPr kumimoji="1" lang="en-US" altLang="zh-CN" dirty="0"/>
                <a:t>/</a:t>
              </a:r>
              <a:r>
                <a:rPr kumimoji="1" lang="zh-CN" altLang="en-US" dirty="0"/>
                <a:t>数据）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4126D712-6444-684E-88D6-6DC6BFBC7015}"/>
                </a:ext>
              </a:extLst>
            </p:cNvPr>
            <p:cNvSpPr txBox="1"/>
            <p:nvPr/>
          </p:nvSpPr>
          <p:spPr>
            <a:xfrm>
              <a:off x="4676468" y="3097648"/>
              <a:ext cx="163378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dirty="0"/>
                <a:t>应用程序</a:t>
              </a:r>
              <a:endParaRPr kumimoji="1" lang="en-US" altLang="zh-CN" dirty="0"/>
            </a:p>
            <a:p>
              <a:pPr algn="ctr"/>
              <a:r>
                <a:rPr kumimoji="1" lang="zh-CN" altLang="en-US" dirty="0"/>
                <a:t>（代码</a:t>
              </a:r>
              <a:r>
                <a:rPr kumimoji="1" lang="en-US" altLang="zh-CN" dirty="0"/>
                <a:t>/</a:t>
              </a:r>
              <a:r>
                <a:rPr kumimoji="1" lang="zh-CN" altLang="en-US" dirty="0"/>
                <a:t>数据）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105744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183E26-CD4F-F542-885E-997E14CAD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多道程序（</a:t>
            </a:r>
            <a:r>
              <a:rPr kumimoji="1" lang="en-US" altLang="zh-CN" dirty="0"/>
              <a:t>Multiprogramming</a:t>
            </a:r>
            <a:r>
              <a:rPr kumimoji="1" lang="zh-CN" altLang="en-US" dirty="0"/>
              <a:t>）时代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F4EA34-6A12-A94F-B407-BC4AE0BF5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199511"/>
            <a:ext cx="8229600" cy="3771636"/>
          </a:xfrm>
        </p:spPr>
        <p:txBody>
          <a:bodyPr>
            <a:normAutofit/>
          </a:bodyPr>
          <a:lstStyle/>
          <a:p>
            <a:r>
              <a:rPr kumimoji="1" lang="zh-CN" altLang="en-US" sz="2000" dirty="0"/>
              <a:t>多用户多程序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计算机很昂贵，多人同时使用（远程连接）</a:t>
            </a:r>
            <a:endParaRPr kumimoji="1" lang="en-US" altLang="zh-CN" sz="1800" dirty="0"/>
          </a:p>
          <a:p>
            <a:r>
              <a:rPr kumimoji="1" lang="zh-CN" altLang="en-US" sz="2000" dirty="0"/>
              <a:t>分时复用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资源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保存恢复寄存器速度很快</a:t>
            </a:r>
            <a:endParaRPr kumimoji="1" lang="en-US" altLang="zh-CN" sz="1800" dirty="0"/>
          </a:p>
          <a:p>
            <a:r>
              <a:rPr kumimoji="1" lang="zh-CN" altLang="en-US" sz="2000" dirty="0"/>
              <a:t>分时复用物理内存资源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将全部内存写入磁盘开销太高</a:t>
            </a:r>
            <a:endParaRPr kumimoji="1" lang="en-US" altLang="zh-CN" sz="1800" dirty="0"/>
          </a:p>
          <a:p>
            <a:r>
              <a:rPr kumimoji="1" lang="zh-CN" altLang="en-US" sz="2000" dirty="0"/>
              <a:t>同时使用、各占一部分物理内存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没有安全性（隔离性）</a:t>
            </a:r>
            <a:endParaRPr kumimoji="1" lang="en-US" altLang="zh-CN" sz="1800" dirty="0"/>
          </a:p>
          <a:p>
            <a:pPr lvl="1"/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3A6F00-94CE-F547-BB20-AFD3C6A9D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DEAA3A8-08F7-A34D-BB83-29D69A0308F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51" b="27950"/>
          <a:stretch/>
        </p:blipFill>
        <p:spPr>
          <a:xfrm rot="5400000">
            <a:off x="6543090" y="2644815"/>
            <a:ext cx="3528392" cy="77799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54796B6-E90A-154B-95C5-5E0BD1F73463}"/>
              </a:ext>
            </a:extLst>
          </p:cNvPr>
          <p:cNvSpPr/>
          <p:nvPr/>
        </p:nvSpPr>
        <p:spPr>
          <a:xfrm>
            <a:off x="6370020" y="1269618"/>
            <a:ext cx="1368152" cy="35283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77801C3-43F3-DD48-B989-486B4E7F89BA}"/>
              </a:ext>
            </a:extLst>
          </p:cNvPr>
          <p:cNvSpPr/>
          <p:nvPr/>
        </p:nvSpPr>
        <p:spPr>
          <a:xfrm>
            <a:off x="6370020" y="1269619"/>
            <a:ext cx="1368152" cy="67227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E1F3CF8-D6DF-324E-886F-07CEE33EC665}"/>
              </a:ext>
            </a:extLst>
          </p:cNvPr>
          <p:cNvSpPr txBox="1"/>
          <p:nvPr/>
        </p:nvSpPr>
        <p:spPr>
          <a:xfrm>
            <a:off x="6500098" y="142108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dirty="0"/>
              <a:t>操作系统</a:t>
            </a:r>
            <a:endParaRPr kumimoji="1" lang="en-US" altLang="zh-CN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9F71DE-845B-D849-9B21-A97829E543B6}"/>
              </a:ext>
            </a:extLst>
          </p:cNvPr>
          <p:cNvSpPr/>
          <p:nvPr/>
        </p:nvSpPr>
        <p:spPr>
          <a:xfrm>
            <a:off x="6370020" y="1917691"/>
            <a:ext cx="1368152" cy="311876"/>
          </a:xfrm>
          <a:prstGeom prst="rect">
            <a:avLst/>
          </a:prstGeom>
          <a:pattFill prst="wdDn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AE29510-E8E5-F243-A69D-6B88654CBDA4}"/>
              </a:ext>
            </a:extLst>
          </p:cNvPr>
          <p:cNvSpPr/>
          <p:nvPr/>
        </p:nvSpPr>
        <p:spPr>
          <a:xfrm>
            <a:off x="6369802" y="2742559"/>
            <a:ext cx="1368152" cy="464797"/>
          </a:xfrm>
          <a:prstGeom prst="rect">
            <a:avLst/>
          </a:prstGeom>
          <a:pattFill prst="wdDn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3D7962C-33F2-5B43-8691-F78EB192FEF8}"/>
              </a:ext>
            </a:extLst>
          </p:cNvPr>
          <p:cNvSpPr/>
          <p:nvPr/>
        </p:nvSpPr>
        <p:spPr>
          <a:xfrm>
            <a:off x="6370020" y="2229921"/>
            <a:ext cx="1368152" cy="50405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AA820D9-BE71-164A-83A8-AECF84D53833}"/>
              </a:ext>
            </a:extLst>
          </p:cNvPr>
          <p:cNvSpPr/>
          <p:nvPr/>
        </p:nvSpPr>
        <p:spPr>
          <a:xfrm>
            <a:off x="6369802" y="3207358"/>
            <a:ext cx="1368152" cy="50405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DA64798-1E1D-DA41-9241-CE8E0257F4D9}"/>
              </a:ext>
            </a:extLst>
          </p:cNvPr>
          <p:cNvSpPr/>
          <p:nvPr/>
        </p:nvSpPr>
        <p:spPr>
          <a:xfrm>
            <a:off x="6369802" y="4293955"/>
            <a:ext cx="1368152" cy="50405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22AB22E-8440-4A4F-B423-A98E6F5ACFBD}"/>
              </a:ext>
            </a:extLst>
          </p:cNvPr>
          <p:cNvSpPr/>
          <p:nvPr/>
        </p:nvSpPr>
        <p:spPr>
          <a:xfrm>
            <a:off x="6369802" y="3711768"/>
            <a:ext cx="1368152" cy="582186"/>
          </a:xfrm>
          <a:prstGeom prst="rect">
            <a:avLst/>
          </a:prstGeom>
          <a:pattFill prst="wdDnDiag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645E8F6-A4B9-3648-ADC0-C9A25473693C}"/>
              </a:ext>
            </a:extLst>
          </p:cNvPr>
          <p:cNvSpPr txBox="1"/>
          <p:nvPr/>
        </p:nvSpPr>
        <p:spPr>
          <a:xfrm>
            <a:off x="6422935" y="2297283"/>
            <a:ext cx="1261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dirty="0"/>
              <a:t>应用程序</a:t>
            </a:r>
            <a:r>
              <a:rPr kumimoji="1" lang="en-US" altLang="zh-CN" dirty="0"/>
              <a:t>A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C9841DF-C806-E846-BF8A-878CDA91DCBD}"/>
              </a:ext>
            </a:extLst>
          </p:cNvPr>
          <p:cNvSpPr txBox="1"/>
          <p:nvPr/>
        </p:nvSpPr>
        <p:spPr>
          <a:xfrm>
            <a:off x="6422934" y="3271491"/>
            <a:ext cx="1261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dirty="0"/>
              <a:t>应用程序</a:t>
            </a:r>
            <a:r>
              <a:rPr kumimoji="1" lang="en-US" altLang="zh-CN" dirty="0"/>
              <a:t>B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1348B8C-5703-514A-A8AB-F8A380AD36A3}"/>
              </a:ext>
            </a:extLst>
          </p:cNvPr>
          <p:cNvSpPr txBox="1"/>
          <p:nvPr/>
        </p:nvSpPr>
        <p:spPr>
          <a:xfrm>
            <a:off x="6416521" y="4361317"/>
            <a:ext cx="1274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dirty="0"/>
              <a:t>应用程序</a:t>
            </a:r>
            <a:r>
              <a:rPr kumimoji="1" lang="en-US" altLang="zh-CN" dirty="0"/>
              <a:t>C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2B932F-F318-094A-B039-68C5828530E9}"/>
              </a:ext>
            </a:extLst>
          </p:cNvPr>
          <p:cNvSpPr/>
          <p:nvPr/>
        </p:nvSpPr>
        <p:spPr>
          <a:xfrm>
            <a:off x="836711" y="5175341"/>
            <a:ext cx="74705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000" b="1" dirty="0">
                <a:solidFill>
                  <a:schemeClr val="accent1"/>
                </a:solidFill>
              </a:rPr>
              <a:t>如何让</a:t>
            </a:r>
            <a:r>
              <a:rPr kumimoji="1" lang="en-US" altLang="zh-CN" sz="2000" b="1" dirty="0">
                <a:solidFill>
                  <a:schemeClr val="accent1"/>
                </a:solidFill>
              </a:rPr>
              <a:t>OS</a:t>
            </a:r>
            <a:r>
              <a:rPr kumimoji="1" lang="zh-CN" altLang="en-US" sz="2000" b="1" dirty="0">
                <a:solidFill>
                  <a:schemeClr val="accent1"/>
                </a:solidFill>
              </a:rPr>
              <a:t>与不同的应用程序都</a:t>
            </a:r>
            <a:r>
              <a:rPr kumimoji="1" lang="zh-CN" altLang="en-US" sz="2000" b="1" u="sng" dirty="0">
                <a:solidFill>
                  <a:schemeClr val="accent1"/>
                </a:solidFill>
              </a:rPr>
              <a:t>高效又安全</a:t>
            </a:r>
            <a:r>
              <a:rPr kumimoji="1" lang="zh-CN" altLang="en-US" sz="2000" b="1" dirty="0">
                <a:solidFill>
                  <a:schemeClr val="accent1"/>
                </a:solidFill>
              </a:rPr>
              <a:t>地使用物理内存资源？</a:t>
            </a:r>
            <a:endParaRPr lang="zh-CN" altLang="en-US" sz="20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64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BC3554-E3F8-2F4D-9715-30533069D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IBM</a:t>
            </a:r>
            <a:r>
              <a:rPr kumimoji="1" lang="zh-CN" altLang="en-US" dirty="0"/>
              <a:t> </a:t>
            </a:r>
            <a:r>
              <a:rPr kumimoji="1" lang="en-US" altLang="zh-CN" dirty="0"/>
              <a:t>OS/360</a:t>
            </a:r>
            <a:r>
              <a:rPr kumimoji="1" lang="zh-CN" altLang="en-US" dirty="0"/>
              <a:t>的内存隔离：</a:t>
            </a:r>
            <a:r>
              <a:rPr kumimoji="1" lang="en-US" altLang="zh-CN" dirty="0"/>
              <a:t>Protection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Key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19547F-D195-F04A-AA84-34CDA83D6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6635080" cy="4152633"/>
          </a:xfrm>
        </p:spPr>
        <p:txBody>
          <a:bodyPr>
            <a:normAutofit/>
          </a:bodyPr>
          <a:lstStyle/>
          <a:p>
            <a:r>
              <a:rPr kumimoji="1" lang="en-US" altLang="zh-CN" sz="2000" dirty="0"/>
              <a:t>Protection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key</a:t>
            </a:r>
            <a:r>
              <a:rPr kumimoji="1" lang="zh-CN" altLang="en-US" sz="2000" dirty="0"/>
              <a:t>机制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内存被划分为一个个大小为</a:t>
            </a:r>
            <a:r>
              <a:rPr kumimoji="1" lang="en-US" altLang="zh-CN" sz="1800" dirty="0"/>
              <a:t>2KB</a:t>
            </a:r>
            <a:r>
              <a:rPr kumimoji="1" lang="zh-CN" altLang="en-US" sz="1800" dirty="0"/>
              <a:t>的内存块（</a:t>
            </a:r>
            <a:r>
              <a:rPr kumimoji="1" lang="en-US" altLang="zh-CN" sz="1800" dirty="0"/>
              <a:t>Block</a:t>
            </a:r>
            <a:r>
              <a:rPr kumimoji="1" lang="zh-CN" altLang="en-US" sz="1800" dirty="0"/>
              <a:t>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每个内存块有一个</a:t>
            </a:r>
            <a:r>
              <a:rPr kumimoji="1" lang="en-US" altLang="zh-CN" sz="1800" dirty="0"/>
              <a:t>4-bit</a:t>
            </a:r>
            <a:r>
              <a:rPr kumimoji="1" lang="zh-CN" altLang="en-US" sz="1800" dirty="0"/>
              <a:t>的</a:t>
            </a:r>
            <a:r>
              <a:rPr kumimoji="1" lang="en-US" altLang="zh-CN" sz="1800" dirty="0"/>
              <a:t>key</a:t>
            </a:r>
            <a:r>
              <a:rPr kumimoji="1" lang="zh-CN" altLang="en-US" sz="1800" dirty="0"/>
              <a:t>，保存在寄存器中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1MB</a:t>
            </a:r>
            <a:r>
              <a:rPr kumimoji="1" lang="zh-CN" altLang="en-US" sz="1800" dirty="0"/>
              <a:t>内存需要</a:t>
            </a:r>
            <a:r>
              <a:rPr kumimoji="1" lang="en-US" altLang="zh-CN" sz="1800" dirty="0"/>
              <a:t>256</a:t>
            </a:r>
            <a:r>
              <a:rPr kumimoji="1" lang="zh-CN" altLang="en-US" sz="1800" dirty="0"/>
              <a:t>个保存</a:t>
            </a:r>
            <a:r>
              <a:rPr kumimoji="1" lang="en-US" altLang="zh-CN" sz="1800" dirty="0"/>
              <a:t>key</a:t>
            </a:r>
            <a:r>
              <a:rPr kumimoji="1" lang="zh-CN" altLang="en-US" sz="1800" dirty="0"/>
              <a:t>的寄存器，占</a:t>
            </a:r>
            <a:r>
              <a:rPr kumimoji="1" lang="en-US" altLang="zh-CN" sz="1800" dirty="0"/>
              <a:t>256-Byte</a:t>
            </a:r>
          </a:p>
          <a:p>
            <a:pPr lvl="2"/>
            <a:r>
              <a:rPr kumimoji="1" lang="zh-CN" altLang="en-US" sz="1600" dirty="0"/>
              <a:t>内存变大怎么办？需要改</a:t>
            </a:r>
            <a:r>
              <a:rPr kumimoji="1" lang="en-US" altLang="zh-CN" sz="1600" dirty="0"/>
              <a:t>CPU</a:t>
            </a:r>
            <a:r>
              <a:rPr kumimoji="1" lang="zh-CN" altLang="en-US" sz="1600" dirty="0"/>
              <a:t>以增加</a:t>
            </a:r>
            <a:r>
              <a:rPr kumimoji="1" lang="en-US" altLang="zh-CN" sz="1600" dirty="0"/>
              <a:t>key</a:t>
            </a:r>
            <a:r>
              <a:rPr kumimoji="1" lang="zh-CN" altLang="en-US" sz="1600" dirty="0"/>
              <a:t>寄存器</a:t>
            </a:r>
            <a:r>
              <a:rPr kumimoji="1" lang="en-US" altLang="zh-CN" sz="1600" dirty="0"/>
              <a:t>...</a:t>
            </a:r>
          </a:p>
          <a:p>
            <a:pPr lvl="1"/>
            <a:r>
              <a:rPr kumimoji="1" lang="zh-CN" altLang="en-US" sz="1800" dirty="0"/>
              <a:t>每个进程对应一个</a:t>
            </a:r>
            <a:r>
              <a:rPr kumimoji="1" lang="en-US" altLang="zh-CN" sz="1800" dirty="0"/>
              <a:t>key</a:t>
            </a:r>
          </a:p>
          <a:p>
            <a:pPr lvl="2"/>
            <a:r>
              <a:rPr kumimoji="1" lang="en-US" altLang="zh-CN" sz="1600" dirty="0"/>
              <a:t>CPU</a:t>
            </a:r>
            <a:r>
              <a:rPr kumimoji="1" lang="zh-CN" altLang="en-US" sz="1600" dirty="0"/>
              <a:t>用另一个专门的寄存器，保存当前运行进程的</a:t>
            </a:r>
            <a:r>
              <a:rPr kumimoji="1" lang="en-US" altLang="zh-CN" sz="1600" dirty="0"/>
              <a:t>key</a:t>
            </a:r>
          </a:p>
          <a:p>
            <a:pPr lvl="2"/>
            <a:r>
              <a:rPr kumimoji="1" lang="zh-CN" altLang="en-US" sz="1600" dirty="0"/>
              <a:t>不同进程的</a:t>
            </a:r>
            <a:r>
              <a:rPr kumimoji="1" lang="en-US" altLang="zh-CN" sz="1600" dirty="0"/>
              <a:t>key</a:t>
            </a:r>
            <a:r>
              <a:rPr kumimoji="1" lang="zh-CN" altLang="en-US" sz="1600" dirty="0"/>
              <a:t>不同</a:t>
            </a:r>
            <a:endParaRPr kumimoji="1" lang="en-US" altLang="zh-CN" sz="1600" dirty="0"/>
          </a:p>
          <a:p>
            <a:pPr lvl="1"/>
            <a:r>
              <a:rPr kumimoji="1" lang="zh-CN" altLang="en-US" sz="1800" dirty="0"/>
              <a:t>一个进程访问一块内存时</a:t>
            </a:r>
            <a:endParaRPr kumimoji="1" lang="en-US" altLang="zh-CN" sz="1800" dirty="0"/>
          </a:p>
          <a:p>
            <a:pPr lvl="2"/>
            <a:r>
              <a:rPr kumimoji="1" lang="en-US" altLang="zh-CN" sz="1600" dirty="0"/>
              <a:t>CPU</a:t>
            </a:r>
            <a:r>
              <a:rPr kumimoji="1" lang="zh-CN" altLang="en-US" sz="1600" dirty="0"/>
              <a:t>检查进程的</a:t>
            </a:r>
            <a:r>
              <a:rPr kumimoji="1" lang="en-US" altLang="zh-CN" sz="1600" dirty="0"/>
              <a:t>key</a:t>
            </a:r>
            <a:r>
              <a:rPr kumimoji="1" lang="zh-CN" altLang="en-US" sz="1600" dirty="0"/>
              <a:t>与内存的</a:t>
            </a:r>
            <a:r>
              <a:rPr kumimoji="1" lang="en-US" altLang="zh-CN" sz="1600" dirty="0"/>
              <a:t>key</a:t>
            </a:r>
            <a:r>
              <a:rPr kumimoji="1" lang="zh-CN" altLang="en-US" sz="1600" dirty="0"/>
              <a:t>是否匹配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40776C-C771-ED48-AE8A-653CBCEC4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5BCBA4-8C89-3A45-B624-88E6C9ABC3ED}"/>
              </a:ext>
            </a:extLst>
          </p:cNvPr>
          <p:cNvSpPr/>
          <p:nvPr/>
        </p:nvSpPr>
        <p:spPr>
          <a:xfrm>
            <a:off x="7148036" y="1853107"/>
            <a:ext cx="360040" cy="14401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600" b="1" dirty="0">
                <a:solidFill>
                  <a:schemeClr val="accent1"/>
                </a:solidFill>
              </a:rPr>
              <a:t>1101</a:t>
            </a:r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16EE305-72A3-3A45-81B6-46692A228D91}"/>
              </a:ext>
            </a:extLst>
          </p:cNvPr>
          <p:cNvSpPr/>
          <p:nvPr/>
        </p:nvSpPr>
        <p:spPr>
          <a:xfrm>
            <a:off x="7148036" y="1997123"/>
            <a:ext cx="360040" cy="14401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600" b="1" dirty="0">
                <a:solidFill>
                  <a:schemeClr val="accent1"/>
                </a:solidFill>
              </a:rPr>
              <a:t>1101</a:t>
            </a:r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EC73453-9FAE-9D46-B16B-B569AEC4D554}"/>
              </a:ext>
            </a:extLst>
          </p:cNvPr>
          <p:cNvSpPr/>
          <p:nvPr/>
        </p:nvSpPr>
        <p:spPr>
          <a:xfrm>
            <a:off x="7148036" y="2141139"/>
            <a:ext cx="360040" cy="14401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600" b="1" dirty="0">
                <a:solidFill>
                  <a:schemeClr val="accent1"/>
                </a:solidFill>
              </a:rPr>
              <a:t>1101</a:t>
            </a:r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A19D028-B0EF-EC45-BD5F-B057413D5CF8}"/>
              </a:ext>
            </a:extLst>
          </p:cNvPr>
          <p:cNvSpPr/>
          <p:nvPr/>
        </p:nvSpPr>
        <p:spPr>
          <a:xfrm>
            <a:off x="7148036" y="2285155"/>
            <a:ext cx="360040" cy="14401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600" b="1" dirty="0">
                <a:solidFill>
                  <a:schemeClr val="accent1"/>
                </a:solidFill>
              </a:rPr>
              <a:t>1101</a:t>
            </a:r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94E513F-0C1C-5548-8E3D-7AB5ABED1991}"/>
              </a:ext>
            </a:extLst>
          </p:cNvPr>
          <p:cNvSpPr/>
          <p:nvPr/>
        </p:nvSpPr>
        <p:spPr>
          <a:xfrm>
            <a:off x="7148036" y="2743813"/>
            <a:ext cx="360040" cy="14401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600" b="1" dirty="0">
                <a:solidFill>
                  <a:schemeClr val="accent1"/>
                </a:solidFill>
              </a:rPr>
              <a:t>0011</a:t>
            </a:r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1792550-8668-314D-8F27-4911F6F5D3BC}"/>
              </a:ext>
            </a:extLst>
          </p:cNvPr>
          <p:cNvSpPr/>
          <p:nvPr/>
        </p:nvSpPr>
        <p:spPr>
          <a:xfrm>
            <a:off x="7148036" y="2887829"/>
            <a:ext cx="360040" cy="14401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600" b="1" dirty="0">
                <a:solidFill>
                  <a:schemeClr val="accent1"/>
                </a:solidFill>
              </a:rPr>
              <a:t>0011</a:t>
            </a:r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E5B4A91-48E0-A74C-A0EC-2CD5467536F5}"/>
              </a:ext>
            </a:extLst>
          </p:cNvPr>
          <p:cNvSpPr/>
          <p:nvPr/>
        </p:nvSpPr>
        <p:spPr>
          <a:xfrm>
            <a:off x="7148036" y="3031845"/>
            <a:ext cx="360040" cy="14401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600" b="1" dirty="0">
                <a:solidFill>
                  <a:schemeClr val="accent1"/>
                </a:solidFill>
              </a:rPr>
              <a:t>0011</a:t>
            </a:r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5596EE5-4922-EC4E-9973-BA1A17AAE217}"/>
              </a:ext>
            </a:extLst>
          </p:cNvPr>
          <p:cNvSpPr/>
          <p:nvPr/>
        </p:nvSpPr>
        <p:spPr>
          <a:xfrm>
            <a:off x="7148036" y="3175861"/>
            <a:ext cx="360040" cy="14401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600" b="1" dirty="0">
                <a:solidFill>
                  <a:schemeClr val="accent1"/>
                </a:solidFill>
              </a:rPr>
              <a:t>0011</a:t>
            </a:r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0B555F9-0A8E-8E46-96D1-B743ACE0F064}"/>
              </a:ext>
            </a:extLst>
          </p:cNvPr>
          <p:cNvSpPr txBox="1"/>
          <p:nvPr/>
        </p:nvSpPr>
        <p:spPr>
          <a:xfrm>
            <a:off x="7184040" y="2410195"/>
            <a:ext cx="2880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>
                <a:solidFill>
                  <a:schemeClr val="accent1"/>
                </a:solidFill>
              </a:rPr>
              <a:t>...</a:t>
            </a:r>
            <a:endParaRPr kumimoji="1"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7DEC5C9-FF20-F044-926E-79368EB8F967}"/>
              </a:ext>
            </a:extLst>
          </p:cNvPr>
          <p:cNvSpPr/>
          <p:nvPr/>
        </p:nvSpPr>
        <p:spPr>
          <a:xfrm>
            <a:off x="7792070" y="1853107"/>
            <a:ext cx="868134" cy="144016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B7EB88B-5331-AB47-9B4F-9EC622BE5848}"/>
              </a:ext>
            </a:extLst>
          </p:cNvPr>
          <p:cNvSpPr/>
          <p:nvPr/>
        </p:nvSpPr>
        <p:spPr>
          <a:xfrm>
            <a:off x="7792070" y="1997123"/>
            <a:ext cx="868134" cy="144016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2166F4C-CD83-1348-AA1C-9D4AB1ED9F76}"/>
              </a:ext>
            </a:extLst>
          </p:cNvPr>
          <p:cNvSpPr/>
          <p:nvPr/>
        </p:nvSpPr>
        <p:spPr>
          <a:xfrm>
            <a:off x="7792070" y="2141139"/>
            <a:ext cx="868134" cy="144016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8221C8-38E1-DA4B-83C5-C0FB30E4D170}"/>
              </a:ext>
            </a:extLst>
          </p:cNvPr>
          <p:cNvSpPr/>
          <p:nvPr/>
        </p:nvSpPr>
        <p:spPr>
          <a:xfrm>
            <a:off x="7792070" y="2285155"/>
            <a:ext cx="868134" cy="144016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D587AA8-DA23-3541-A086-1A9B6F7D6161}"/>
              </a:ext>
            </a:extLst>
          </p:cNvPr>
          <p:cNvSpPr/>
          <p:nvPr/>
        </p:nvSpPr>
        <p:spPr>
          <a:xfrm>
            <a:off x="7792070" y="2743813"/>
            <a:ext cx="868134" cy="144016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C2B72D1-4333-E240-9352-F58536304FE1}"/>
              </a:ext>
            </a:extLst>
          </p:cNvPr>
          <p:cNvSpPr/>
          <p:nvPr/>
        </p:nvSpPr>
        <p:spPr>
          <a:xfrm>
            <a:off x="7792070" y="2887829"/>
            <a:ext cx="868134" cy="144016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385A8BE-9F7C-C34A-99FF-1F4C2A252D51}"/>
              </a:ext>
            </a:extLst>
          </p:cNvPr>
          <p:cNvSpPr/>
          <p:nvPr/>
        </p:nvSpPr>
        <p:spPr>
          <a:xfrm>
            <a:off x="7792070" y="3031845"/>
            <a:ext cx="868134" cy="144016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909F995-7297-2043-B650-67B9E1060E92}"/>
              </a:ext>
            </a:extLst>
          </p:cNvPr>
          <p:cNvSpPr/>
          <p:nvPr/>
        </p:nvSpPr>
        <p:spPr>
          <a:xfrm>
            <a:off x="7792070" y="3175861"/>
            <a:ext cx="868134" cy="144016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99ECAC9-FA3A-2C42-9179-E5B90657598F}"/>
              </a:ext>
            </a:extLst>
          </p:cNvPr>
          <p:cNvSpPr txBox="1"/>
          <p:nvPr/>
        </p:nvSpPr>
        <p:spPr>
          <a:xfrm>
            <a:off x="7828073" y="2410195"/>
            <a:ext cx="6945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>
                <a:solidFill>
                  <a:schemeClr val="accent3"/>
                </a:solidFill>
              </a:rPr>
              <a:t>...</a:t>
            </a:r>
            <a:endParaRPr kumimoji="1" lang="zh-CN" altLang="en-US" sz="1100" dirty="0">
              <a:solidFill>
                <a:schemeClr val="accent3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F377FBE-6372-A245-B570-C702EA19F787}"/>
              </a:ext>
            </a:extLst>
          </p:cNvPr>
          <p:cNvSpPr txBox="1"/>
          <p:nvPr/>
        </p:nvSpPr>
        <p:spPr>
          <a:xfrm>
            <a:off x="6855966" y="1337488"/>
            <a:ext cx="9361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b="1" dirty="0">
                <a:solidFill>
                  <a:schemeClr val="accent1"/>
                </a:solidFill>
              </a:rPr>
              <a:t>key</a:t>
            </a:r>
          </a:p>
          <a:p>
            <a:pPr algn="ctr"/>
            <a:r>
              <a:rPr kumimoji="1" lang="zh-CN" altLang="en-US" sz="1100" b="1" dirty="0">
                <a:solidFill>
                  <a:schemeClr val="accent1"/>
                </a:solidFill>
              </a:rPr>
              <a:t>寄存器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8095476-9792-6743-8FF1-F3FB629D1E91}"/>
              </a:ext>
            </a:extLst>
          </p:cNvPr>
          <p:cNvSpPr txBox="1"/>
          <p:nvPr/>
        </p:nvSpPr>
        <p:spPr>
          <a:xfrm>
            <a:off x="7707274" y="1479668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100" b="1" dirty="0">
                <a:solidFill>
                  <a:schemeClr val="accent3"/>
                </a:solidFill>
              </a:rPr>
              <a:t>物理内存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3238F12-3C44-A748-9752-6F68B833508A}"/>
              </a:ext>
            </a:extLst>
          </p:cNvPr>
          <p:cNvSpPr txBox="1"/>
          <p:nvPr/>
        </p:nvSpPr>
        <p:spPr>
          <a:xfrm>
            <a:off x="7076028" y="3355088"/>
            <a:ext cx="504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900" dirty="0">
                <a:solidFill>
                  <a:schemeClr val="accent1"/>
                </a:solidFill>
              </a:rPr>
              <a:t>4-bit</a:t>
            </a:r>
            <a:endParaRPr kumimoji="1" lang="zh-CN" altLang="en-US" sz="900" dirty="0">
              <a:solidFill>
                <a:schemeClr val="accent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013AAE0-5685-A348-89B8-B4E0988DEBBC}"/>
              </a:ext>
            </a:extLst>
          </p:cNvPr>
          <p:cNvSpPr txBox="1"/>
          <p:nvPr/>
        </p:nvSpPr>
        <p:spPr>
          <a:xfrm>
            <a:off x="7974109" y="3351963"/>
            <a:ext cx="504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900" dirty="0">
                <a:solidFill>
                  <a:schemeClr val="accent3"/>
                </a:solidFill>
              </a:rPr>
              <a:t>2-KB</a:t>
            </a:r>
            <a:endParaRPr kumimoji="1" lang="zh-CN" altLang="en-US" sz="900" dirty="0">
              <a:solidFill>
                <a:schemeClr val="accent3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8575224-5F2F-CC45-A89A-16D38C7FD994}"/>
              </a:ext>
            </a:extLst>
          </p:cNvPr>
          <p:cNvSpPr txBox="1"/>
          <p:nvPr/>
        </p:nvSpPr>
        <p:spPr>
          <a:xfrm rot="16200000">
            <a:off x="6513175" y="2929961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程序</a:t>
            </a:r>
            <a:r>
              <a:rPr kumimoji="1" lang="en-US" altLang="zh-CN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-2</a:t>
            </a:r>
            <a:endParaRPr kumimoji="1" lang="zh-CN" altLang="en-US" sz="1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C856B73-CDC1-2445-9B04-8983045EA2E8}"/>
              </a:ext>
            </a:extLst>
          </p:cNvPr>
          <p:cNvSpPr txBox="1"/>
          <p:nvPr/>
        </p:nvSpPr>
        <p:spPr>
          <a:xfrm rot="16200000">
            <a:off x="6513175" y="2010334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程序</a:t>
            </a:r>
            <a:r>
              <a:rPr kumimoji="1" lang="en-US" altLang="zh-CN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-1</a:t>
            </a:r>
            <a:endParaRPr kumimoji="1" lang="zh-CN" altLang="en-US" sz="1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49584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8F1BB2-4ADA-254A-8968-2F5DFBAB6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Protection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Key</a:t>
            </a:r>
            <a:r>
              <a:rPr kumimoji="1" lang="zh-CN" altLang="en-US" dirty="0"/>
              <a:t>机制的挑战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E36B30-DDC6-4944-9B0E-3733EC61E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7931224" cy="4044279"/>
          </a:xfrm>
        </p:spPr>
        <p:txBody>
          <a:bodyPr>
            <a:normAutofit lnSpcReduction="10000"/>
          </a:bodyPr>
          <a:lstStyle/>
          <a:p>
            <a:r>
              <a:rPr kumimoji="1" lang="zh-CN" altLang="en-US" sz="1800" dirty="0"/>
              <a:t>应用加载与隔离</a:t>
            </a:r>
            <a:endParaRPr kumimoji="1" lang="en-US" altLang="zh-CN" sz="1800" dirty="0"/>
          </a:p>
          <a:p>
            <a:pPr lvl="1"/>
            <a:r>
              <a:rPr kumimoji="1" lang="zh-CN" altLang="en-US" sz="1600" dirty="0"/>
              <a:t>不同应用被加载到不同的物理地址段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不同应用的</a:t>
            </a:r>
            <a:r>
              <a:rPr kumimoji="1" lang="en-US" altLang="zh-CN" sz="1600" dirty="0"/>
              <a:t>key</a:t>
            </a:r>
            <a:r>
              <a:rPr kumimoji="1" lang="zh-CN" altLang="en-US" sz="1600" dirty="0"/>
              <a:t>不同，以保证隔离</a:t>
            </a:r>
            <a:endParaRPr kumimoji="1" lang="en-US" altLang="zh-CN" sz="1600" dirty="0"/>
          </a:p>
          <a:p>
            <a:r>
              <a:rPr kumimoji="1" lang="zh-CN" altLang="en-US" sz="1800" dirty="0"/>
              <a:t>问题</a:t>
            </a:r>
            <a:endParaRPr kumimoji="1" lang="en-US" altLang="zh-CN" sz="1800" dirty="0"/>
          </a:p>
          <a:p>
            <a:pPr lvl="1"/>
            <a:r>
              <a:rPr kumimoji="1" lang="zh-CN" altLang="en-US" sz="1600" dirty="0"/>
              <a:t>同一个二进制文件，程序</a:t>
            </a:r>
            <a:r>
              <a:rPr kumimoji="1" lang="en-US" altLang="zh-CN" sz="1600" dirty="0"/>
              <a:t>-1</a:t>
            </a:r>
            <a:r>
              <a:rPr kumimoji="1" lang="zh-CN" altLang="en-US" sz="1600" dirty="0"/>
              <a:t>加载到</a:t>
            </a:r>
            <a:r>
              <a:rPr kumimoji="1" lang="en-US" altLang="zh-CN" sz="1600" dirty="0"/>
              <a:t>0000-1000</a:t>
            </a:r>
            <a:r>
              <a:rPr kumimoji="1" lang="zh-CN" altLang="en-US" sz="1600" dirty="0"/>
              <a:t>地址段，</a:t>
            </a:r>
            <a:br>
              <a:rPr kumimoji="1" lang="en-US" altLang="zh-CN" sz="1600" dirty="0"/>
            </a:br>
            <a:r>
              <a:rPr kumimoji="1" lang="zh-CN" altLang="en-US" sz="1600" dirty="0"/>
              <a:t>程序</a:t>
            </a:r>
            <a:r>
              <a:rPr kumimoji="1" lang="en-US" altLang="zh-CN" sz="1600" dirty="0"/>
              <a:t>-2</a:t>
            </a:r>
            <a:r>
              <a:rPr kumimoji="1" lang="zh-CN" altLang="en-US" sz="1600" dirty="0"/>
              <a:t>加载到</a:t>
            </a:r>
            <a:r>
              <a:rPr kumimoji="1" lang="en-US" altLang="zh-CN" sz="1600" dirty="0"/>
              <a:t>5000-6000</a:t>
            </a:r>
            <a:r>
              <a:rPr kumimoji="1" lang="zh-CN" altLang="en-US" sz="1600" dirty="0"/>
              <a:t>地址段</a:t>
            </a:r>
            <a:endParaRPr kumimoji="1" lang="en-US" altLang="zh-CN" sz="1600" dirty="0"/>
          </a:p>
          <a:p>
            <a:pPr lvl="1"/>
            <a:r>
              <a:rPr kumimoji="1" lang="en-US" altLang="zh-CN" sz="1600" dirty="0"/>
              <a:t>"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JMP</a:t>
            </a:r>
            <a:r>
              <a:rPr kumimoji="1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42</a:t>
            </a:r>
            <a:r>
              <a:rPr kumimoji="1" lang="en-US" altLang="zh-CN" sz="1600" dirty="0"/>
              <a:t>"</a:t>
            </a:r>
            <a:r>
              <a:rPr kumimoji="1" lang="zh-CN" altLang="en-US" sz="1600" dirty="0"/>
              <a:t>，程序</a:t>
            </a:r>
            <a:r>
              <a:rPr kumimoji="1" lang="en-US" altLang="zh-CN" sz="1600" dirty="0"/>
              <a:t>-1</a:t>
            </a:r>
            <a:r>
              <a:rPr kumimoji="1" lang="zh-CN" altLang="en-US" sz="1600" dirty="0"/>
              <a:t>能执行，程序</a:t>
            </a:r>
            <a:r>
              <a:rPr kumimoji="1" lang="en-US" altLang="zh-CN" sz="1600" dirty="0"/>
              <a:t>-2</a:t>
            </a:r>
            <a:r>
              <a:rPr kumimoji="1" lang="zh-CN" altLang="en-US" sz="1600" dirty="0"/>
              <a:t>会出错</a:t>
            </a:r>
            <a:endParaRPr kumimoji="1" lang="en-US" altLang="zh-CN" sz="1600" dirty="0"/>
          </a:p>
          <a:p>
            <a:r>
              <a:rPr kumimoji="1" lang="zh-CN" altLang="en-US" sz="1800" dirty="0"/>
              <a:t>解决方法</a:t>
            </a:r>
            <a:endParaRPr kumimoji="1" lang="en-US" altLang="zh-CN" sz="1800" dirty="0"/>
          </a:p>
          <a:p>
            <a:pPr lvl="1"/>
            <a:r>
              <a:rPr kumimoji="1" lang="zh-CN" altLang="en-US" sz="1600" dirty="0"/>
              <a:t>代码中所有地址在加载过程中都需要增加一个偏移量，如改为：</a:t>
            </a:r>
            <a:r>
              <a:rPr kumimoji="1" lang="en-US" altLang="zh-CN" sz="1600" dirty="0"/>
              <a:t>"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JMP</a:t>
            </a:r>
            <a:r>
              <a:rPr kumimoji="1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5042</a:t>
            </a:r>
            <a:r>
              <a:rPr kumimoji="1" lang="en-US" altLang="zh-CN" sz="1600" dirty="0"/>
              <a:t>"</a:t>
            </a:r>
          </a:p>
          <a:p>
            <a:pPr lvl="1"/>
            <a:r>
              <a:rPr kumimoji="1" lang="zh-CN" altLang="en-US" sz="1600" dirty="0"/>
              <a:t>新的问题：</a:t>
            </a:r>
            <a:endParaRPr kumimoji="1" lang="en-US" altLang="zh-CN" sz="1600" dirty="0"/>
          </a:p>
          <a:p>
            <a:pPr lvl="2"/>
            <a:r>
              <a:rPr kumimoji="1" lang="zh-CN" altLang="en-US" sz="1400" dirty="0"/>
              <a:t>加载过程变得更慢</a:t>
            </a:r>
            <a:endParaRPr kumimoji="1" lang="en-US" altLang="zh-CN" sz="1400" dirty="0"/>
          </a:p>
          <a:p>
            <a:pPr lvl="2"/>
            <a:r>
              <a:rPr kumimoji="1" lang="zh-CN" altLang="en-US" sz="1400" dirty="0"/>
              <a:t>如何在代码中定位所有的地址？如 </a:t>
            </a:r>
            <a:r>
              <a:rPr kumimoji="1" lang="en-US" altLang="zh-CN" sz="1400" dirty="0"/>
              <a:t>"</a:t>
            </a:r>
            <a:r>
              <a:rPr kumimoji="1"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MOV</a:t>
            </a:r>
            <a:r>
              <a:rPr kumimoji="1"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REG1,</a:t>
            </a:r>
            <a:r>
              <a:rPr kumimoji="1"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42</a:t>
            </a:r>
            <a:r>
              <a:rPr kumimoji="1" lang="en-US" altLang="zh-CN" sz="1400" dirty="0"/>
              <a:t>"</a:t>
            </a:r>
            <a:r>
              <a:rPr kumimoji="1" lang="zh-CN" altLang="en-US" sz="1400" dirty="0"/>
              <a:t>，其中的</a:t>
            </a:r>
            <a:r>
              <a:rPr kumimoji="1" lang="en-US" altLang="zh-CN" sz="1400" dirty="0"/>
              <a:t>42</a:t>
            </a:r>
            <a:r>
              <a:rPr kumimoji="1" lang="zh-CN" altLang="en-US" sz="1400" dirty="0"/>
              <a:t>是地址还是数据？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5CC016-AFE2-1F44-ACE1-C57BC3C3D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8488DB0-4EF6-E94F-8476-D293C9E1E8C7}"/>
              </a:ext>
            </a:extLst>
          </p:cNvPr>
          <p:cNvSpPr/>
          <p:nvPr/>
        </p:nvSpPr>
        <p:spPr>
          <a:xfrm>
            <a:off x="7148036" y="1853107"/>
            <a:ext cx="360040" cy="14401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600" b="1" dirty="0">
                <a:solidFill>
                  <a:schemeClr val="accent1"/>
                </a:solidFill>
              </a:rPr>
              <a:t>1101</a:t>
            </a:r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F78242E-AD48-864A-B6A7-BC4CF4ADB586}"/>
              </a:ext>
            </a:extLst>
          </p:cNvPr>
          <p:cNvSpPr/>
          <p:nvPr/>
        </p:nvSpPr>
        <p:spPr>
          <a:xfrm>
            <a:off x="7148036" y="1997123"/>
            <a:ext cx="360040" cy="14401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600" b="1" dirty="0">
                <a:solidFill>
                  <a:schemeClr val="accent1"/>
                </a:solidFill>
              </a:rPr>
              <a:t>1101</a:t>
            </a:r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18DDED4-21C8-E84A-AEEC-BA0ED9FE0439}"/>
              </a:ext>
            </a:extLst>
          </p:cNvPr>
          <p:cNvSpPr/>
          <p:nvPr/>
        </p:nvSpPr>
        <p:spPr>
          <a:xfrm>
            <a:off x="7148036" y="2141139"/>
            <a:ext cx="360040" cy="14401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600" b="1" dirty="0">
                <a:solidFill>
                  <a:schemeClr val="accent1"/>
                </a:solidFill>
              </a:rPr>
              <a:t>1101</a:t>
            </a:r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DEBA63-445C-D947-A97A-B2020F94F12E}"/>
              </a:ext>
            </a:extLst>
          </p:cNvPr>
          <p:cNvSpPr/>
          <p:nvPr/>
        </p:nvSpPr>
        <p:spPr>
          <a:xfrm>
            <a:off x="7148036" y="2285155"/>
            <a:ext cx="360040" cy="14401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600" b="1" dirty="0">
                <a:solidFill>
                  <a:schemeClr val="accent1"/>
                </a:solidFill>
              </a:rPr>
              <a:t>1101</a:t>
            </a:r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5A0AF1-D08A-034A-B304-EA2C0A48BE99}"/>
              </a:ext>
            </a:extLst>
          </p:cNvPr>
          <p:cNvSpPr/>
          <p:nvPr/>
        </p:nvSpPr>
        <p:spPr>
          <a:xfrm>
            <a:off x="7148036" y="2743813"/>
            <a:ext cx="360040" cy="14401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600" b="1" dirty="0">
                <a:solidFill>
                  <a:schemeClr val="accent1"/>
                </a:solidFill>
              </a:rPr>
              <a:t>0011</a:t>
            </a:r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0ABE19A-B34F-C245-B1AB-9C9E0425460D}"/>
              </a:ext>
            </a:extLst>
          </p:cNvPr>
          <p:cNvSpPr/>
          <p:nvPr/>
        </p:nvSpPr>
        <p:spPr>
          <a:xfrm>
            <a:off x="7148036" y="2887829"/>
            <a:ext cx="360040" cy="14401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600" b="1" dirty="0">
                <a:solidFill>
                  <a:schemeClr val="accent1"/>
                </a:solidFill>
              </a:rPr>
              <a:t>0011</a:t>
            </a:r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DD66702-A753-5341-AB5D-5B825FA1313F}"/>
              </a:ext>
            </a:extLst>
          </p:cNvPr>
          <p:cNvSpPr/>
          <p:nvPr/>
        </p:nvSpPr>
        <p:spPr>
          <a:xfrm>
            <a:off x="7148036" y="3031845"/>
            <a:ext cx="360040" cy="14401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600" b="1" dirty="0">
                <a:solidFill>
                  <a:schemeClr val="accent1"/>
                </a:solidFill>
              </a:rPr>
              <a:t>0011</a:t>
            </a:r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C1B9193-1A3D-244E-8689-ED0A988AA2AA}"/>
              </a:ext>
            </a:extLst>
          </p:cNvPr>
          <p:cNvSpPr/>
          <p:nvPr/>
        </p:nvSpPr>
        <p:spPr>
          <a:xfrm>
            <a:off x="7148036" y="3175861"/>
            <a:ext cx="360040" cy="14401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600" b="1" dirty="0">
                <a:solidFill>
                  <a:schemeClr val="accent1"/>
                </a:solidFill>
              </a:rPr>
              <a:t>0011</a:t>
            </a:r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009BE53-DECA-FC40-B8BC-4763237F1031}"/>
              </a:ext>
            </a:extLst>
          </p:cNvPr>
          <p:cNvSpPr txBox="1"/>
          <p:nvPr/>
        </p:nvSpPr>
        <p:spPr>
          <a:xfrm>
            <a:off x="7184040" y="2410195"/>
            <a:ext cx="2880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>
                <a:solidFill>
                  <a:schemeClr val="accent1"/>
                </a:solidFill>
              </a:rPr>
              <a:t>...</a:t>
            </a:r>
            <a:endParaRPr kumimoji="1"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FA289F6-1A71-4D4C-AFF0-8C928081D190}"/>
              </a:ext>
            </a:extLst>
          </p:cNvPr>
          <p:cNvSpPr/>
          <p:nvPr/>
        </p:nvSpPr>
        <p:spPr>
          <a:xfrm>
            <a:off x="7792070" y="1853107"/>
            <a:ext cx="868134" cy="144016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1CA4319-207E-924D-89C9-769810324987}"/>
              </a:ext>
            </a:extLst>
          </p:cNvPr>
          <p:cNvSpPr/>
          <p:nvPr/>
        </p:nvSpPr>
        <p:spPr>
          <a:xfrm>
            <a:off x="7792070" y="1997123"/>
            <a:ext cx="868134" cy="144016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E168C39-6FA0-8F47-B884-73A572E4CBD9}"/>
              </a:ext>
            </a:extLst>
          </p:cNvPr>
          <p:cNvSpPr/>
          <p:nvPr/>
        </p:nvSpPr>
        <p:spPr>
          <a:xfrm>
            <a:off x="7792070" y="2141139"/>
            <a:ext cx="868134" cy="144016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D8ED372-381E-5B4F-933A-CAD87240DE01}"/>
              </a:ext>
            </a:extLst>
          </p:cNvPr>
          <p:cNvSpPr/>
          <p:nvPr/>
        </p:nvSpPr>
        <p:spPr>
          <a:xfrm>
            <a:off x="7792070" y="2285155"/>
            <a:ext cx="868134" cy="144016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35A6400-CD37-5540-A05C-2EBCEE52DD2C}"/>
              </a:ext>
            </a:extLst>
          </p:cNvPr>
          <p:cNvSpPr/>
          <p:nvPr/>
        </p:nvSpPr>
        <p:spPr>
          <a:xfrm>
            <a:off x="7792070" y="2743813"/>
            <a:ext cx="868134" cy="144016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2A47A35-54BE-0D48-95BE-7D5D4D7268DF}"/>
              </a:ext>
            </a:extLst>
          </p:cNvPr>
          <p:cNvSpPr/>
          <p:nvPr/>
        </p:nvSpPr>
        <p:spPr>
          <a:xfrm>
            <a:off x="7792070" y="2887829"/>
            <a:ext cx="868134" cy="144016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09CFC43-6C3F-C548-94E0-F827D2562BCD}"/>
              </a:ext>
            </a:extLst>
          </p:cNvPr>
          <p:cNvSpPr/>
          <p:nvPr/>
        </p:nvSpPr>
        <p:spPr>
          <a:xfrm>
            <a:off x="7792070" y="3031845"/>
            <a:ext cx="868134" cy="144016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A503FDD-5DD2-7543-8BA8-16BA3C293213}"/>
              </a:ext>
            </a:extLst>
          </p:cNvPr>
          <p:cNvSpPr/>
          <p:nvPr/>
        </p:nvSpPr>
        <p:spPr>
          <a:xfrm>
            <a:off x="7792070" y="3175861"/>
            <a:ext cx="868134" cy="144016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600" b="1" dirty="0">
              <a:solidFill>
                <a:schemeClr val="accent1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99E14AA-6A0B-2F49-81CE-0F4C62608B36}"/>
              </a:ext>
            </a:extLst>
          </p:cNvPr>
          <p:cNvSpPr txBox="1"/>
          <p:nvPr/>
        </p:nvSpPr>
        <p:spPr>
          <a:xfrm>
            <a:off x="7828073" y="2410195"/>
            <a:ext cx="6945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>
                <a:solidFill>
                  <a:schemeClr val="accent3"/>
                </a:solidFill>
              </a:rPr>
              <a:t>...</a:t>
            </a:r>
            <a:endParaRPr kumimoji="1" lang="zh-CN" altLang="en-US" sz="1100" dirty="0">
              <a:solidFill>
                <a:schemeClr val="accent3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939ACE1-0A5A-DD43-907E-F4E43426D618}"/>
              </a:ext>
            </a:extLst>
          </p:cNvPr>
          <p:cNvSpPr txBox="1"/>
          <p:nvPr/>
        </p:nvSpPr>
        <p:spPr>
          <a:xfrm>
            <a:off x="6855966" y="1337488"/>
            <a:ext cx="9361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b="1" dirty="0">
                <a:solidFill>
                  <a:schemeClr val="accent1"/>
                </a:solidFill>
              </a:rPr>
              <a:t>key</a:t>
            </a:r>
          </a:p>
          <a:p>
            <a:pPr algn="ctr"/>
            <a:r>
              <a:rPr kumimoji="1" lang="zh-CN" altLang="en-US" sz="1100" b="1" dirty="0">
                <a:solidFill>
                  <a:schemeClr val="accent1"/>
                </a:solidFill>
              </a:rPr>
              <a:t>寄存器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494EC52-C858-CB4A-AD95-92491E7A2662}"/>
              </a:ext>
            </a:extLst>
          </p:cNvPr>
          <p:cNvSpPr txBox="1"/>
          <p:nvPr/>
        </p:nvSpPr>
        <p:spPr>
          <a:xfrm>
            <a:off x="7707274" y="1479668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100" b="1" dirty="0">
                <a:solidFill>
                  <a:schemeClr val="accent3"/>
                </a:solidFill>
              </a:rPr>
              <a:t>物理内存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6C66F30-EBB7-124E-B692-4F38DAE22906}"/>
              </a:ext>
            </a:extLst>
          </p:cNvPr>
          <p:cNvSpPr txBox="1"/>
          <p:nvPr/>
        </p:nvSpPr>
        <p:spPr>
          <a:xfrm>
            <a:off x="7076028" y="3355088"/>
            <a:ext cx="504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900" dirty="0">
                <a:solidFill>
                  <a:schemeClr val="accent1"/>
                </a:solidFill>
              </a:rPr>
              <a:t>4-bit</a:t>
            </a:r>
            <a:endParaRPr kumimoji="1" lang="zh-CN" altLang="en-US" sz="900" dirty="0">
              <a:solidFill>
                <a:schemeClr val="accent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B461DF8-E3D0-9C45-B5CF-0338AB871B3E}"/>
              </a:ext>
            </a:extLst>
          </p:cNvPr>
          <p:cNvSpPr txBox="1"/>
          <p:nvPr/>
        </p:nvSpPr>
        <p:spPr>
          <a:xfrm>
            <a:off x="7974109" y="3351963"/>
            <a:ext cx="504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900" dirty="0">
                <a:solidFill>
                  <a:schemeClr val="accent3"/>
                </a:solidFill>
              </a:rPr>
              <a:t>2-KB</a:t>
            </a:r>
            <a:endParaRPr kumimoji="1" lang="zh-CN" altLang="en-US" sz="900" dirty="0">
              <a:solidFill>
                <a:schemeClr val="accent3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A10239C-BAAC-C94F-B3BD-46F538A2F1B2}"/>
              </a:ext>
            </a:extLst>
          </p:cNvPr>
          <p:cNvSpPr txBox="1"/>
          <p:nvPr/>
        </p:nvSpPr>
        <p:spPr>
          <a:xfrm rot="16200000">
            <a:off x="6513175" y="2929961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程序</a:t>
            </a:r>
            <a:r>
              <a:rPr kumimoji="1" lang="en-US" altLang="zh-CN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-2</a:t>
            </a:r>
            <a:endParaRPr kumimoji="1" lang="zh-CN" altLang="en-US" sz="1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868A48E-6B35-0644-9347-52883884B8A3}"/>
              </a:ext>
            </a:extLst>
          </p:cNvPr>
          <p:cNvSpPr txBox="1"/>
          <p:nvPr/>
        </p:nvSpPr>
        <p:spPr>
          <a:xfrm rot="16200000">
            <a:off x="6513175" y="2010334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程序</a:t>
            </a:r>
            <a:r>
              <a:rPr kumimoji="1" lang="en-US" altLang="zh-CN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-1</a:t>
            </a:r>
            <a:endParaRPr kumimoji="1" lang="zh-CN" altLang="en-US" sz="1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9486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337E82-9BC3-734F-8C04-C726FDCAF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使用物理地址的缺点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A60649-000C-0048-917C-801FA75BE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物理地址对应用是可知的，导致：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一个应用会因其他应用的加载而受到影响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一个应用可通过自身的内存地址，猜测出其他应用的加载位置</a:t>
            </a:r>
            <a:endParaRPr kumimoji="1" lang="en-US" altLang="zh-CN" sz="2000" dirty="0"/>
          </a:p>
          <a:p>
            <a:r>
              <a:rPr kumimoji="1" lang="zh-CN" altLang="en-US" sz="2400" dirty="0"/>
              <a:t>是否可以让应用看不见物理地址？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不用关心其他进程，不受其他进程的影响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看不见其他进程的信息，更强的隔离能力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5FDD02-DB8B-F448-9181-DD38B1B69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73282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1ED9CA-2BC5-8049-AC01-FF74C064A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虚拟地址 </a:t>
            </a:r>
            <a:r>
              <a:rPr kumimoji="1" lang="en-US" altLang="zh-CN" dirty="0"/>
              <a:t>VS.</a:t>
            </a:r>
            <a:r>
              <a:rPr kumimoji="1" lang="zh-CN" altLang="en-US" dirty="0"/>
              <a:t> 物理地址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562C9B-E51C-8048-9EEE-5E6F41F7C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虚拟内存抽象下，程序使用虚拟地址访问主存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虚拟地址会被硬件</a:t>
            </a:r>
            <a:r>
              <a:rPr kumimoji="1" lang="en-US" altLang="zh-CN" sz="2000" dirty="0"/>
              <a:t>"</a:t>
            </a:r>
            <a:r>
              <a:rPr kumimoji="1" lang="zh-CN" altLang="en-US" sz="2000" dirty="0"/>
              <a:t>自动地</a:t>
            </a:r>
            <a:r>
              <a:rPr kumimoji="1" lang="en-US" altLang="zh-CN" sz="2000" dirty="0"/>
              <a:t>"</a:t>
            </a:r>
            <a:r>
              <a:rPr kumimoji="1" lang="zh-CN" altLang="en-US" sz="2000" dirty="0">
                <a:solidFill>
                  <a:srgbClr val="BD374B"/>
                </a:solidFill>
              </a:rPr>
              <a:t>翻译</a:t>
            </a:r>
            <a:r>
              <a:rPr kumimoji="1" lang="zh-CN" altLang="en-US" sz="2000" dirty="0"/>
              <a:t>成物理地址</a:t>
            </a:r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r>
              <a:rPr kumimoji="1" lang="zh-CN" altLang="en-US" sz="2400" dirty="0"/>
              <a:t>每个应用程序拥有独立的虚拟地址空间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应用程序认为自己独占整个内存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应用程序不再看到物理地址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应用加载时不用再为地址增加一个偏移量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12CC0C-39FA-FB44-8AE8-B03CF4951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00522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B5E2CC-2E17-E74E-AA31-7E2D9CECB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地址翻译过程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DC34EE-167D-4349-8307-0E92C16EB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8F6ABC65-52E8-8D49-8215-1F0C7B451649}"/>
              </a:ext>
            </a:extLst>
          </p:cNvPr>
          <p:cNvGrpSpPr/>
          <p:nvPr/>
        </p:nvGrpSpPr>
        <p:grpSpPr>
          <a:xfrm>
            <a:off x="971600" y="1417340"/>
            <a:ext cx="6919799" cy="3230654"/>
            <a:chOff x="1131479" y="1896085"/>
            <a:chExt cx="6919799" cy="3230654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093E056C-0745-4A49-B138-33FDC9E80CBD}"/>
                </a:ext>
              </a:extLst>
            </p:cNvPr>
            <p:cNvSpPr/>
            <p:nvPr/>
          </p:nvSpPr>
          <p:spPr>
            <a:xfrm>
              <a:off x="1131479" y="2704274"/>
              <a:ext cx="3867730" cy="922816"/>
            </a:xfrm>
            <a:prstGeom prst="rect">
              <a:avLst/>
            </a:prstGeom>
            <a:solidFill>
              <a:schemeClr val="accent1">
                <a:alpha val="23137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b="1">
                <a:solidFill>
                  <a:schemeClr val="accent1"/>
                </a:solidFill>
              </a:endParaRPr>
            </a:p>
          </p:txBody>
        </p: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FF2A630F-5FBF-FB40-970B-B866AEF197C2}"/>
                </a:ext>
              </a:extLst>
            </p:cNvPr>
            <p:cNvGrpSpPr/>
            <p:nvPr/>
          </p:nvGrpSpPr>
          <p:grpSpPr>
            <a:xfrm>
              <a:off x="1187623" y="1896085"/>
              <a:ext cx="6863655" cy="3230654"/>
              <a:chOff x="812279" y="1568515"/>
              <a:chExt cx="7239000" cy="3534479"/>
            </a:xfrm>
          </p:grpSpPr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405FB4CE-9642-A74E-947F-72D1E6107C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4458469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>
                  <a:solidFill>
                    <a:schemeClr val="accent1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7" name="Text Box 4">
                <a:extLst>
                  <a:ext uri="{FF2B5EF4-FFF2-40B4-BE49-F238E27FC236}">
                    <a16:creationId xmlns:a16="http://schemas.microsoft.com/office/drawing/2014/main" id="{EFB3AA7F-63F6-4340-BB02-6928425E76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1889894"/>
                <a:ext cx="385200" cy="3348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 b="1" dirty="0">
                    <a:solidFill>
                      <a:schemeClr val="accent1"/>
                    </a:solidFill>
                    <a:latin typeface="Arial" panose="020B0604020202020204" pitchFamily="34" charset="0"/>
                  </a:rPr>
                  <a:t>0:</a:t>
                </a:r>
              </a:p>
            </p:txBody>
          </p:sp>
          <p:sp>
            <p:nvSpPr>
              <p:cNvPr id="8" name="Text Box 5">
                <a:extLst>
                  <a:ext uri="{FF2B5EF4-FFF2-40B4-BE49-F238E27FC236}">
                    <a16:creationId xmlns:a16="http://schemas.microsoft.com/office/drawing/2014/main" id="{1EBDA009-487D-2E40-825C-936C113F51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2118494"/>
                <a:ext cx="385200" cy="3348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 b="1" dirty="0">
                    <a:solidFill>
                      <a:schemeClr val="accent1"/>
                    </a:solidFill>
                    <a:latin typeface="Arial" panose="020B0604020202020204" pitchFamily="34" charset="0"/>
                  </a:rPr>
                  <a:t>1:</a:t>
                </a:r>
              </a:p>
            </p:txBody>
          </p:sp>
          <p:sp>
            <p:nvSpPr>
              <p:cNvPr id="9" name="Text Box 6">
                <a:extLst>
                  <a:ext uri="{FF2B5EF4-FFF2-40B4-BE49-F238E27FC236}">
                    <a16:creationId xmlns:a16="http://schemas.microsoft.com/office/drawing/2014/main" id="{0CA85BD5-1DE8-DF47-A129-7C08F2530B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30367" y="4410844"/>
                <a:ext cx="638800" cy="3348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 b="1" dirty="0">
                    <a:solidFill>
                      <a:schemeClr val="accent1"/>
                    </a:solidFill>
                    <a:latin typeface="Arial" panose="020B0604020202020204" pitchFamily="34" charset="0"/>
                  </a:rPr>
                  <a:t>M-1:</a:t>
                </a:r>
              </a:p>
            </p:txBody>
          </p:sp>
          <p:sp>
            <p:nvSpPr>
              <p:cNvPr id="10" name="Text Box 7">
                <a:extLst>
                  <a:ext uri="{FF2B5EF4-FFF2-40B4-BE49-F238E27FC236}">
                    <a16:creationId xmlns:a16="http://schemas.microsoft.com/office/drawing/2014/main" id="{67260E54-7E49-D745-A699-5B43CCC425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43849" y="1568515"/>
                <a:ext cx="1381000" cy="3052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zh-CN" altLang="en-GB" sz="1400" b="1" dirty="0">
                    <a:solidFill>
                      <a:schemeClr val="accent1"/>
                    </a:solidFill>
                    <a:latin typeface="Arial" panose="020B0604020202020204" pitchFamily="34" charset="0"/>
                  </a:rPr>
                  <a:t>物理</a:t>
                </a:r>
                <a:r>
                  <a:rPr lang="zh-CN" altLang="en-US" sz="1400" b="1" dirty="0">
                    <a:solidFill>
                      <a:schemeClr val="accent1"/>
                    </a:solidFill>
                    <a:latin typeface="Arial" panose="020B0604020202020204" pitchFamily="34" charset="0"/>
                  </a:rPr>
                  <a:t>内存</a:t>
                </a:r>
                <a:r>
                  <a:rPr lang="en-US" altLang="zh-CN" sz="1400" b="1" dirty="0">
                    <a:solidFill>
                      <a:schemeClr val="accent1"/>
                    </a:solidFill>
                    <a:latin typeface="Arial" panose="020B0604020202020204" pitchFamily="34" charset="0"/>
                  </a:rPr>
                  <a:t>/</a:t>
                </a:r>
                <a:r>
                  <a:rPr lang="zh-CN" altLang="en-US" sz="1400" b="1" dirty="0">
                    <a:solidFill>
                      <a:schemeClr val="accent1"/>
                    </a:solidFill>
                    <a:latin typeface="Arial" panose="020B0604020202020204" pitchFamily="34" charset="0"/>
                  </a:rPr>
                  <a:t>主存</a:t>
                </a:r>
                <a:endParaRPr lang="en-GB" altLang="zh-CN" sz="1400" b="1" dirty="0">
                  <a:solidFill>
                    <a:schemeClr val="accent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621CC74-10B9-8244-BBBE-0124B2ECD5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79279" y="2691581"/>
                <a:ext cx="1066800" cy="533400"/>
              </a:xfrm>
              <a:prstGeom prst="rect">
                <a:avLst/>
              </a:prstGeom>
              <a:solidFill>
                <a:schemeClr val="accent3"/>
              </a:solidFill>
              <a:ln w="12600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en-GB" altLang="zh-CN" sz="1600" b="1" dirty="0">
                    <a:solidFill>
                      <a:schemeClr val="bg1"/>
                    </a:solidFill>
                    <a:latin typeface="Arial" panose="020B0604020202020204" pitchFamily="34" charset="0"/>
                  </a:rPr>
                  <a:t>MMU</a:t>
                </a:r>
              </a:p>
            </p:txBody>
          </p:sp>
          <p:sp>
            <p:nvSpPr>
              <p:cNvPr id="12" name="Text Box 15">
                <a:extLst>
                  <a:ext uri="{FF2B5EF4-FFF2-40B4-BE49-F238E27FC236}">
                    <a16:creationId xmlns:a16="http://schemas.microsoft.com/office/drawing/2014/main" id="{B6B742CB-6AB7-9A45-992A-820AC36647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70079" y="2347094"/>
                <a:ext cx="385200" cy="3348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 b="1" dirty="0">
                    <a:solidFill>
                      <a:schemeClr val="accent1"/>
                    </a:solidFill>
                    <a:latin typeface="Arial" panose="020B0604020202020204" pitchFamily="34" charset="0"/>
                  </a:rPr>
                  <a:t>2:</a:t>
                </a:r>
              </a:p>
            </p:txBody>
          </p:sp>
          <p:sp>
            <p:nvSpPr>
              <p:cNvPr id="13" name="Text Box 16">
                <a:extLst>
                  <a:ext uri="{FF2B5EF4-FFF2-40B4-BE49-F238E27FC236}">
                    <a16:creationId xmlns:a16="http://schemas.microsoft.com/office/drawing/2014/main" id="{54586A3C-6D6C-B84F-8B28-9FAE88F63F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2575694"/>
                <a:ext cx="385200" cy="3348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 b="1" dirty="0">
                    <a:solidFill>
                      <a:schemeClr val="accent1"/>
                    </a:solidFill>
                    <a:latin typeface="Arial" panose="020B0604020202020204" pitchFamily="34" charset="0"/>
                  </a:rPr>
                  <a:t>3:</a:t>
                </a:r>
              </a:p>
            </p:txBody>
          </p:sp>
          <p:sp>
            <p:nvSpPr>
              <p:cNvPr id="14" name="Rectangle 17">
                <a:extLst>
                  <a:ext uri="{FF2B5EF4-FFF2-40B4-BE49-F238E27FC236}">
                    <a16:creationId xmlns:a16="http://schemas.microsoft.com/office/drawing/2014/main" id="{07676F3E-75C2-9349-9942-4F62C95D34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1894656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>
                  <a:solidFill>
                    <a:schemeClr val="accent1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5" name="Rectangle 18">
                <a:extLst>
                  <a:ext uri="{FF2B5EF4-FFF2-40B4-BE49-F238E27FC236}">
                    <a16:creationId xmlns:a16="http://schemas.microsoft.com/office/drawing/2014/main" id="{9891FB0E-771D-0D40-9F49-67B68D8583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2123256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>
                  <a:solidFill>
                    <a:schemeClr val="accent1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6" name="Rectangle 19">
                <a:extLst>
                  <a:ext uri="{FF2B5EF4-FFF2-40B4-BE49-F238E27FC236}">
                    <a16:creationId xmlns:a16="http://schemas.microsoft.com/office/drawing/2014/main" id="{BB38B9AE-0D42-E141-80E9-4C0C1D7007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2351856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>
                  <a:solidFill>
                    <a:schemeClr val="accent1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7" name="Rectangle 20">
                <a:extLst>
                  <a:ext uri="{FF2B5EF4-FFF2-40B4-BE49-F238E27FC236}">
                    <a16:creationId xmlns:a16="http://schemas.microsoft.com/office/drawing/2014/main" id="{C16AE008-2802-0041-B7CF-93E7DF798A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2580456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>
                  <a:solidFill>
                    <a:schemeClr val="accent1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8" name="Rectangle 21">
                <a:extLst>
                  <a:ext uri="{FF2B5EF4-FFF2-40B4-BE49-F238E27FC236}">
                    <a16:creationId xmlns:a16="http://schemas.microsoft.com/office/drawing/2014/main" id="{BAE6B46C-2337-714A-8F15-BD71FE44DC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2809056"/>
                <a:ext cx="914400" cy="228600"/>
              </a:xfrm>
              <a:prstGeom prst="rect">
                <a:avLst/>
              </a:prstGeom>
              <a:solidFill>
                <a:srgbClr val="C0C0C0"/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000" b="1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9" name="Rectangle 22">
                <a:extLst>
                  <a:ext uri="{FF2B5EF4-FFF2-40B4-BE49-F238E27FC236}">
                    <a16:creationId xmlns:a16="http://schemas.microsoft.com/office/drawing/2014/main" id="{46C824C9-499A-024A-99B8-1BEBBB9E5E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3037656"/>
                <a:ext cx="914400" cy="228600"/>
              </a:xfrm>
              <a:prstGeom prst="rect">
                <a:avLst/>
              </a:prstGeom>
              <a:solidFill>
                <a:srgbClr val="C0C0C0"/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000" b="1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0" name="Text Box 23">
                <a:extLst>
                  <a:ext uri="{FF2B5EF4-FFF2-40B4-BE49-F238E27FC236}">
                    <a16:creationId xmlns:a16="http://schemas.microsoft.com/office/drawing/2014/main" id="{849F7E88-2C2E-024E-96C3-1D4CFA7AF7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2804294"/>
                <a:ext cx="385200" cy="3348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 b="1" dirty="0">
                    <a:solidFill>
                      <a:schemeClr val="accent1"/>
                    </a:solidFill>
                    <a:latin typeface="Arial" panose="020B0604020202020204" pitchFamily="34" charset="0"/>
                  </a:rPr>
                  <a:t>4:</a:t>
                </a:r>
              </a:p>
            </p:txBody>
          </p:sp>
          <p:sp>
            <p:nvSpPr>
              <p:cNvPr id="21" name="Text Box 24">
                <a:extLst>
                  <a:ext uri="{FF2B5EF4-FFF2-40B4-BE49-F238E27FC236}">
                    <a16:creationId xmlns:a16="http://schemas.microsoft.com/office/drawing/2014/main" id="{C9254CD1-CEC4-C247-B313-E1E558D5E1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3032893"/>
                <a:ext cx="385200" cy="3348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 b="1" dirty="0">
                    <a:solidFill>
                      <a:schemeClr val="accent1"/>
                    </a:solidFill>
                    <a:latin typeface="Arial" panose="020B0604020202020204" pitchFamily="34" charset="0"/>
                  </a:rPr>
                  <a:t>5:</a:t>
                </a:r>
              </a:p>
            </p:txBody>
          </p:sp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F3EC4E30-8517-764A-900A-F0E114A7E4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3266256"/>
                <a:ext cx="914400" cy="228600"/>
              </a:xfrm>
              <a:prstGeom prst="rect">
                <a:avLst/>
              </a:prstGeom>
              <a:solidFill>
                <a:srgbClr val="C0C0C0"/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000" b="1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3" name="Rectangle 26">
                <a:extLst>
                  <a:ext uri="{FF2B5EF4-FFF2-40B4-BE49-F238E27FC236}">
                    <a16:creationId xmlns:a16="http://schemas.microsoft.com/office/drawing/2014/main" id="{82F7F342-7534-8F46-86CC-58614FEDDE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3494856"/>
                <a:ext cx="914400" cy="228600"/>
              </a:xfrm>
              <a:prstGeom prst="rect">
                <a:avLst/>
              </a:prstGeom>
              <a:solidFill>
                <a:srgbClr val="C0C0C0"/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000" b="1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4" name="Text Box 27">
                <a:extLst>
                  <a:ext uri="{FF2B5EF4-FFF2-40B4-BE49-F238E27FC236}">
                    <a16:creationId xmlns:a16="http://schemas.microsoft.com/office/drawing/2014/main" id="{1C70C607-21FE-FE45-B12A-E521AE3189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3261494"/>
                <a:ext cx="385200" cy="3348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 b="1" dirty="0">
                    <a:solidFill>
                      <a:schemeClr val="accent1"/>
                    </a:solidFill>
                    <a:latin typeface="Arial" panose="020B0604020202020204" pitchFamily="34" charset="0"/>
                  </a:rPr>
                  <a:t>6:</a:t>
                </a:r>
              </a:p>
            </p:txBody>
          </p:sp>
          <p:sp>
            <p:nvSpPr>
              <p:cNvPr id="25" name="Text Box 28">
                <a:extLst>
                  <a:ext uri="{FF2B5EF4-FFF2-40B4-BE49-F238E27FC236}">
                    <a16:creationId xmlns:a16="http://schemas.microsoft.com/office/drawing/2014/main" id="{E5D602D2-93CE-5340-A30A-04F160BE13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70079" y="3490094"/>
                <a:ext cx="385200" cy="3348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 b="1" dirty="0">
                    <a:solidFill>
                      <a:schemeClr val="accent1"/>
                    </a:solidFill>
                    <a:latin typeface="Arial" panose="020B0604020202020204" pitchFamily="34" charset="0"/>
                  </a:rPr>
                  <a:t>7:</a:t>
                </a:r>
              </a:p>
            </p:txBody>
          </p:sp>
          <p:sp>
            <p:nvSpPr>
              <p:cNvPr id="26" name="Rectangle 29">
                <a:extLst>
                  <a:ext uri="{FF2B5EF4-FFF2-40B4-BE49-F238E27FC236}">
                    <a16:creationId xmlns:a16="http://schemas.microsoft.com/office/drawing/2014/main" id="{A461B1BF-4788-3147-B230-BC56FA51B0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4234631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>
                  <a:solidFill>
                    <a:schemeClr val="accent1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27" name="Text Box 9">
                <a:extLst>
                  <a:ext uri="{FF2B5EF4-FFF2-40B4-BE49-F238E27FC236}">
                    <a16:creationId xmlns:a16="http://schemas.microsoft.com/office/drawing/2014/main" id="{FC66DA6B-CFFF-6741-8B69-7A0431AEFB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8460" y="2541839"/>
                <a:ext cx="974476" cy="334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GB" sz="1400" b="1" dirty="0">
                    <a:solidFill>
                      <a:schemeClr val="accent1"/>
                    </a:solidFill>
                    <a:latin typeface="Arial" panose="020B0604020202020204" pitchFamily="34" charset="0"/>
                  </a:rPr>
                  <a:t>物理</a:t>
                </a:r>
                <a:r>
                  <a:rPr lang="zh-CN" altLang="en-US" sz="1400" b="1" dirty="0">
                    <a:solidFill>
                      <a:schemeClr val="accent1"/>
                    </a:solidFill>
                    <a:latin typeface="Arial" panose="020B0604020202020204" pitchFamily="34" charset="0"/>
                  </a:rPr>
                  <a:t>地址</a:t>
                </a:r>
                <a:endParaRPr lang="en-GB" altLang="zh-CN" sz="1400" b="1" dirty="0">
                  <a:solidFill>
                    <a:schemeClr val="accent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8" name="AutoShape 31">
                <a:extLst>
                  <a:ext uri="{FF2B5EF4-FFF2-40B4-BE49-F238E27FC236}">
                    <a16:creationId xmlns:a16="http://schemas.microsoft.com/office/drawing/2014/main" id="{FBA6E3B7-AB50-8347-8207-ED6250866D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65479" y="2809056"/>
                <a:ext cx="76200" cy="914400"/>
              </a:xfrm>
              <a:prstGeom prst="rightBrace">
                <a:avLst>
                  <a:gd name="adj1" fmla="val 100000"/>
                  <a:gd name="adj2" fmla="val 50000"/>
                </a:avLst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000" b="1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0" name="Rectangle 33">
                <a:extLst>
                  <a:ext uri="{FF2B5EF4-FFF2-40B4-BE49-F238E27FC236}">
                    <a16:creationId xmlns:a16="http://schemas.microsoft.com/office/drawing/2014/main" id="{C9F879C3-EA58-9946-8C31-F39688D387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3723456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b="1">
                  <a:solidFill>
                    <a:schemeClr val="accent1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31" name="Text Box 34">
                <a:extLst>
                  <a:ext uri="{FF2B5EF4-FFF2-40B4-BE49-F238E27FC236}">
                    <a16:creationId xmlns:a16="http://schemas.microsoft.com/office/drawing/2014/main" id="{2270907F-9F2E-8944-8225-84E64A3158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3725044"/>
                <a:ext cx="385200" cy="3348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 b="1" dirty="0">
                    <a:solidFill>
                      <a:schemeClr val="accent1"/>
                    </a:solidFill>
                    <a:latin typeface="Arial" panose="020B0604020202020204" pitchFamily="34" charset="0"/>
                  </a:rPr>
                  <a:t>8:</a:t>
                </a:r>
              </a:p>
            </p:txBody>
          </p:sp>
          <p:sp>
            <p:nvSpPr>
              <p:cNvPr id="32" name="Rectangle 35">
                <a:extLst>
                  <a:ext uri="{FF2B5EF4-FFF2-40B4-BE49-F238E27FC236}">
                    <a16:creationId xmlns:a16="http://schemas.microsoft.com/office/drawing/2014/main" id="{864DA4E8-27CC-264A-BFC3-B3B66B7E1F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51079" y="3958406"/>
                <a:ext cx="914400" cy="228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lIns="90360" tIns="44280" rIns="90360" bIns="44280" anchor="ctr"/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rtl="1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en-GB" altLang="zh-CN" sz="1800" b="1" dirty="0">
                    <a:solidFill>
                      <a:schemeClr val="accent1"/>
                    </a:solidFill>
                    <a:latin typeface="Arial" panose="020B0604020202020204" pitchFamily="34" charset="0"/>
                  </a:rPr>
                  <a:t>...</a:t>
                </a:r>
              </a:p>
            </p:txBody>
          </p:sp>
          <p:cxnSp>
            <p:nvCxnSpPr>
              <p:cNvPr id="33" name="Straight Arrow Connector 34">
                <a:extLst>
                  <a:ext uri="{FF2B5EF4-FFF2-40B4-BE49-F238E27FC236}">
                    <a16:creationId xmlns:a16="http://schemas.microsoft.com/office/drawing/2014/main" id="{DAE09C48-7C43-8345-9EA5-850775F0C6C0}"/>
                  </a:ext>
                </a:extLst>
              </p:cNvPr>
              <p:cNvCxnSpPr>
                <a:cxnSpLocks noChangeShapeType="1"/>
                <a:stCxn id="11" idx="3"/>
                <a:endCxn id="20" idx="1"/>
              </p:cNvCxnSpPr>
              <p:nvPr/>
            </p:nvCxnSpPr>
            <p:spPr bwMode="auto">
              <a:xfrm>
                <a:off x="4546079" y="2958282"/>
                <a:ext cx="1522413" cy="13449"/>
              </a:xfrm>
              <a:prstGeom prst="straightConnector1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4" name="Straight Connector 35">
                <a:extLst>
                  <a:ext uri="{FF2B5EF4-FFF2-40B4-BE49-F238E27FC236}">
                    <a16:creationId xmlns:a16="http://schemas.microsoft.com/office/drawing/2014/main" id="{BBDB99C9-E3CB-F44A-8A40-D2F60E844D8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7517879" y="3266256"/>
                <a:ext cx="533400" cy="1588"/>
              </a:xfrm>
              <a:prstGeom prst="line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5" name="Straight Connector 36">
                <a:extLst>
                  <a:ext uri="{FF2B5EF4-FFF2-40B4-BE49-F238E27FC236}">
                    <a16:creationId xmlns:a16="http://schemas.microsoft.com/office/drawing/2014/main" id="{F4704E0B-91BE-5F4D-9375-201D606B7EE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7130529" y="4182244"/>
                <a:ext cx="1839913" cy="1587"/>
              </a:xfrm>
              <a:prstGeom prst="line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6" name="Shape 60">
                <a:extLst>
                  <a:ext uri="{FF2B5EF4-FFF2-40B4-BE49-F238E27FC236}">
                    <a16:creationId xmlns:a16="http://schemas.microsoft.com/office/drawing/2014/main" id="{CE10EEE4-DFE1-1044-98D6-927E722DE280}"/>
                  </a:ext>
                </a:extLst>
              </p:cNvPr>
              <p:cNvCxnSpPr>
                <a:cxnSpLocks noChangeShapeType="1"/>
                <a:endCxn id="37" idx="2"/>
              </p:cNvCxnSpPr>
              <p:nvPr/>
            </p:nvCxnSpPr>
            <p:spPr bwMode="auto">
              <a:xfrm rot="10800000">
                <a:off x="1574279" y="3226569"/>
                <a:ext cx="6475413" cy="1876425"/>
              </a:xfrm>
              <a:prstGeom prst="bentConnector2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7" name="Rectangle 10">
                <a:extLst>
                  <a:ext uri="{FF2B5EF4-FFF2-40B4-BE49-F238E27FC236}">
                    <a16:creationId xmlns:a16="http://schemas.microsoft.com/office/drawing/2014/main" id="{C99EAC53-13D6-104C-B7A7-265043DED6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0879" y="2693169"/>
                <a:ext cx="1066800" cy="533400"/>
              </a:xfrm>
              <a:prstGeom prst="rect">
                <a:avLst/>
              </a:prstGeom>
              <a:solidFill>
                <a:schemeClr val="accent1"/>
              </a:solidFill>
              <a:ln w="12600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en-GB" altLang="zh-CN" sz="1600" b="1" dirty="0">
                    <a:solidFill>
                      <a:schemeClr val="bg1"/>
                    </a:solidFill>
                    <a:latin typeface="Arial" panose="020B0604020202020204" pitchFamily="34" charset="0"/>
                  </a:rPr>
                  <a:t>CPU</a:t>
                </a:r>
              </a:p>
            </p:txBody>
          </p:sp>
          <p:cxnSp>
            <p:nvCxnSpPr>
              <p:cNvPr id="38" name="Straight Arrow Connector 39">
                <a:extLst>
                  <a:ext uri="{FF2B5EF4-FFF2-40B4-BE49-F238E27FC236}">
                    <a16:creationId xmlns:a16="http://schemas.microsoft.com/office/drawing/2014/main" id="{6417CB99-80EC-9846-8054-7E217975564B}"/>
                  </a:ext>
                </a:extLst>
              </p:cNvPr>
              <p:cNvCxnSpPr>
                <a:cxnSpLocks noChangeShapeType="1"/>
                <a:stCxn id="37" idx="3"/>
              </p:cNvCxnSpPr>
              <p:nvPr/>
            </p:nvCxnSpPr>
            <p:spPr bwMode="auto">
              <a:xfrm flipV="1">
                <a:off x="2107679" y="2955106"/>
                <a:ext cx="1370013" cy="4763"/>
              </a:xfrm>
              <a:prstGeom prst="straightConnector1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9" name="Text Box 9">
                <a:extLst>
                  <a:ext uri="{FF2B5EF4-FFF2-40B4-BE49-F238E27FC236}">
                    <a16:creationId xmlns:a16="http://schemas.microsoft.com/office/drawing/2014/main" id="{2B96388C-FE36-AF47-BDB4-DD3BC68E4C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5584" y="2541839"/>
                <a:ext cx="949115" cy="334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GB" sz="1400" b="1" dirty="0">
                    <a:solidFill>
                      <a:schemeClr val="accent1"/>
                    </a:solidFill>
                    <a:latin typeface="Arial" panose="020B0604020202020204" pitchFamily="34" charset="0"/>
                  </a:rPr>
                  <a:t>虚拟</a:t>
                </a:r>
                <a:r>
                  <a:rPr lang="zh-CN" altLang="en-US" sz="1400" b="1" dirty="0">
                    <a:solidFill>
                      <a:schemeClr val="accent1"/>
                    </a:solidFill>
                    <a:latin typeface="Arial" panose="020B0604020202020204" pitchFamily="34" charset="0"/>
                  </a:rPr>
                  <a:t>地址</a:t>
                </a:r>
                <a:endParaRPr lang="en-GB" altLang="zh-CN" sz="1400" b="1" dirty="0">
                  <a:solidFill>
                    <a:schemeClr val="accent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0" name="TextBox 41">
                <a:extLst>
                  <a:ext uri="{FF2B5EF4-FFF2-40B4-BE49-F238E27FC236}">
                    <a16:creationId xmlns:a16="http://schemas.microsoft.com/office/drawing/2014/main" id="{2F82A291-AC76-9B42-A833-3E0DA27DFB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2279" y="2048644"/>
                <a:ext cx="1317366" cy="4040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>
                    <a:solidFill>
                      <a:schemeClr val="accent1"/>
                    </a:solidFill>
                    <a:latin typeface="Arial" panose="020B0604020202020204" pitchFamily="34" charset="0"/>
                  </a:rPr>
                  <a:t>CPU Chip</a:t>
                </a:r>
              </a:p>
            </p:txBody>
          </p:sp>
          <p:sp>
            <p:nvSpPr>
              <p:cNvPr id="41" name="TextBox 42">
                <a:extLst>
                  <a:ext uri="{FF2B5EF4-FFF2-40B4-BE49-F238E27FC236}">
                    <a16:creationId xmlns:a16="http://schemas.microsoft.com/office/drawing/2014/main" id="{E37F0B95-BA50-884A-A08D-FDA3E81324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55679" y="3086869"/>
                <a:ext cx="324947" cy="3703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600" b="1">
                    <a:solidFill>
                      <a:schemeClr val="accent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4</a:t>
                </a:r>
              </a:p>
            </p:txBody>
          </p:sp>
          <p:sp>
            <p:nvSpPr>
              <p:cNvPr id="42" name="TextBox 43">
                <a:extLst>
                  <a:ext uri="{FF2B5EF4-FFF2-40B4-BE49-F238E27FC236}">
                    <a16:creationId xmlns:a16="http://schemas.microsoft.com/office/drawing/2014/main" id="{3F572BBF-2073-BE4E-9134-C8F2B80449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12479" y="2955106"/>
                <a:ext cx="715489" cy="3703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600" b="1">
                    <a:solidFill>
                      <a:schemeClr val="accent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4100</a:t>
                </a:r>
              </a:p>
            </p:txBody>
          </p:sp>
        </p:grpSp>
      </p:grpSp>
      <p:sp>
        <p:nvSpPr>
          <p:cNvPr id="47" name="Text Box 32">
            <a:extLst>
              <a:ext uri="{FF2B5EF4-FFF2-40B4-BE49-F238E27FC236}">
                <a16:creationId xmlns:a16="http://schemas.microsoft.com/office/drawing/2014/main" id="{9E9E12FA-101A-5646-8204-96A62E9280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9233" y="4501311"/>
            <a:ext cx="540830" cy="3056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lnSpc>
                <a:spcPct val="98000"/>
              </a:lnSpc>
              <a:spcBef>
                <a:spcPct val="0"/>
              </a:spcBef>
              <a:buFontTx/>
              <a:buNone/>
            </a:pPr>
            <a:r>
              <a:rPr lang="zh-CN" altLang="en-GB" sz="1400" b="1" dirty="0">
                <a:solidFill>
                  <a:schemeClr val="accent1"/>
                </a:solidFill>
                <a:latin typeface="Arial" panose="020B0604020202020204" pitchFamily="34" charset="0"/>
              </a:rPr>
              <a:t>数据</a:t>
            </a:r>
            <a:endParaRPr lang="en-GB" altLang="zh-CN" sz="1400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C029D705-3B9A-5244-B398-960B350FB32D}"/>
              </a:ext>
            </a:extLst>
          </p:cNvPr>
          <p:cNvSpPr txBox="1"/>
          <p:nvPr/>
        </p:nvSpPr>
        <p:spPr>
          <a:xfrm>
            <a:off x="2817475" y="1671730"/>
            <a:ext cx="26652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>
                <a:highlight>
                  <a:srgbClr val="FFFF00"/>
                </a:highlight>
              </a:rPr>
              <a:t>MMU</a:t>
            </a:r>
            <a:r>
              <a:rPr kumimoji="1" lang="zh-CN" altLang="en-US" sz="1400" b="1" dirty="0">
                <a:highlight>
                  <a:srgbClr val="FFFF00"/>
                </a:highlight>
              </a:rPr>
              <a:t>根据一定的规则翻译地址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6DDECDF-B74B-2944-96DD-EE7CBD14CDDC}"/>
              </a:ext>
            </a:extLst>
          </p:cNvPr>
          <p:cNvSpPr/>
          <p:nvPr/>
        </p:nvSpPr>
        <p:spPr>
          <a:xfrm>
            <a:off x="614282" y="5100766"/>
            <a:ext cx="79073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zh-CN" altLang="en-US" b="1" dirty="0">
                <a:solidFill>
                  <a:schemeClr val="accent1"/>
                </a:solidFill>
              </a:rPr>
              <a:t>翻译规则取决于虚拟内存采用的组织机制，包括：分段机制和分页机制</a:t>
            </a:r>
            <a:endParaRPr kumimoji="1" lang="en-US" altLang="zh-CN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82640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EF5A6F-BE16-A34E-B57F-63B40B320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方法</a:t>
            </a:r>
            <a:r>
              <a:rPr kumimoji="1" lang="en-US" altLang="zh-CN" dirty="0"/>
              <a:t>-1</a:t>
            </a:r>
            <a:r>
              <a:rPr kumimoji="1" lang="zh-CN" altLang="en-US" dirty="0"/>
              <a:t>：分段机制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C03CCD-BB67-BB47-A02A-EC3E3892E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7625FF-1D1F-5741-B83A-441B70E8FE9B}"/>
              </a:ext>
            </a:extLst>
          </p:cNvPr>
          <p:cNvSpPr/>
          <p:nvPr/>
        </p:nvSpPr>
        <p:spPr>
          <a:xfrm>
            <a:off x="3563888" y="1557949"/>
            <a:ext cx="1800200" cy="3600401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86784FAA-73DF-AC47-B9B4-2E5B071E9A15}"/>
              </a:ext>
            </a:extLst>
          </p:cNvPr>
          <p:cNvCxnSpPr/>
          <p:nvPr/>
        </p:nvCxnSpPr>
        <p:spPr>
          <a:xfrm flipV="1">
            <a:off x="2612958" y="1923466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49FA16FC-06CA-8E46-9B4E-A1BFDDC602DA}"/>
              </a:ext>
            </a:extLst>
          </p:cNvPr>
          <p:cNvCxnSpPr/>
          <p:nvPr/>
        </p:nvCxnSpPr>
        <p:spPr>
          <a:xfrm flipV="1">
            <a:off x="2618086" y="2887040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4B7B543E-BE61-234F-8E7F-65A1F76E6DB0}"/>
              </a:ext>
            </a:extLst>
          </p:cNvPr>
          <p:cNvCxnSpPr/>
          <p:nvPr/>
        </p:nvCxnSpPr>
        <p:spPr>
          <a:xfrm flipV="1">
            <a:off x="5365604" y="3203534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D7CD81FD-4920-9E4E-9879-3B700EB819B8}"/>
              </a:ext>
            </a:extLst>
          </p:cNvPr>
          <p:cNvCxnSpPr/>
          <p:nvPr/>
        </p:nvCxnSpPr>
        <p:spPr>
          <a:xfrm flipV="1">
            <a:off x="5365603" y="4155976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F4C1B831-1EFB-F841-BE49-2F6A8C0A9A0E}"/>
              </a:ext>
            </a:extLst>
          </p:cNvPr>
          <p:cNvSpPr/>
          <p:nvPr/>
        </p:nvSpPr>
        <p:spPr>
          <a:xfrm>
            <a:off x="3563888" y="1917989"/>
            <a:ext cx="1800200" cy="980213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E3EFDF6-9F35-0E4A-B01B-8B1E48DBC587}"/>
              </a:ext>
            </a:extLst>
          </p:cNvPr>
          <p:cNvSpPr/>
          <p:nvPr/>
        </p:nvSpPr>
        <p:spPr>
          <a:xfrm>
            <a:off x="815321" y="2480460"/>
            <a:ext cx="1800200" cy="980295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D992190-B742-D949-909C-2C49B59022BE}"/>
              </a:ext>
            </a:extLst>
          </p:cNvPr>
          <p:cNvSpPr/>
          <p:nvPr/>
        </p:nvSpPr>
        <p:spPr>
          <a:xfrm>
            <a:off x="6320150" y="3189727"/>
            <a:ext cx="1800200" cy="980213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8D9DB29-B4D0-5748-BC3F-DBE411184AE8}"/>
              </a:ext>
            </a:extLst>
          </p:cNvPr>
          <p:cNvSpPr/>
          <p:nvPr/>
        </p:nvSpPr>
        <p:spPr>
          <a:xfrm>
            <a:off x="3563888" y="3768436"/>
            <a:ext cx="1800200" cy="980213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D3359C0-5D03-0B46-AC09-2FA84590C452}"/>
              </a:ext>
            </a:extLst>
          </p:cNvPr>
          <p:cNvSpPr txBox="1"/>
          <p:nvPr/>
        </p:nvSpPr>
        <p:spPr>
          <a:xfrm>
            <a:off x="1234002" y="3460659"/>
            <a:ext cx="9628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dirty="0"/>
              <a:t>0x400000</a:t>
            </a:r>
            <a:endParaRPr lang="zh-CN" altLang="en-US" sz="14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8010991-8392-C840-AF82-050ED6BFB253}"/>
              </a:ext>
            </a:extLst>
          </p:cNvPr>
          <p:cNvSpPr txBox="1"/>
          <p:nvPr/>
        </p:nvSpPr>
        <p:spPr>
          <a:xfrm>
            <a:off x="3809548" y="2865804"/>
            <a:ext cx="13088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dirty="0"/>
              <a:t>0xF0400000</a:t>
            </a:r>
            <a:endParaRPr lang="zh-CN" altLang="en-US" sz="1400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59F0490-F65F-3F4C-BF41-E5B0FADC6618}"/>
              </a:ext>
            </a:extLst>
          </p:cNvPr>
          <p:cNvSpPr txBox="1"/>
          <p:nvPr/>
        </p:nvSpPr>
        <p:spPr>
          <a:xfrm>
            <a:off x="6738831" y="4143212"/>
            <a:ext cx="9628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dirty="0"/>
              <a:t>0x400000</a:t>
            </a:r>
            <a:endParaRPr lang="zh-CN" altLang="en-US" sz="1400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C3D9EA75-9A04-8B42-8A26-D4D9B817983E}"/>
              </a:ext>
            </a:extLst>
          </p:cNvPr>
          <p:cNvSpPr txBox="1"/>
          <p:nvPr/>
        </p:nvSpPr>
        <p:spPr>
          <a:xfrm>
            <a:off x="3907882" y="4701895"/>
            <a:ext cx="12241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dirty="0"/>
              <a:t>0x10400000</a:t>
            </a:r>
            <a:endParaRPr lang="zh-CN" altLang="en-US" sz="1400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6329FFD0-A607-5344-85B8-FC6E920CFA67}"/>
              </a:ext>
            </a:extLst>
          </p:cNvPr>
          <p:cNvSpPr txBox="1"/>
          <p:nvPr/>
        </p:nvSpPr>
        <p:spPr>
          <a:xfrm>
            <a:off x="4211960" y="5211760"/>
            <a:ext cx="504056" cy="21021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dirty="0"/>
              <a:t>0x0</a:t>
            </a:r>
            <a:endParaRPr lang="zh-CN" altLang="en-US" sz="1400" dirty="0"/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0DD3FDF0-28C7-244F-BFD1-B3ACF278FE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144" y="511694"/>
            <a:ext cx="3024336" cy="1893810"/>
          </a:xfrm>
          <a:prstGeom prst="rect">
            <a:avLst/>
          </a:prstGeom>
        </p:spPr>
      </p:pic>
      <p:sp>
        <p:nvSpPr>
          <p:cNvPr id="56" name="文本框 55">
            <a:extLst>
              <a:ext uri="{FF2B5EF4-FFF2-40B4-BE49-F238E27FC236}">
                <a16:creationId xmlns:a16="http://schemas.microsoft.com/office/drawing/2014/main" id="{BD42C715-44BE-3948-ACDA-FB061CD86811}"/>
              </a:ext>
            </a:extLst>
          </p:cNvPr>
          <p:cNvSpPr txBox="1"/>
          <p:nvPr/>
        </p:nvSpPr>
        <p:spPr>
          <a:xfrm>
            <a:off x="1234002" y="3768436"/>
            <a:ext cx="9628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dirty="0"/>
              <a:t>段号：</a:t>
            </a:r>
            <a:r>
              <a:rPr kumimoji="1" lang="en-US" altLang="zh-CN" sz="1400" dirty="0"/>
              <a:t>1</a:t>
            </a:r>
            <a:endParaRPr lang="zh-CN" altLang="en-US" sz="1400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6D9CB4D1-F6E3-D644-A1FB-C38C44A21246}"/>
              </a:ext>
            </a:extLst>
          </p:cNvPr>
          <p:cNvSpPr txBox="1"/>
          <p:nvPr/>
        </p:nvSpPr>
        <p:spPr>
          <a:xfrm>
            <a:off x="6738831" y="4446771"/>
            <a:ext cx="9628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dirty="0"/>
              <a:t>段号：</a:t>
            </a:r>
            <a:r>
              <a:rPr kumimoji="1" lang="en-US" altLang="zh-CN" sz="1400" dirty="0"/>
              <a:t>2</a:t>
            </a:r>
            <a:endParaRPr lang="zh-CN" altLang="en-US" sz="1400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A320D56C-C4E5-074E-8979-0D4BC6D4403D}"/>
              </a:ext>
            </a:extLst>
          </p:cNvPr>
          <p:cNvSpPr txBox="1"/>
          <p:nvPr/>
        </p:nvSpPr>
        <p:spPr>
          <a:xfrm>
            <a:off x="283801" y="4426431"/>
            <a:ext cx="3622565" cy="1023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accent1"/>
                </a:solidFill>
                <a:latin typeface="+mn-ea"/>
              </a:rPr>
              <a:t>虚拟地址分为：段号 </a:t>
            </a:r>
            <a:r>
              <a:rPr kumimoji="1" lang="en-US" altLang="zh-CN" sz="1400" b="1" dirty="0">
                <a:solidFill>
                  <a:schemeClr val="accent1"/>
                </a:solidFill>
                <a:latin typeface="+mn-ea"/>
              </a:rPr>
              <a:t>+</a:t>
            </a:r>
            <a:r>
              <a:rPr kumimoji="1" lang="zh-CN" altLang="en-US" sz="1400" b="1" dirty="0">
                <a:solidFill>
                  <a:schemeClr val="accent1"/>
                </a:solidFill>
                <a:latin typeface="+mn-ea"/>
              </a:rPr>
              <a:t> 段内地址</a:t>
            </a:r>
            <a:endParaRPr kumimoji="1" lang="en-US" altLang="zh-CN" sz="1400" b="1" dirty="0">
              <a:solidFill>
                <a:schemeClr val="accent1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+mn-ea"/>
              </a:rPr>
              <a:t>段号：由操作系统决定</a:t>
            </a:r>
            <a:endParaRPr kumimoji="1" lang="en-US" altLang="zh-CN" sz="14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+mn-ea"/>
              </a:rPr>
              <a:t>段内地址：由编译器生成</a:t>
            </a:r>
            <a:endParaRPr kumimoji="1" lang="en-US" altLang="zh-CN" sz="1400" dirty="0">
              <a:latin typeface="+mn-ea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8419E78E-7B00-F441-98A1-5D5DF65B7F8D}"/>
              </a:ext>
            </a:extLst>
          </p:cNvPr>
          <p:cNvSpPr txBox="1"/>
          <p:nvPr/>
        </p:nvSpPr>
        <p:spPr>
          <a:xfrm>
            <a:off x="6730603" y="2422587"/>
            <a:ext cx="10973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200" dirty="0"/>
              <a:t>段表（内存中）</a:t>
            </a:r>
            <a:endParaRPr lang="zh-CN" altLang="en-US" sz="1200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4D4C50E2-EF12-2E44-AA75-D8DF0DEB4F22}"/>
              </a:ext>
            </a:extLst>
          </p:cNvPr>
          <p:cNvSpPr txBox="1"/>
          <p:nvPr/>
        </p:nvSpPr>
        <p:spPr>
          <a:xfrm>
            <a:off x="6624959" y="1853781"/>
            <a:ext cx="111539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500" dirty="0"/>
              <a:t>0xF0000000</a:t>
            </a:r>
            <a:endParaRPr lang="zh-CN" altLang="en-US" sz="500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500F4AD4-7231-444C-81DE-706034736923}"/>
              </a:ext>
            </a:extLst>
          </p:cNvPr>
          <p:cNvSpPr txBox="1"/>
          <p:nvPr/>
        </p:nvSpPr>
        <p:spPr>
          <a:xfrm>
            <a:off x="6624959" y="2006181"/>
            <a:ext cx="111539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500" dirty="0"/>
              <a:t>0x10000000</a:t>
            </a:r>
            <a:endParaRPr lang="zh-CN" altLang="en-US" sz="500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BBAA6730-51B1-CA48-BBAA-8BB60B0273AF}"/>
              </a:ext>
            </a:extLst>
          </p:cNvPr>
          <p:cNvSpPr txBox="1"/>
          <p:nvPr/>
        </p:nvSpPr>
        <p:spPr>
          <a:xfrm>
            <a:off x="7020272" y="1853781"/>
            <a:ext cx="111539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500" dirty="0"/>
              <a:t>0x1000000</a:t>
            </a:r>
            <a:endParaRPr lang="zh-CN" altLang="en-US" sz="500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0C99F392-5847-A94C-8317-2C73BB2AA5CC}"/>
              </a:ext>
            </a:extLst>
          </p:cNvPr>
          <p:cNvSpPr txBox="1"/>
          <p:nvPr/>
        </p:nvSpPr>
        <p:spPr>
          <a:xfrm>
            <a:off x="7020272" y="2005560"/>
            <a:ext cx="111539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500" dirty="0"/>
              <a:t>0x1000000</a:t>
            </a:r>
            <a:endParaRPr lang="zh-CN" altLang="en-US" sz="500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FD6C2469-BA89-0F40-A5C8-4C9430EF3C74}"/>
              </a:ext>
            </a:extLst>
          </p:cNvPr>
          <p:cNvSpPr txBox="1"/>
          <p:nvPr/>
        </p:nvSpPr>
        <p:spPr>
          <a:xfrm>
            <a:off x="755576" y="2069805"/>
            <a:ext cx="19777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accent1"/>
                </a:solidFill>
              </a:rPr>
              <a:t>虚拟内存空间（进程</a:t>
            </a:r>
            <a:r>
              <a:rPr kumimoji="1" lang="en-US" altLang="zh-CN" sz="1400" b="1" dirty="0">
                <a:solidFill>
                  <a:schemeClr val="accent1"/>
                </a:solidFill>
              </a:rPr>
              <a:t>-1</a:t>
            </a:r>
            <a:r>
              <a:rPr kumimoji="1" lang="zh-CN" altLang="en-US" sz="1400" b="1" dirty="0">
                <a:solidFill>
                  <a:schemeClr val="accent1"/>
                </a:solidFill>
              </a:rPr>
              <a:t>）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3D463D4A-71BF-6C48-ABF2-CE95C944936D}"/>
              </a:ext>
            </a:extLst>
          </p:cNvPr>
          <p:cNvSpPr txBox="1"/>
          <p:nvPr/>
        </p:nvSpPr>
        <p:spPr>
          <a:xfrm>
            <a:off x="3491880" y="1171445"/>
            <a:ext cx="19777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accent1"/>
                </a:solidFill>
              </a:rPr>
              <a:t>物理内存空间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06B87C94-02E6-6B4D-845D-720FFC334854}"/>
              </a:ext>
            </a:extLst>
          </p:cNvPr>
          <p:cNvSpPr txBox="1"/>
          <p:nvPr/>
        </p:nvSpPr>
        <p:spPr>
          <a:xfrm>
            <a:off x="6231372" y="2802346"/>
            <a:ext cx="19777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accent1"/>
                </a:solidFill>
              </a:rPr>
              <a:t>虚拟内存空间（进程</a:t>
            </a:r>
            <a:r>
              <a:rPr kumimoji="1" lang="en-US" altLang="zh-CN" sz="1400" b="1" dirty="0">
                <a:solidFill>
                  <a:schemeClr val="accent1"/>
                </a:solidFill>
              </a:rPr>
              <a:t>-2</a:t>
            </a:r>
            <a:r>
              <a:rPr kumimoji="1" lang="zh-CN" altLang="en-US" sz="1400" b="1" dirty="0">
                <a:solidFill>
                  <a:schemeClr val="accent1"/>
                </a:solidFill>
              </a:rPr>
              <a:t>）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CEE06897-6891-0C48-B2EF-4EDDEA4D9B50}"/>
              </a:ext>
            </a:extLst>
          </p:cNvPr>
          <p:cNvSpPr txBox="1"/>
          <p:nvPr/>
        </p:nvSpPr>
        <p:spPr>
          <a:xfrm>
            <a:off x="5708082" y="4796639"/>
            <a:ext cx="4663440" cy="70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+mn-ea"/>
              </a:rPr>
              <a:t>段表：由操作系统配置</a:t>
            </a:r>
            <a:endParaRPr kumimoji="1" lang="en-US" altLang="zh-CN" sz="14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+mn-ea"/>
              </a:rPr>
              <a:t>翻译：由</a:t>
            </a:r>
            <a:r>
              <a:rPr kumimoji="1" lang="en-US" altLang="zh-CN" sz="1400" dirty="0">
                <a:latin typeface="+mn-ea"/>
              </a:rPr>
              <a:t>CPU</a:t>
            </a:r>
            <a:r>
              <a:rPr kumimoji="1" lang="zh-CN" altLang="en-US" sz="1400" dirty="0">
                <a:latin typeface="+mn-ea"/>
              </a:rPr>
              <a:t>负责查表并转换</a:t>
            </a:r>
            <a:endParaRPr kumimoji="1" lang="en-US" altLang="zh-CN" sz="1400" dirty="0">
              <a:latin typeface="+mn-ea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273B8B5-EC90-1D44-B289-4450C1DD0208}"/>
              </a:ext>
            </a:extLst>
          </p:cNvPr>
          <p:cNvSpPr txBox="1"/>
          <p:nvPr/>
        </p:nvSpPr>
        <p:spPr>
          <a:xfrm>
            <a:off x="2567379" y="2554861"/>
            <a:ext cx="105912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050" dirty="0"/>
              <a:t>+0xF0000000</a:t>
            </a:r>
            <a:endParaRPr lang="zh-CN" altLang="en-US" sz="105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95A34F6-67CD-3B41-9258-083E1D72E86B}"/>
              </a:ext>
            </a:extLst>
          </p:cNvPr>
          <p:cNvSpPr txBox="1"/>
          <p:nvPr/>
        </p:nvSpPr>
        <p:spPr>
          <a:xfrm>
            <a:off x="5324397" y="3839711"/>
            <a:ext cx="105912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050" dirty="0"/>
              <a:t>+0x10000000</a:t>
            </a:r>
            <a:endParaRPr lang="zh-CN" altLang="en-US" sz="105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A1430B1-7A23-4247-AE15-EF67121AC66A}"/>
              </a:ext>
            </a:extLst>
          </p:cNvPr>
          <p:cNvSpPr txBox="1"/>
          <p:nvPr/>
        </p:nvSpPr>
        <p:spPr>
          <a:xfrm>
            <a:off x="3809548" y="1890176"/>
            <a:ext cx="13088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dirty="0"/>
              <a:t>0xF0500000</a:t>
            </a:r>
            <a:endParaRPr lang="zh-CN" altLang="en-US" sz="14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A10053F-82B0-A04B-ADCB-EF9DE823324D}"/>
              </a:ext>
            </a:extLst>
          </p:cNvPr>
          <p:cNvSpPr txBox="1"/>
          <p:nvPr/>
        </p:nvSpPr>
        <p:spPr>
          <a:xfrm>
            <a:off x="3851919" y="3738483"/>
            <a:ext cx="12241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dirty="0"/>
              <a:t>0x10500000</a:t>
            </a:r>
            <a:endParaRPr lang="zh-CN" altLang="en-US" sz="1400" dirty="0"/>
          </a:p>
        </p:txBody>
      </p:sp>
      <p:cxnSp>
        <p:nvCxnSpPr>
          <p:cNvPr id="5" name="肘形连接符 4">
            <a:extLst>
              <a:ext uri="{FF2B5EF4-FFF2-40B4-BE49-F238E27FC236}">
                <a16:creationId xmlns:a16="http://schemas.microsoft.com/office/drawing/2014/main" id="{96DAB277-E25D-E246-8DCC-AE53FEC4A879}"/>
              </a:ext>
            </a:extLst>
          </p:cNvPr>
          <p:cNvCxnSpPr>
            <a:cxnSpLocks/>
          </p:cNvCxnSpPr>
          <p:nvPr/>
        </p:nvCxnSpPr>
        <p:spPr>
          <a:xfrm>
            <a:off x="5940152" y="769268"/>
            <a:ext cx="790451" cy="788681"/>
          </a:xfrm>
          <a:prstGeom prst="bentConnector3">
            <a:avLst>
              <a:gd name="adj1" fmla="val -18123"/>
            </a:avLst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19637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EF5A6F-BE16-A34E-B57F-63B40B320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方法</a:t>
            </a:r>
            <a:r>
              <a:rPr kumimoji="1" lang="en-US" altLang="zh-CN" dirty="0"/>
              <a:t>-1</a:t>
            </a:r>
            <a:r>
              <a:rPr kumimoji="1" lang="zh-CN" altLang="en-US" dirty="0"/>
              <a:t>：分段机制（更细粒度）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C03CCD-BB67-BB47-A02A-EC3E3892E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7B9D228-4A74-1541-AEBC-525E5260D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301" y="1849388"/>
            <a:ext cx="2163092" cy="295232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CF5C4CE-2899-894C-8481-7D279D4A0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136" y="1849388"/>
            <a:ext cx="2163092" cy="295232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17625FF-1D1F-5741-B83A-441B70E8FE9B}"/>
              </a:ext>
            </a:extLst>
          </p:cNvPr>
          <p:cNvSpPr/>
          <p:nvPr/>
        </p:nvSpPr>
        <p:spPr>
          <a:xfrm>
            <a:off x="3561322" y="1345332"/>
            <a:ext cx="1800200" cy="4255901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45DF4C9F-DC11-4743-A6AF-3B5E68D8561B}"/>
              </a:ext>
            </a:extLst>
          </p:cNvPr>
          <p:cNvCxnSpPr/>
          <p:nvPr/>
        </p:nvCxnSpPr>
        <p:spPr>
          <a:xfrm flipV="1">
            <a:off x="2610393" y="3577580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0922FFDA-3F2E-8B4F-AD6F-E1BF49F269AB}"/>
              </a:ext>
            </a:extLst>
          </p:cNvPr>
          <p:cNvCxnSpPr/>
          <p:nvPr/>
        </p:nvCxnSpPr>
        <p:spPr>
          <a:xfrm flipV="1">
            <a:off x="2610392" y="3865612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39E74EFC-E40D-BF4A-9E89-E05AFBB36F81}"/>
              </a:ext>
            </a:extLst>
          </p:cNvPr>
          <p:cNvCxnSpPr>
            <a:cxnSpLocks/>
          </p:cNvCxnSpPr>
          <p:nvPr/>
        </p:nvCxnSpPr>
        <p:spPr>
          <a:xfrm>
            <a:off x="2610391" y="3793604"/>
            <a:ext cx="953496" cy="6480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C82D4F9B-3557-0149-B6CE-19F07E8959FB}"/>
              </a:ext>
            </a:extLst>
          </p:cNvPr>
          <p:cNvCxnSpPr>
            <a:cxnSpLocks/>
          </p:cNvCxnSpPr>
          <p:nvPr/>
        </p:nvCxnSpPr>
        <p:spPr>
          <a:xfrm>
            <a:off x="2610391" y="4153298"/>
            <a:ext cx="953496" cy="6480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86784FAA-73DF-AC47-B9B4-2E5B071E9A15}"/>
              </a:ext>
            </a:extLst>
          </p:cNvPr>
          <p:cNvCxnSpPr/>
          <p:nvPr/>
        </p:nvCxnSpPr>
        <p:spPr>
          <a:xfrm flipV="1">
            <a:off x="2610392" y="1494825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49FA16FC-06CA-8E46-9B4E-A1BFDDC602DA}"/>
              </a:ext>
            </a:extLst>
          </p:cNvPr>
          <p:cNvCxnSpPr/>
          <p:nvPr/>
        </p:nvCxnSpPr>
        <p:spPr>
          <a:xfrm flipV="1">
            <a:off x="2610391" y="1860342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4B7B543E-BE61-234F-8E7F-65A1F76E6DB0}"/>
              </a:ext>
            </a:extLst>
          </p:cNvPr>
          <p:cNvCxnSpPr/>
          <p:nvPr/>
        </p:nvCxnSpPr>
        <p:spPr>
          <a:xfrm flipV="1">
            <a:off x="5364088" y="2065412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D7CD81FD-4920-9E4E-9879-3B700EB819B8}"/>
              </a:ext>
            </a:extLst>
          </p:cNvPr>
          <p:cNvCxnSpPr/>
          <p:nvPr/>
        </p:nvCxnSpPr>
        <p:spPr>
          <a:xfrm flipV="1">
            <a:off x="5364087" y="2447664"/>
            <a:ext cx="953495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9F409960-7274-904D-BD04-CE4AE7776677}"/>
              </a:ext>
            </a:extLst>
          </p:cNvPr>
          <p:cNvCxnSpPr>
            <a:cxnSpLocks/>
          </p:cNvCxnSpPr>
          <p:nvPr/>
        </p:nvCxnSpPr>
        <p:spPr>
          <a:xfrm>
            <a:off x="5364082" y="3967215"/>
            <a:ext cx="953500" cy="1864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273CCA07-C5EB-AB43-8D8A-4B9828F9709F}"/>
              </a:ext>
            </a:extLst>
          </p:cNvPr>
          <p:cNvCxnSpPr>
            <a:cxnSpLocks/>
          </p:cNvCxnSpPr>
          <p:nvPr/>
        </p:nvCxnSpPr>
        <p:spPr>
          <a:xfrm>
            <a:off x="5361522" y="4258614"/>
            <a:ext cx="956062" cy="1830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98689466-742E-9646-AF46-04BA1FB90167}"/>
              </a:ext>
            </a:extLst>
          </p:cNvPr>
          <p:cNvCxnSpPr>
            <a:cxnSpLocks/>
          </p:cNvCxnSpPr>
          <p:nvPr/>
        </p:nvCxnSpPr>
        <p:spPr>
          <a:xfrm flipV="1">
            <a:off x="5364084" y="4158341"/>
            <a:ext cx="953495" cy="11827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连接符 29">
            <a:extLst>
              <a:ext uri="{FF2B5EF4-FFF2-40B4-BE49-F238E27FC236}">
                <a16:creationId xmlns:a16="http://schemas.microsoft.com/office/drawing/2014/main" id="{E0C0C414-3FC2-F743-A283-ABFA1951A516}"/>
              </a:ext>
            </a:extLst>
          </p:cNvPr>
          <p:cNvCxnSpPr>
            <a:cxnSpLocks/>
          </p:cNvCxnSpPr>
          <p:nvPr/>
        </p:nvCxnSpPr>
        <p:spPr>
          <a:xfrm flipV="1">
            <a:off x="5364084" y="3810098"/>
            <a:ext cx="953495" cy="11827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F4C1B831-1EFB-F841-BE49-2F6A8C0A9A0E}"/>
              </a:ext>
            </a:extLst>
          </p:cNvPr>
          <p:cNvSpPr/>
          <p:nvPr/>
        </p:nvSpPr>
        <p:spPr>
          <a:xfrm>
            <a:off x="3561322" y="1519875"/>
            <a:ext cx="1800200" cy="329513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47B63A0-5755-B54E-B449-1379C33147C3}"/>
              </a:ext>
            </a:extLst>
          </p:cNvPr>
          <p:cNvSpPr/>
          <p:nvPr/>
        </p:nvSpPr>
        <p:spPr>
          <a:xfrm>
            <a:off x="3561322" y="2641476"/>
            <a:ext cx="1800200" cy="390638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26623FD-ADDD-5947-8094-862271E95EA5}"/>
              </a:ext>
            </a:extLst>
          </p:cNvPr>
          <p:cNvSpPr/>
          <p:nvPr/>
        </p:nvSpPr>
        <p:spPr>
          <a:xfrm>
            <a:off x="3561322" y="3572231"/>
            <a:ext cx="1800200" cy="288684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897B80C-FE22-9342-97ED-34EDDFE351A4}"/>
              </a:ext>
            </a:extLst>
          </p:cNvPr>
          <p:cNvSpPr/>
          <p:nvPr/>
        </p:nvSpPr>
        <p:spPr>
          <a:xfrm>
            <a:off x="3561322" y="4423468"/>
            <a:ext cx="1800200" cy="368201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E7DF948-00AD-9342-9429-A5DB3E3F99AF}"/>
              </a:ext>
            </a:extLst>
          </p:cNvPr>
          <p:cNvSpPr/>
          <p:nvPr/>
        </p:nvSpPr>
        <p:spPr>
          <a:xfrm>
            <a:off x="3561322" y="3962869"/>
            <a:ext cx="1800200" cy="288684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0FCCDE9-2287-D645-8A15-905B528079B1}"/>
              </a:ext>
            </a:extLst>
          </p:cNvPr>
          <p:cNvSpPr/>
          <p:nvPr/>
        </p:nvSpPr>
        <p:spPr>
          <a:xfrm>
            <a:off x="3561322" y="4999903"/>
            <a:ext cx="1800200" cy="341182"/>
          </a:xfrm>
          <a:prstGeom prst="rect">
            <a:avLst/>
          </a:prstGeom>
          <a:solidFill>
            <a:srgbClr val="F2F9FF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6435030-A270-C345-A638-FE247470E62E}"/>
              </a:ext>
            </a:extLst>
          </p:cNvPr>
          <p:cNvSpPr txBox="1"/>
          <p:nvPr/>
        </p:nvSpPr>
        <p:spPr>
          <a:xfrm>
            <a:off x="361089" y="4830669"/>
            <a:ext cx="3111455" cy="70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accent1"/>
                </a:solidFill>
                <a:latin typeface="+mn-ea"/>
              </a:rPr>
              <a:t>每个进程都可包含代码段、数据段等</a:t>
            </a:r>
            <a:endParaRPr kumimoji="1" lang="en-US" altLang="zh-CN" sz="1400" b="1" dirty="0">
              <a:solidFill>
                <a:schemeClr val="accent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accent1"/>
                </a:solidFill>
                <a:latin typeface="+mn-ea"/>
              </a:rPr>
              <a:t>与进程自身的内存布局相匹配</a:t>
            </a:r>
            <a:endParaRPr kumimoji="1" lang="en-US" altLang="zh-CN" sz="1400" dirty="0">
              <a:latin typeface="+mn-ea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7587F8A-E1FB-9840-B690-2B3124BE9EF1}"/>
              </a:ext>
            </a:extLst>
          </p:cNvPr>
          <p:cNvSpPr txBox="1"/>
          <p:nvPr/>
        </p:nvSpPr>
        <p:spPr>
          <a:xfrm>
            <a:off x="862865" y="1523612"/>
            <a:ext cx="19777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accent1"/>
                </a:solidFill>
              </a:rPr>
              <a:t>虚拟内存空间（进程</a:t>
            </a:r>
            <a:r>
              <a:rPr kumimoji="1" lang="en-US" altLang="zh-CN" sz="1400" b="1" dirty="0">
                <a:solidFill>
                  <a:schemeClr val="accent1"/>
                </a:solidFill>
              </a:rPr>
              <a:t>-1</a:t>
            </a:r>
            <a:r>
              <a:rPr kumimoji="1" lang="zh-CN" altLang="en-US" sz="1400" b="1" dirty="0">
                <a:solidFill>
                  <a:schemeClr val="accent1"/>
                </a:solidFill>
              </a:rPr>
              <a:t>）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0524F3C-4CC3-7A47-8D17-5AC2204D0C75}"/>
              </a:ext>
            </a:extLst>
          </p:cNvPr>
          <p:cNvSpPr txBox="1"/>
          <p:nvPr/>
        </p:nvSpPr>
        <p:spPr>
          <a:xfrm>
            <a:off x="3472544" y="1037555"/>
            <a:ext cx="19777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accent1"/>
                </a:solidFill>
              </a:rPr>
              <a:t>物理内存空间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270547E-F1E3-1741-99A1-706F58D67DCD}"/>
              </a:ext>
            </a:extLst>
          </p:cNvPr>
          <p:cNvSpPr txBox="1"/>
          <p:nvPr/>
        </p:nvSpPr>
        <p:spPr>
          <a:xfrm>
            <a:off x="6123271" y="1529271"/>
            <a:ext cx="19777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accent1"/>
                </a:solidFill>
              </a:rPr>
              <a:t>虚拟内存空间（进程</a:t>
            </a:r>
            <a:r>
              <a:rPr kumimoji="1" lang="en-US" altLang="zh-CN" sz="1400" b="1" dirty="0">
                <a:solidFill>
                  <a:schemeClr val="accent1"/>
                </a:solidFill>
              </a:rPr>
              <a:t>-2</a:t>
            </a:r>
            <a:r>
              <a:rPr kumimoji="1" lang="zh-CN" altLang="en-US" sz="1400" b="1" dirty="0">
                <a:solidFill>
                  <a:schemeClr val="accent1"/>
                </a:solidFill>
              </a:rPr>
              <a:t>）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8126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5D4674-EB56-B04F-A69D-92A9D1F58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分段机制的问题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2BB39E-1BA9-2047-BD1E-D5DD6C553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363272" cy="3963461"/>
          </a:xfrm>
        </p:spPr>
        <p:txBody>
          <a:bodyPr>
            <a:normAutofit lnSpcReduction="10000"/>
          </a:bodyPr>
          <a:lstStyle/>
          <a:p>
            <a:r>
              <a:rPr kumimoji="1" lang="zh-CN" altLang="en-US" sz="2400" dirty="0"/>
              <a:t>对物理内存连续性的要求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物理内存也必须以段为单位进行分配</a:t>
            </a:r>
            <a:endParaRPr kumimoji="1" lang="en-US" altLang="zh-CN" sz="2000" dirty="0"/>
          </a:p>
          <a:p>
            <a:r>
              <a:rPr kumimoji="1" lang="zh-CN" altLang="en-US" sz="2400" dirty="0"/>
              <a:t>存在问题：内存利用率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外部碎片：段与段之间留下碎片空间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内部碎片：段内部预留未使用的碎片空间</a:t>
            </a:r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r>
              <a:rPr kumimoji="1" lang="zh-CN" altLang="en-US" sz="2400" dirty="0"/>
              <a:t>分段机制常见于</a:t>
            </a:r>
            <a:r>
              <a:rPr kumimoji="1" lang="en-US" altLang="zh-CN" sz="2400" dirty="0"/>
              <a:t>x86</a:t>
            </a:r>
            <a:r>
              <a:rPr kumimoji="1" lang="zh-CN" altLang="en-US" sz="2400" dirty="0"/>
              <a:t>平台</a:t>
            </a:r>
            <a:r>
              <a:rPr kumimoji="1" lang="en-US" altLang="zh-CN" sz="2400" dirty="0"/>
              <a:t> 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现代操作系统通常不再依赖分段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x86-64</a:t>
            </a:r>
            <a:r>
              <a:rPr kumimoji="1" lang="zh-CN" altLang="en-US" sz="2000" dirty="0"/>
              <a:t>在</a:t>
            </a:r>
            <a:r>
              <a:rPr kumimoji="1" lang="en-US" altLang="zh-CN" sz="2000" dirty="0"/>
              <a:t>64</a:t>
            </a:r>
            <a:r>
              <a:rPr kumimoji="1" lang="zh-CN" altLang="en-US" sz="2000" dirty="0"/>
              <a:t>位模式放弃了段机制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74A9C8-D070-E341-B7A0-372F5B78D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pic>
        <p:nvPicPr>
          <p:cNvPr id="1026" name="Picture 2" descr="内存碎片之外部碎片与内部碎片- JackTang&amp;#39;s Blog">
            <a:extLst>
              <a:ext uri="{FF2B5EF4-FFF2-40B4-BE49-F238E27FC236}">
                <a16:creationId xmlns:a16="http://schemas.microsoft.com/office/drawing/2014/main" id="{2792A1DE-6FED-CB41-964B-0BDE833D6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0895" y="1489348"/>
            <a:ext cx="2965035" cy="252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448A91F-29F8-3C4E-9D46-28EAE7FFC838}"/>
              </a:ext>
            </a:extLst>
          </p:cNvPr>
          <p:cNvSpPr txBox="1"/>
          <p:nvPr/>
        </p:nvSpPr>
        <p:spPr>
          <a:xfrm>
            <a:off x="6732240" y="1705372"/>
            <a:ext cx="6357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900" dirty="0">
                <a:solidFill>
                  <a:srgbClr val="FFFF00"/>
                </a:solidFill>
              </a:rPr>
              <a:t>使用</a:t>
            </a:r>
            <a:endParaRPr lang="zh-CN" altLang="en-US" sz="900" dirty="0">
              <a:solidFill>
                <a:srgbClr val="FFFF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CECD57B-D89E-994F-B04E-A580637176B2}"/>
              </a:ext>
            </a:extLst>
          </p:cNvPr>
          <p:cNvSpPr txBox="1"/>
          <p:nvPr/>
        </p:nvSpPr>
        <p:spPr>
          <a:xfrm>
            <a:off x="6732240" y="1993404"/>
            <a:ext cx="6357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900" dirty="0">
                <a:solidFill>
                  <a:srgbClr val="FFFF00"/>
                </a:solidFill>
              </a:rPr>
              <a:t>使用</a:t>
            </a:r>
            <a:endParaRPr lang="zh-CN" altLang="en-US" sz="900" dirty="0">
              <a:solidFill>
                <a:srgbClr val="FFFF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726D1C8-9411-0D40-8077-19156861F846}"/>
              </a:ext>
            </a:extLst>
          </p:cNvPr>
          <p:cNvSpPr txBox="1"/>
          <p:nvPr/>
        </p:nvSpPr>
        <p:spPr>
          <a:xfrm>
            <a:off x="6732240" y="2471828"/>
            <a:ext cx="6357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900" dirty="0">
                <a:solidFill>
                  <a:srgbClr val="FFFF00"/>
                </a:solidFill>
              </a:rPr>
              <a:t>使用</a:t>
            </a:r>
            <a:endParaRPr lang="zh-CN" altLang="en-US" sz="900" dirty="0">
              <a:solidFill>
                <a:srgbClr val="FFFF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11765C8-52EA-DB4E-8B24-BAD5237E2E73}"/>
              </a:ext>
            </a:extLst>
          </p:cNvPr>
          <p:cNvSpPr txBox="1"/>
          <p:nvPr/>
        </p:nvSpPr>
        <p:spPr>
          <a:xfrm>
            <a:off x="6732240" y="3145532"/>
            <a:ext cx="6357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900" dirty="0">
                <a:solidFill>
                  <a:srgbClr val="FFFF00"/>
                </a:solidFill>
              </a:rPr>
              <a:t>使用</a:t>
            </a:r>
            <a:endParaRPr lang="zh-CN" altLang="en-US" sz="900" dirty="0">
              <a:solidFill>
                <a:srgbClr val="FFFF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828302F-589A-3343-9D1B-4DF54D068E50}"/>
              </a:ext>
            </a:extLst>
          </p:cNvPr>
          <p:cNvSpPr txBox="1"/>
          <p:nvPr/>
        </p:nvSpPr>
        <p:spPr>
          <a:xfrm>
            <a:off x="6732240" y="3416796"/>
            <a:ext cx="6357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900" dirty="0">
                <a:solidFill>
                  <a:srgbClr val="FFFF00"/>
                </a:solidFill>
              </a:rPr>
              <a:t>使用</a:t>
            </a:r>
            <a:endParaRPr lang="zh-CN" altLang="en-US" sz="9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3743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26BB7E-1381-B748-92C0-E1939D935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方法</a:t>
            </a:r>
            <a:r>
              <a:rPr kumimoji="1" lang="en-US" altLang="zh-CN" dirty="0"/>
              <a:t>-2</a:t>
            </a:r>
            <a:r>
              <a:rPr kumimoji="1" lang="zh-CN" altLang="en-US" dirty="0"/>
              <a:t>：分页机制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14F504-F7ED-7343-9D6B-50C6974AF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分页机制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虚拟地址空间划分成连续的、等长的虚拟页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物理内存也被划分成连续的、等长的物理页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虚拟页和物理页的页长相等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虚拟地址分为：虚拟页号 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 页内偏移</a:t>
            </a:r>
            <a:endParaRPr kumimoji="1" lang="en-US" altLang="zh-CN" sz="2000" dirty="0"/>
          </a:p>
          <a:p>
            <a:r>
              <a:rPr kumimoji="1" lang="zh-CN" altLang="en-US" sz="2400" dirty="0"/>
              <a:t>使用</a:t>
            </a:r>
            <a:r>
              <a:rPr kumimoji="1" lang="zh-CN" altLang="en-US" sz="2400" dirty="0">
                <a:solidFill>
                  <a:srgbClr val="C00000"/>
                </a:solidFill>
              </a:rPr>
              <a:t>页表</a:t>
            </a:r>
            <a:r>
              <a:rPr kumimoji="1" lang="zh-CN" altLang="en-US" sz="2400" dirty="0"/>
              <a:t>记录虚拟页号到物理页号的映射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页表：</a:t>
            </a:r>
            <a:r>
              <a:rPr kumimoji="1" lang="en-US" altLang="zh-CN" sz="2000" dirty="0"/>
              <a:t>Page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Table</a:t>
            </a:r>
          </a:p>
          <a:p>
            <a:endParaRPr kumimoji="1"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6AEF5-F50F-2148-B76D-77FB66877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116DC7D-C2A4-1049-A29B-C156EC2113E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075" b="19446"/>
          <a:stretch/>
        </p:blipFill>
        <p:spPr>
          <a:xfrm>
            <a:off x="6948264" y="1338348"/>
            <a:ext cx="1547664" cy="317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2291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26BB7E-1381-B748-92C0-E1939D935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页表：分页机制的核心数据结构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14F504-F7ED-7343-9D6B-50C6974AF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页表包含多个页表项，存储物理页的页号（虚拟页号为索引）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6AEF5-F50F-2148-B76D-77FB66877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116DC7D-C2A4-1049-A29B-C156EC2113E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13"/>
          <a:stretch/>
        </p:blipFill>
        <p:spPr>
          <a:xfrm>
            <a:off x="1331640" y="2116128"/>
            <a:ext cx="6138428" cy="348510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3144F96-22B7-C549-A5CA-C5692CF983ED}"/>
              </a:ext>
            </a:extLst>
          </p:cNvPr>
          <p:cNvSpPr/>
          <p:nvPr/>
        </p:nvSpPr>
        <p:spPr>
          <a:xfrm>
            <a:off x="1297008" y="2566040"/>
            <a:ext cx="720080" cy="22356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DFB20E3-2DA0-4349-8A82-1755DF5D166A}"/>
              </a:ext>
            </a:extLst>
          </p:cNvPr>
          <p:cNvSpPr/>
          <p:nvPr/>
        </p:nvSpPr>
        <p:spPr>
          <a:xfrm>
            <a:off x="6795708" y="2569468"/>
            <a:ext cx="720080" cy="22356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E3059F5-F432-EB45-9E8E-BC0A49F1EC13}"/>
              </a:ext>
            </a:extLst>
          </p:cNvPr>
          <p:cNvSpPr txBox="1"/>
          <p:nvPr/>
        </p:nvSpPr>
        <p:spPr>
          <a:xfrm>
            <a:off x="899592" y="2785492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1400" dirty="0"/>
              <a:t>索引：</a:t>
            </a:r>
            <a:r>
              <a:rPr kumimoji="1" lang="en-US" altLang="zh-CN" sz="1400" dirty="0"/>
              <a:t>0</a:t>
            </a:r>
            <a:endParaRPr kumimoji="1" lang="zh-CN" altLang="en-US" sz="1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41CCB6E-48B4-3349-A196-BA56DC036F5E}"/>
              </a:ext>
            </a:extLst>
          </p:cNvPr>
          <p:cNvSpPr txBox="1"/>
          <p:nvPr/>
        </p:nvSpPr>
        <p:spPr>
          <a:xfrm>
            <a:off x="899592" y="3117327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1400" dirty="0"/>
              <a:t>索引：</a:t>
            </a:r>
            <a:r>
              <a:rPr kumimoji="1" lang="en-US" altLang="zh-CN" sz="1400" dirty="0"/>
              <a:t>1</a:t>
            </a:r>
            <a:endParaRPr kumimoji="1" lang="zh-CN" altLang="en-US" sz="1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41695C4-EF8D-2D49-B493-840394EBD8CE}"/>
              </a:ext>
            </a:extLst>
          </p:cNvPr>
          <p:cNvSpPr txBox="1"/>
          <p:nvPr/>
        </p:nvSpPr>
        <p:spPr>
          <a:xfrm>
            <a:off x="899592" y="3449162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1400" dirty="0"/>
              <a:t>索引：</a:t>
            </a:r>
            <a:r>
              <a:rPr kumimoji="1" lang="en-US" altLang="zh-CN" sz="1400" dirty="0"/>
              <a:t>2</a:t>
            </a:r>
            <a:endParaRPr kumimoji="1" lang="zh-CN" altLang="en-US" sz="1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44C5CA5-91D1-6D4F-B8A8-4BD8BF96D219}"/>
              </a:ext>
            </a:extLst>
          </p:cNvPr>
          <p:cNvSpPr txBox="1"/>
          <p:nvPr/>
        </p:nvSpPr>
        <p:spPr>
          <a:xfrm>
            <a:off x="6553200" y="2816716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1400" dirty="0"/>
              <a:t>索引：</a:t>
            </a:r>
            <a:r>
              <a:rPr kumimoji="1" lang="en-US" altLang="zh-CN" sz="1400" dirty="0"/>
              <a:t>0</a:t>
            </a:r>
            <a:endParaRPr kumimoji="1" lang="zh-CN" altLang="en-US" sz="1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F3D1B31-6DF1-FC46-8CD5-D18FA78B2537}"/>
              </a:ext>
            </a:extLst>
          </p:cNvPr>
          <p:cNvSpPr txBox="1"/>
          <p:nvPr/>
        </p:nvSpPr>
        <p:spPr>
          <a:xfrm>
            <a:off x="6553200" y="3148551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1400" dirty="0"/>
              <a:t>索引：</a:t>
            </a:r>
            <a:r>
              <a:rPr kumimoji="1" lang="en-US" altLang="zh-CN" sz="1400" dirty="0"/>
              <a:t>1</a:t>
            </a:r>
            <a:endParaRPr kumimoji="1" lang="zh-CN" altLang="en-US" sz="1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7104D27-06DA-A740-B13E-77E97198A958}"/>
              </a:ext>
            </a:extLst>
          </p:cNvPr>
          <p:cNvSpPr txBox="1"/>
          <p:nvPr/>
        </p:nvSpPr>
        <p:spPr>
          <a:xfrm>
            <a:off x="6553200" y="3480386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1400" dirty="0"/>
              <a:t>索引：</a:t>
            </a:r>
            <a:r>
              <a:rPr kumimoji="1" lang="en-US" altLang="zh-CN" sz="1400" dirty="0"/>
              <a:t>2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25248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674D8D-2372-8149-BF48-A8F2E698C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分页机制的特点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4808D7-6548-FC46-B721-3706E0A4C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63461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物理内存离散分配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任意虚拟页可以映射到任意物理页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大大降低对物理内存连续性的要求</a:t>
            </a:r>
            <a:endParaRPr kumimoji="1" lang="en-US" altLang="zh-CN" sz="2000" dirty="0"/>
          </a:p>
          <a:p>
            <a:r>
              <a:rPr kumimoji="1" lang="zh-CN" altLang="en-US" sz="2400" dirty="0"/>
              <a:t>主存资源易于管理，利用率更高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按照固定页大小分配物理内存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能大大降低外部碎片和内部碎片</a:t>
            </a:r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r>
              <a:rPr kumimoji="1" lang="zh-CN" altLang="en-US" sz="2400" dirty="0"/>
              <a:t>被现代处理器和操作系统广泛采用</a:t>
            </a:r>
            <a:endParaRPr kumimoji="1" lang="en-US" altLang="zh-CN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0F93DE-F219-444A-A9A3-13805F22E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87635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394FF7D8-F79A-CB40-BA17-1FB28C080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ARM64</a:t>
            </a:r>
            <a:r>
              <a:rPr lang="zh-CN" altLang="en-US" dirty="0"/>
              <a:t>的页表格式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9F3699F-6CA0-DF42-8998-D96DC7EDEC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硬件层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1C435E-23B1-E543-B69E-A392D59E6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D043ED-D996-3C4C-B2C6-D330FCC596D8}" type="slidenum">
              <a:rPr lang="zh-CN" altLang="en-US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69332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D2C7DB-8B39-8B43-90FE-3B2C7A0DC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多级页表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8FB3CB-10F6-1F46-9FB7-6CBF6F30F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多级页表能有效压缩页表的大小</a:t>
            </a:r>
            <a:endParaRPr kumimoji="1" lang="en-US" altLang="zh-CN" sz="2400" dirty="0"/>
          </a:p>
          <a:p>
            <a:endParaRPr kumimoji="1" lang="en-US" altLang="zh-CN" sz="2400" dirty="0"/>
          </a:p>
          <a:p>
            <a:r>
              <a:rPr kumimoji="1" lang="zh-CN" altLang="en-US" sz="2400" dirty="0"/>
              <a:t>原因：允许页表中出现空洞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若某级页表中的某条目为空，那么该</a:t>
            </a:r>
            <a:br>
              <a:rPr kumimoji="1" lang="en-US" altLang="zh-CN" sz="2000" dirty="0"/>
            </a:br>
            <a:r>
              <a:rPr kumimoji="1" lang="zh-CN" altLang="en-US" sz="2000" dirty="0"/>
              <a:t>条目对应的下一级页表便无需存在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应用程序的虚拟地址空间大部分都未分配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D3E5AE-8D1F-D747-BDCA-EB46EB357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B0278E46-1482-5C4A-B71F-DA70B9BC4F4E}"/>
              </a:ext>
            </a:extLst>
          </p:cNvPr>
          <p:cNvGrpSpPr/>
          <p:nvPr/>
        </p:nvGrpSpPr>
        <p:grpSpPr>
          <a:xfrm>
            <a:off x="6164560" y="949855"/>
            <a:ext cx="2527300" cy="4155281"/>
            <a:chOff x="5486400" y="2093118"/>
            <a:chExt cx="2527300" cy="4155281"/>
          </a:xfrm>
        </p:grpSpPr>
        <p:grpSp>
          <p:nvGrpSpPr>
            <p:cNvPr id="29" name="Group 14">
              <a:extLst>
                <a:ext uri="{FF2B5EF4-FFF2-40B4-BE49-F238E27FC236}">
                  <a16:creationId xmlns:a16="http://schemas.microsoft.com/office/drawing/2014/main" id="{495405CC-8377-2A45-B83B-2767C6BC90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86400" y="2093118"/>
              <a:ext cx="2527300" cy="4155281"/>
              <a:chOff x="3553" y="1192"/>
              <a:chExt cx="1592" cy="2792"/>
            </a:xfrm>
          </p:grpSpPr>
          <p:sp>
            <p:nvSpPr>
              <p:cNvPr id="34" name="Rectangle 5">
                <a:extLst>
                  <a:ext uri="{FF2B5EF4-FFF2-40B4-BE49-F238E27FC236}">
                    <a16:creationId xmlns:a16="http://schemas.microsoft.com/office/drawing/2014/main" id="{092EDA0D-AAC9-8B4F-9C6C-57863D5CBD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3" y="2304"/>
                <a:ext cx="441" cy="72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5" name="Rectangle 6">
                <a:extLst>
                  <a:ext uri="{FF2B5EF4-FFF2-40B4-BE49-F238E27FC236}">
                    <a16:creationId xmlns:a16="http://schemas.microsoft.com/office/drawing/2014/main" id="{80CBCD9E-0B6E-8F47-A012-8307D8A4B3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4" y="1440"/>
                <a:ext cx="441" cy="720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6" name="Rectangle 7">
                <a:extLst>
                  <a:ext uri="{FF2B5EF4-FFF2-40B4-BE49-F238E27FC236}">
                    <a16:creationId xmlns:a16="http://schemas.microsoft.com/office/drawing/2014/main" id="{6489B3F7-EF16-B94D-90F9-3ED2CE4B05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4" y="2304"/>
                <a:ext cx="441" cy="720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7" name="Rectangle 8">
                <a:extLst>
                  <a:ext uri="{FF2B5EF4-FFF2-40B4-BE49-F238E27FC236}">
                    <a16:creationId xmlns:a16="http://schemas.microsoft.com/office/drawing/2014/main" id="{22682949-FFFE-824F-BAFF-96E7B1AC13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4" y="3264"/>
                <a:ext cx="441" cy="720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8" name="Text Box 9">
                <a:extLst>
                  <a:ext uri="{FF2B5EF4-FFF2-40B4-BE49-F238E27FC236}">
                    <a16:creationId xmlns:a16="http://schemas.microsoft.com/office/drawing/2014/main" id="{EA1FD792-3EBB-C64E-9507-2207134570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5" y="3013"/>
                <a:ext cx="234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30000"/>
                  </a:spcBef>
                  <a:buFontTx/>
                  <a:buNone/>
                </a:pPr>
                <a:r>
                  <a:rPr lang="en-US" altLang="zh-CN" sz="1800">
                    <a:solidFill>
                      <a:schemeClr val="tx2"/>
                    </a:solidFill>
                    <a:latin typeface="Helvetica" pitchFamily="2" charset="0"/>
                  </a:rPr>
                  <a:t>...</a:t>
                </a:r>
              </a:p>
            </p:txBody>
          </p:sp>
          <p:sp>
            <p:nvSpPr>
              <p:cNvPr id="39" name="Text Box 10">
                <a:extLst>
                  <a:ext uri="{FF2B5EF4-FFF2-40B4-BE49-F238E27FC236}">
                    <a16:creationId xmlns:a16="http://schemas.microsoft.com/office/drawing/2014/main" id="{321556D8-FD51-0E47-B36F-CB7057079D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5" y="1192"/>
                <a:ext cx="487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0000"/>
                  </a:lnSpc>
                  <a:spcBef>
                    <a:spcPct val="30000"/>
                  </a:spcBef>
                  <a:buFontTx/>
                  <a:buNone/>
                </a:pPr>
                <a:r>
                  <a:rPr lang="zh-CN" altLang="en-US" sz="1800" dirty="0">
                    <a:latin typeface="Helvetica" pitchFamily="2" charset="0"/>
                  </a:rPr>
                  <a:t>第</a:t>
                </a:r>
                <a:r>
                  <a:rPr lang="en-US" altLang="zh-CN" sz="1800" dirty="0">
                    <a:latin typeface="Helvetica" pitchFamily="2" charset="0"/>
                  </a:rPr>
                  <a:t>1</a:t>
                </a:r>
                <a:r>
                  <a:rPr lang="zh-CN" altLang="en-US" sz="1800" dirty="0">
                    <a:latin typeface="Helvetica" pitchFamily="2" charset="0"/>
                  </a:rPr>
                  <a:t>级</a:t>
                </a:r>
                <a:endParaRPr lang="en-US" altLang="zh-CN" sz="1800" dirty="0">
                  <a:latin typeface="Helvetica" pitchFamily="2" charset="0"/>
                </a:endParaRPr>
              </a:p>
            </p:txBody>
          </p:sp>
          <p:sp>
            <p:nvSpPr>
              <p:cNvPr id="40" name="Line 11">
                <a:extLst>
                  <a:ext uri="{FF2B5EF4-FFF2-40B4-BE49-F238E27FC236}">
                    <a16:creationId xmlns:a16="http://schemas.microsoft.com/office/drawing/2014/main" id="{96F9C81F-4F31-E849-ADE6-3A4A9A1BDD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94" y="1440"/>
                <a:ext cx="710" cy="9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487" tIns="44450" rIns="90487" bIns="44450" anchor="ctr"/>
              <a:lstStyle/>
              <a:p>
                <a:endParaRPr lang="zh-CN" altLang="en-US"/>
              </a:p>
            </p:txBody>
          </p:sp>
          <p:sp>
            <p:nvSpPr>
              <p:cNvPr id="41" name="Line 12">
                <a:extLst>
                  <a:ext uri="{FF2B5EF4-FFF2-40B4-BE49-F238E27FC236}">
                    <a16:creationId xmlns:a16="http://schemas.microsoft.com/office/drawing/2014/main" id="{767E4583-DDBC-6B46-A952-871ABFE154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94" y="2304"/>
                <a:ext cx="710" cy="1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487" tIns="44450" rIns="90487" bIns="44450" anchor="ctr"/>
              <a:lstStyle/>
              <a:p>
                <a:endParaRPr lang="zh-CN" altLang="en-US"/>
              </a:p>
            </p:txBody>
          </p:sp>
          <p:sp>
            <p:nvSpPr>
              <p:cNvPr id="42" name="Line 13">
                <a:extLst>
                  <a:ext uri="{FF2B5EF4-FFF2-40B4-BE49-F238E27FC236}">
                    <a16:creationId xmlns:a16="http://schemas.microsoft.com/office/drawing/2014/main" id="{D3FDE4E5-3AF5-1247-A966-45A210BFAD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936"/>
                <a:ext cx="720" cy="32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487" tIns="44450" rIns="90487" bIns="44450" anchor="ctr"/>
              <a:lstStyle/>
              <a:p>
                <a:endParaRPr lang="zh-CN" altLang="en-US"/>
              </a:p>
            </p:txBody>
          </p:sp>
        </p:grpSp>
        <p:sp>
          <p:nvSpPr>
            <p:cNvPr id="30" name="Rectangle 5">
              <a:extLst>
                <a:ext uri="{FF2B5EF4-FFF2-40B4-BE49-F238E27FC236}">
                  <a16:creationId xmlns:a16="http://schemas.microsoft.com/office/drawing/2014/main" id="{555CA750-19FA-4249-A3F1-F17C63CB2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3810000"/>
              <a:ext cx="700088" cy="80963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  <p:sp>
          <p:nvSpPr>
            <p:cNvPr id="31" name="Rectangle 5">
              <a:extLst>
                <a:ext uri="{FF2B5EF4-FFF2-40B4-BE49-F238E27FC236}">
                  <a16:creationId xmlns:a16="http://schemas.microsoft.com/office/drawing/2014/main" id="{89FFCF19-2BB6-9B40-A1BC-6358E1D634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3886200"/>
              <a:ext cx="700088" cy="80963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  <p:sp>
          <p:nvSpPr>
            <p:cNvPr id="32" name="Rectangle 5">
              <a:extLst>
                <a:ext uri="{FF2B5EF4-FFF2-40B4-BE49-F238E27FC236}">
                  <a16:creationId xmlns:a16="http://schemas.microsoft.com/office/drawing/2014/main" id="{1890CC74-5653-6D43-BAA8-1FBF26F0F7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4648200"/>
              <a:ext cx="700088" cy="80963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</p:grpSp>
      <p:sp>
        <p:nvSpPr>
          <p:cNvPr id="43" name="Text Box 10">
            <a:extLst>
              <a:ext uri="{FF2B5EF4-FFF2-40B4-BE49-F238E27FC236}">
                <a16:creationId xmlns:a16="http://schemas.microsoft.com/office/drawing/2014/main" id="{76C9C9F6-6656-8440-8ABB-F52262EEC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8280" y="2254714"/>
            <a:ext cx="772646" cy="339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zh-CN" altLang="en-US" sz="1800" dirty="0">
                <a:latin typeface="Helvetica" pitchFamily="2" charset="0"/>
              </a:rPr>
              <a:t>第</a:t>
            </a:r>
            <a:r>
              <a:rPr lang="en-US" altLang="zh-CN" sz="1800" dirty="0">
                <a:latin typeface="Helvetica" pitchFamily="2" charset="0"/>
              </a:rPr>
              <a:t>0</a:t>
            </a:r>
            <a:r>
              <a:rPr lang="zh-CN" altLang="en-US" sz="1800" dirty="0">
                <a:latin typeface="Helvetica" pitchFamily="2" charset="0"/>
              </a:rPr>
              <a:t>级</a:t>
            </a:r>
            <a:endParaRPr lang="en-US" altLang="zh-CN" sz="18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25597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59BF44-6286-304A-861A-170D389CD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AARCH64</a:t>
            </a:r>
            <a:r>
              <a:rPr kumimoji="1" lang="zh-CN" altLang="en-US" dirty="0"/>
              <a:t>体系结构下</a:t>
            </a:r>
            <a:r>
              <a:rPr kumimoji="1" lang="en-US" altLang="zh-CN" dirty="0"/>
              <a:t>4</a:t>
            </a:r>
            <a:r>
              <a:rPr kumimoji="1" lang="zh-CN" altLang="en-US" dirty="0"/>
              <a:t>级页表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AE1C21-CA44-D647-9509-19F680F03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AD8AAFC-B247-704E-8974-4EB6B6AF49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449" y="1273324"/>
            <a:ext cx="6817102" cy="4316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0897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06FDA8-225C-CA4E-BD59-4660D3B4E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64</a:t>
            </a:r>
            <a:r>
              <a:rPr kumimoji="1" lang="zh-CN" altLang="en-US" dirty="0"/>
              <a:t>位虚拟地址解析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207D2E-2FF8-B44E-ADB7-BBBF903A3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4771"/>
            <a:ext cx="8229600" cy="4152633"/>
          </a:xfrm>
        </p:spPr>
        <p:txBody>
          <a:bodyPr>
            <a:normAutofit lnSpcReduction="10000"/>
          </a:bodyPr>
          <a:lstStyle/>
          <a:p>
            <a:r>
              <a:rPr kumimoji="1" lang="zh-CN" altLang="en-US" sz="2400" dirty="0"/>
              <a:t>「</a:t>
            </a:r>
            <a:r>
              <a:rPr kumimoji="1" lang="en-US" altLang="zh-CN" sz="2400" dirty="0"/>
              <a:t>63</a:t>
            </a:r>
            <a:r>
              <a:rPr kumimoji="1" lang="zh-CN" altLang="en-US" sz="2400" dirty="0"/>
              <a:t>：</a:t>
            </a:r>
            <a:r>
              <a:rPr kumimoji="1" lang="en-US" altLang="zh-CN" sz="2400" dirty="0"/>
              <a:t>48</a:t>
            </a:r>
            <a:r>
              <a:rPr kumimoji="1" lang="zh-CN" altLang="en-US" sz="2400" dirty="0"/>
              <a:t>」</a:t>
            </a:r>
            <a:r>
              <a:rPr kumimoji="1" lang="en-US" altLang="zh-CN" sz="2400" dirty="0"/>
              <a:t>16-bit</a:t>
            </a:r>
          </a:p>
          <a:p>
            <a:pPr lvl="1"/>
            <a:r>
              <a:rPr kumimoji="1" lang="zh-CN" altLang="en-US" sz="2000" dirty="0"/>
              <a:t>必须全是</a:t>
            </a:r>
            <a:r>
              <a:rPr kumimoji="1" lang="en-US" altLang="zh-CN" sz="2000" dirty="0"/>
              <a:t>0</a:t>
            </a:r>
            <a:r>
              <a:rPr kumimoji="1" lang="zh-CN" altLang="en-US" sz="2000" dirty="0"/>
              <a:t>或者全是</a:t>
            </a:r>
            <a:r>
              <a:rPr kumimoji="1" lang="en-US" altLang="zh-CN" sz="2000" dirty="0"/>
              <a:t>1</a:t>
            </a:r>
            <a:r>
              <a:rPr kumimoji="1" lang="zh-CN" altLang="en-US" sz="2000" dirty="0"/>
              <a:t>（一般应用程序地址选</a:t>
            </a:r>
            <a:r>
              <a:rPr kumimoji="1" lang="en-US" altLang="zh-CN" sz="2000" dirty="0"/>
              <a:t>0</a:t>
            </a:r>
            <a:r>
              <a:rPr kumimoji="1" lang="zh-CN" altLang="en-US" sz="2000" dirty="0"/>
              <a:t>，内核地址选</a:t>
            </a:r>
            <a:r>
              <a:rPr kumimoji="1" lang="en-US" altLang="zh-CN" sz="2000" dirty="0"/>
              <a:t>1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也意味着虚拟地址空间大小最大是</a:t>
            </a:r>
            <a:r>
              <a:rPr kumimoji="1" lang="en-US" altLang="zh-CN" sz="2000" dirty="0"/>
              <a:t>2</a:t>
            </a:r>
            <a:r>
              <a:rPr kumimoji="1" lang="en-US" altLang="zh-CN" sz="2000" baseline="30000" dirty="0"/>
              <a:t>48</a:t>
            </a:r>
            <a:r>
              <a:rPr kumimoji="1" lang="zh-CN" altLang="en-US" sz="2000" baseline="30000" dirty="0"/>
              <a:t> </a:t>
            </a:r>
            <a:r>
              <a:rPr kumimoji="1" lang="en-US" altLang="zh-CN" sz="2000" dirty="0"/>
              <a:t>Byte</a:t>
            </a:r>
            <a:r>
              <a:rPr kumimoji="1" lang="zh-CN" altLang="en-US" sz="2000" dirty="0"/>
              <a:t>，即</a:t>
            </a:r>
            <a:r>
              <a:rPr kumimoji="1" lang="en-US" altLang="zh-CN" sz="2000" dirty="0"/>
              <a:t>256TB</a:t>
            </a:r>
          </a:p>
          <a:p>
            <a:r>
              <a:rPr kumimoji="1" lang="zh-CN" altLang="en-US" sz="2400" dirty="0"/>
              <a:t>「</a:t>
            </a:r>
            <a:r>
              <a:rPr kumimoji="1" lang="en-US" altLang="zh-CN" sz="2400" dirty="0"/>
              <a:t>47</a:t>
            </a:r>
            <a:r>
              <a:rPr kumimoji="1" lang="zh-CN" altLang="en-US" sz="2400" dirty="0"/>
              <a:t>：</a:t>
            </a:r>
            <a:r>
              <a:rPr kumimoji="1" lang="en-US" altLang="zh-CN" sz="2400" dirty="0"/>
              <a:t>39</a:t>
            </a:r>
            <a:r>
              <a:rPr kumimoji="1" lang="zh-CN" altLang="en-US" sz="2400" dirty="0"/>
              <a:t>」</a:t>
            </a:r>
            <a:r>
              <a:rPr kumimoji="1" lang="en-US" altLang="zh-CN" sz="2400" dirty="0"/>
              <a:t>9-bit</a:t>
            </a:r>
            <a:r>
              <a:rPr kumimoji="1" lang="zh-CN" altLang="en-US" sz="2400" dirty="0"/>
              <a:t>：</a:t>
            </a:r>
            <a:r>
              <a:rPr kumimoji="1" lang="en-US" altLang="zh-CN" sz="2400" b="0" dirty="0"/>
              <a:t>0</a:t>
            </a:r>
            <a:r>
              <a:rPr kumimoji="1" lang="zh-CN" altLang="en-US" sz="2400" b="0" dirty="0"/>
              <a:t>级页表索引</a:t>
            </a:r>
            <a:endParaRPr kumimoji="1" lang="en-US" altLang="zh-CN" sz="2400" b="0" dirty="0"/>
          </a:p>
          <a:p>
            <a:r>
              <a:rPr kumimoji="1" lang="zh-CN" altLang="en-US" sz="2400" dirty="0"/>
              <a:t>「</a:t>
            </a:r>
            <a:r>
              <a:rPr kumimoji="1" lang="en-US" altLang="zh-CN" sz="2400" dirty="0"/>
              <a:t>38</a:t>
            </a:r>
            <a:r>
              <a:rPr kumimoji="1" lang="zh-CN" altLang="en-US" sz="2400" dirty="0"/>
              <a:t>：</a:t>
            </a:r>
            <a:r>
              <a:rPr kumimoji="1" lang="en-US" altLang="zh-CN" sz="2400" dirty="0"/>
              <a:t>30</a:t>
            </a:r>
            <a:r>
              <a:rPr kumimoji="1" lang="zh-CN" altLang="en-US" sz="2400" dirty="0"/>
              <a:t>」</a:t>
            </a:r>
            <a:r>
              <a:rPr kumimoji="1" lang="en-US" altLang="zh-CN" sz="2400" dirty="0"/>
              <a:t>9-bit</a:t>
            </a:r>
            <a:r>
              <a:rPr kumimoji="1" lang="zh-CN" altLang="en-US" sz="2400" dirty="0"/>
              <a:t>：</a:t>
            </a:r>
            <a:r>
              <a:rPr kumimoji="1" lang="en-US" altLang="zh-CN" sz="2400" b="0" dirty="0"/>
              <a:t>1</a:t>
            </a:r>
            <a:r>
              <a:rPr kumimoji="1" lang="zh-CN" altLang="en-US" sz="2400" b="0" dirty="0"/>
              <a:t>级页表索引</a:t>
            </a:r>
            <a:endParaRPr kumimoji="1" lang="en-US" altLang="zh-CN" sz="2400" dirty="0"/>
          </a:p>
          <a:p>
            <a:r>
              <a:rPr kumimoji="1" lang="zh-CN" altLang="en-US" sz="2400" dirty="0"/>
              <a:t>「</a:t>
            </a:r>
            <a:r>
              <a:rPr kumimoji="1" lang="en-US" altLang="zh-CN" sz="2400" dirty="0"/>
              <a:t>29</a:t>
            </a:r>
            <a:r>
              <a:rPr kumimoji="1" lang="zh-CN" altLang="en-US" sz="2400" dirty="0"/>
              <a:t>：</a:t>
            </a:r>
            <a:r>
              <a:rPr kumimoji="1" lang="en-US" altLang="zh-CN" sz="2400" dirty="0"/>
              <a:t>21</a:t>
            </a:r>
            <a:r>
              <a:rPr kumimoji="1" lang="zh-CN" altLang="en-US" sz="2400" dirty="0"/>
              <a:t>」</a:t>
            </a:r>
            <a:r>
              <a:rPr kumimoji="1" lang="en-US" altLang="zh-CN" sz="2400" dirty="0"/>
              <a:t>9-bit</a:t>
            </a:r>
            <a:r>
              <a:rPr kumimoji="1" lang="zh-CN" altLang="en-US" sz="2400" dirty="0"/>
              <a:t>：</a:t>
            </a:r>
            <a:r>
              <a:rPr kumimoji="1" lang="en-US" altLang="zh-CN" sz="2400" b="0" dirty="0"/>
              <a:t>2</a:t>
            </a:r>
            <a:r>
              <a:rPr kumimoji="1" lang="zh-CN" altLang="en-US" sz="2400" b="0" dirty="0"/>
              <a:t>级页表索引</a:t>
            </a:r>
            <a:endParaRPr kumimoji="1" lang="en-US" altLang="zh-CN" sz="2400" dirty="0"/>
          </a:p>
          <a:p>
            <a:r>
              <a:rPr kumimoji="1" lang="zh-CN" altLang="en-US" sz="2400" dirty="0"/>
              <a:t>「</a:t>
            </a:r>
            <a:r>
              <a:rPr kumimoji="1" lang="en-US" altLang="zh-CN" sz="2400" dirty="0"/>
              <a:t>20</a:t>
            </a:r>
            <a:r>
              <a:rPr kumimoji="1" lang="zh-CN" altLang="en-US" sz="2400" dirty="0"/>
              <a:t>：</a:t>
            </a:r>
            <a:r>
              <a:rPr kumimoji="1" lang="en-US" altLang="zh-CN" sz="2400" dirty="0"/>
              <a:t>12</a:t>
            </a:r>
            <a:r>
              <a:rPr kumimoji="1" lang="zh-CN" altLang="en-US" sz="2400" dirty="0"/>
              <a:t>」</a:t>
            </a:r>
            <a:r>
              <a:rPr kumimoji="1" lang="en-US" altLang="zh-CN" sz="2400" dirty="0"/>
              <a:t>9-bit</a:t>
            </a:r>
            <a:r>
              <a:rPr kumimoji="1" lang="zh-CN" altLang="en-US" sz="2400" dirty="0"/>
              <a:t>：</a:t>
            </a:r>
            <a:r>
              <a:rPr kumimoji="1" lang="en-US" altLang="zh-CN" sz="2400" b="0" dirty="0"/>
              <a:t>3</a:t>
            </a:r>
            <a:r>
              <a:rPr kumimoji="1" lang="zh-CN" altLang="en-US" sz="2400" b="0" dirty="0"/>
              <a:t>级页表索引</a:t>
            </a:r>
            <a:endParaRPr kumimoji="1" lang="en-US" altLang="zh-CN" sz="2400" dirty="0"/>
          </a:p>
          <a:p>
            <a:r>
              <a:rPr kumimoji="1" lang="zh-CN" altLang="en-US" sz="2400" dirty="0"/>
              <a:t>「</a:t>
            </a:r>
            <a:r>
              <a:rPr kumimoji="1" lang="en-US" altLang="zh-CN" sz="2400" dirty="0"/>
              <a:t>11</a:t>
            </a:r>
            <a:r>
              <a:rPr kumimoji="1" lang="zh-CN" altLang="en-US" sz="2400" dirty="0"/>
              <a:t>：</a:t>
            </a:r>
            <a:r>
              <a:rPr kumimoji="1" lang="en-US" altLang="zh-CN" sz="2400" dirty="0"/>
              <a:t>0</a:t>
            </a:r>
            <a:r>
              <a:rPr kumimoji="1" lang="zh-CN" altLang="en-US" sz="2400" dirty="0"/>
              <a:t>」</a:t>
            </a:r>
            <a:r>
              <a:rPr kumimoji="1" lang="en-US" altLang="zh-CN" sz="2400" dirty="0"/>
              <a:t>12-bit</a:t>
            </a:r>
            <a:r>
              <a:rPr kumimoji="1" lang="zh-CN" altLang="en-US" sz="2400" dirty="0"/>
              <a:t>：</a:t>
            </a:r>
            <a:r>
              <a:rPr kumimoji="1" lang="zh-CN" altLang="en-US" sz="2400" b="0" dirty="0"/>
              <a:t>页内偏移</a:t>
            </a:r>
            <a:endParaRPr kumimoji="1" lang="en-US" altLang="zh-CN" b="0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9EBD22-ECF8-7943-950F-D9D5D1BF6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1576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8A9C99-BFB9-9942-A5F3-30A3BCC1B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页表基地址寄存器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279ABB-9BBB-C14C-8B72-5FC2F5890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en-US" altLang="zh-CN" dirty="0"/>
              <a:t>AARCH64</a:t>
            </a:r>
          </a:p>
          <a:p>
            <a:pPr lvl="1"/>
            <a:r>
              <a:rPr kumimoji="1" lang="zh-CN" altLang="en-US" dirty="0"/>
              <a:t>两个寄存器：</a:t>
            </a:r>
            <a:r>
              <a:rPr kumimoji="1" lang="en-US" altLang="zh-CN" dirty="0"/>
              <a:t>TTBR0_EL1</a:t>
            </a:r>
            <a:r>
              <a:rPr kumimoji="1" lang="zh-CN" altLang="en-US" dirty="0"/>
              <a:t> </a:t>
            </a:r>
            <a:r>
              <a:rPr kumimoji="1" lang="en-US" altLang="zh-CN" dirty="0"/>
              <a:t>&amp;</a:t>
            </a:r>
            <a:r>
              <a:rPr kumimoji="1" lang="zh-CN" altLang="en-US" dirty="0"/>
              <a:t> </a:t>
            </a:r>
            <a:r>
              <a:rPr kumimoji="1" lang="en-US" altLang="zh-CN" dirty="0"/>
              <a:t>TTBR1_EL1</a:t>
            </a:r>
          </a:p>
          <a:p>
            <a:pPr lvl="2"/>
            <a:r>
              <a:rPr kumimoji="1" lang="zh-CN" altLang="en-US" dirty="0"/>
              <a:t>根据虚拟地址第</a:t>
            </a:r>
            <a:r>
              <a:rPr kumimoji="1" lang="en-US" altLang="zh-CN" dirty="0"/>
              <a:t>63</a:t>
            </a:r>
            <a:r>
              <a:rPr kumimoji="1" lang="zh-CN" altLang="en-US" dirty="0"/>
              <a:t>位选择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以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为例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应用程序（地址首位为</a:t>
            </a:r>
            <a:r>
              <a:rPr kumimoji="1" lang="en-US" altLang="zh-CN" dirty="0"/>
              <a:t>0</a:t>
            </a:r>
            <a:r>
              <a:rPr kumimoji="1" lang="zh-CN" altLang="en-US" dirty="0"/>
              <a:t>）：使用</a:t>
            </a:r>
            <a:r>
              <a:rPr kumimoji="1" lang="en-US" altLang="zh-CN" dirty="0"/>
              <a:t>TTBR0_EL1</a:t>
            </a:r>
          </a:p>
          <a:p>
            <a:pPr lvl="2"/>
            <a:r>
              <a:rPr kumimoji="1" lang="zh-CN" altLang="en-US" dirty="0"/>
              <a:t>操作系统（地址首位为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）：使用</a:t>
            </a:r>
            <a:r>
              <a:rPr kumimoji="1" lang="en-US" altLang="zh-CN" dirty="0"/>
              <a:t>TTBR1_EL1</a:t>
            </a:r>
          </a:p>
          <a:p>
            <a:r>
              <a:rPr kumimoji="1" lang="en-US" altLang="zh-CN" dirty="0"/>
              <a:t>X86_64</a:t>
            </a:r>
          </a:p>
          <a:p>
            <a:pPr lvl="1"/>
            <a:r>
              <a:rPr kumimoji="1" lang="zh-CN" altLang="en-US" dirty="0"/>
              <a:t>一个寄存器：</a:t>
            </a:r>
            <a:r>
              <a:rPr kumimoji="1" lang="en-US" altLang="zh-CN" dirty="0"/>
              <a:t>CR3</a:t>
            </a:r>
            <a:r>
              <a:rPr kumimoji="1" lang="zh-CN" altLang="en-US" dirty="0"/>
              <a:t>（</a:t>
            </a:r>
            <a:r>
              <a:rPr kumimoji="1" lang="en-US" altLang="zh-CN" dirty="0"/>
              <a:t>Control</a:t>
            </a:r>
            <a:r>
              <a:rPr kumimoji="1" lang="zh-CN" altLang="en-US" dirty="0"/>
              <a:t> </a:t>
            </a:r>
            <a:r>
              <a:rPr kumimoji="1" lang="en-US" altLang="zh-CN" dirty="0"/>
              <a:t>Register</a:t>
            </a:r>
            <a:r>
              <a:rPr kumimoji="1" lang="zh-CN" altLang="en-US" dirty="0"/>
              <a:t> </a:t>
            </a:r>
            <a:r>
              <a:rPr kumimoji="1" lang="en-US" altLang="zh-CN" dirty="0"/>
              <a:t>3</a:t>
            </a:r>
            <a:r>
              <a:rPr kumimoji="1" lang="zh-CN" altLang="en-US" dirty="0"/>
              <a:t>）</a:t>
            </a:r>
            <a:br>
              <a:rPr kumimoji="1" lang="en-US" altLang="zh-CN" dirty="0"/>
            </a:b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06554B-664C-7E40-B835-1D6B0855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5893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BD95D3-25A1-B546-8392-B29696C89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AArch64</a:t>
            </a:r>
            <a:r>
              <a:rPr kumimoji="1" lang="zh-CN" altLang="en-US" dirty="0"/>
              <a:t>中的两个页表基地址寄存器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0E7621-B0B0-CD4A-BD93-2936AB4F7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TTBR0_EL1</a:t>
            </a:r>
            <a:r>
              <a:rPr kumimoji="1" lang="zh-CN" altLang="en-US" dirty="0"/>
              <a:t>和</a:t>
            </a:r>
            <a:r>
              <a:rPr kumimoji="1" lang="en-US" altLang="zh-CN" dirty="0"/>
              <a:t>TTBR1_EL1</a:t>
            </a:r>
            <a:r>
              <a:rPr kumimoji="1" lang="zh-CN" altLang="en-US" dirty="0"/>
              <a:t>分别翻译部分虚拟地址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EFC0B1-F94A-0B49-A87D-ADD84207B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FCEF9FA-B620-CF4A-BFA2-0F9694684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137420"/>
            <a:ext cx="8242300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5220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FF3825-F9FC-0545-80DC-96C0A3D2B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Level</a:t>
            </a:r>
            <a:r>
              <a:rPr kumimoji="1" lang="zh-CN" altLang="en-US" dirty="0"/>
              <a:t> </a:t>
            </a:r>
            <a:r>
              <a:rPr kumimoji="1" lang="en-US" altLang="zh-CN" dirty="0"/>
              <a:t>3</a:t>
            </a:r>
            <a:r>
              <a:rPr kumimoji="1" lang="zh-CN" altLang="en-US" dirty="0"/>
              <a:t> 页表项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FE12B9-8667-804D-B530-DA92CF9B3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976740"/>
            <a:ext cx="8229600" cy="3509393"/>
          </a:xfrm>
        </p:spPr>
        <p:txBody>
          <a:bodyPr/>
          <a:lstStyle/>
          <a:p>
            <a:r>
              <a:rPr kumimoji="1" lang="zh-CN" altLang="en-US" dirty="0"/>
              <a:t>第</a:t>
            </a:r>
            <a:r>
              <a:rPr kumimoji="1" lang="en-US" altLang="zh-CN" dirty="0"/>
              <a:t>3</a:t>
            </a:r>
            <a:r>
              <a:rPr kumimoji="1" lang="zh-CN" altLang="en-US" dirty="0"/>
              <a:t>级页表页中的页表项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第</a:t>
            </a:r>
            <a:r>
              <a:rPr kumimoji="1" lang="en-US" altLang="zh-CN" dirty="0"/>
              <a:t>0</a:t>
            </a:r>
            <a:r>
              <a:rPr kumimoji="1" lang="zh-CN" altLang="en-US" dirty="0"/>
              <a:t>位（</a:t>
            </a:r>
            <a:r>
              <a:rPr kumimoji="1" lang="en-US" altLang="zh-CN" dirty="0"/>
              <a:t>valid</a:t>
            </a:r>
            <a:r>
              <a:rPr kumimoji="1" lang="zh-CN" altLang="en-US" dirty="0"/>
              <a:t>位）表示该项是否有效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第</a:t>
            </a:r>
            <a:r>
              <a:rPr kumimoji="1" lang="en-US" altLang="zh-CN" dirty="0"/>
              <a:t>1</a:t>
            </a:r>
            <a:r>
              <a:rPr kumimoji="1" lang="zh-CN" altLang="en-US" dirty="0"/>
              <a:t>位必须是</a:t>
            </a:r>
            <a:r>
              <a:rPr kumimoji="1" lang="en-US" altLang="zh-CN" dirty="0"/>
              <a:t>1</a:t>
            </a:r>
          </a:p>
          <a:p>
            <a:pPr lvl="1"/>
            <a:r>
              <a:rPr kumimoji="1" lang="en-US" altLang="zh-CN" dirty="0"/>
              <a:t>Upper</a:t>
            </a:r>
            <a:r>
              <a:rPr kumimoji="1" lang="zh-CN" altLang="en-US" dirty="0"/>
              <a:t> </a:t>
            </a:r>
            <a:r>
              <a:rPr kumimoji="1" lang="en-US" altLang="zh-CN" dirty="0"/>
              <a:t>attributes</a:t>
            </a:r>
            <a:r>
              <a:rPr kumimoji="1" lang="zh-CN" altLang="en-US" dirty="0"/>
              <a:t>包括：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第</a:t>
            </a:r>
            <a:r>
              <a:rPr kumimoji="1" lang="en-US" altLang="zh-CN" dirty="0"/>
              <a:t>54</a:t>
            </a:r>
            <a:r>
              <a:rPr kumimoji="1" lang="zh-CN" altLang="en-US" dirty="0"/>
              <a:t>位（</a:t>
            </a:r>
            <a:r>
              <a:rPr kumimoji="1" lang="en-US" altLang="zh-CN" dirty="0"/>
              <a:t>XN</a:t>
            </a:r>
            <a:r>
              <a:rPr kumimoji="1" lang="zh-CN" altLang="en-US" dirty="0"/>
              <a:t>位）为</a:t>
            </a:r>
            <a:r>
              <a:rPr kumimoji="1" lang="en-US" altLang="zh-CN" dirty="0"/>
              <a:t>1</a:t>
            </a:r>
            <a:r>
              <a:rPr kumimoji="1" lang="zh-CN" altLang="en-US" dirty="0"/>
              <a:t>表示</a:t>
            </a:r>
            <a:r>
              <a:rPr kumimoji="1" lang="en-US" altLang="zh-CN" dirty="0"/>
              <a:t>EL0</a:t>
            </a:r>
            <a:r>
              <a:rPr kumimoji="1" lang="zh-CN" altLang="en-US" dirty="0"/>
              <a:t>不能执行（</a:t>
            </a:r>
            <a:r>
              <a:rPr kumimoji="1" lang="en-US" altLang="zh-CN" dirty="0"/>
              <a:t>execution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never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第</a:t>
            </a:r>
            <a:r>
              <a:rPr kumimoji="1" lang="en-US" altLang="zh-CN" dirty="0"/>
              <a:t>53</a:t>
            </a:r>
            <a:r>
              <a:rPr kumimoji="1" lang="zh-CN" altLang="en-US" dirty="0"/>
              <a:t>位（</a:t>
            </a:r>
            <a:r>
              <a:rPr kumimoji="1" lang="en-US" altLang="zh-CN" dirty="0"/>
              <a:t>PXN</a:t>
            </a:r>
            <a:r>
              <a:rPr kumimoji="1" lang="zh-CN" altLang="en-US" dirty="0"/>
              <a:t>位）为</a:t>
            </a:r>
            <a:r>
              <a:rPr kumimoji="1" lang="en-US" altLang="zh-CN" dirty="0"/>
              <a:t>1</a:t>
            </a:r>
            <a:r>
              <a:rPr kumimoji="1" lang="zh-CN" altLang="en-US" dirty="0"/>
              <a:t>表示</a:t>
            </a:r>
            <a:r>
              <a:rPr kumimoji="1" lang="en-US" altLang="zh-CN" dirty="0"/>
              <a:t>EL1</a:t>
            </a:r>
            <a:r>
              <a:rPr kumimoji="1" lang="zh-CN" altLang="en-US" dirty="0"/>
              <a:t>不能执行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第</a:t>
            </a:r>
            <a:r>
              <a:rPr kumimoji="1" lang="en-US" altLang="zh-CN" dirty="0"/>
              <a:t>51</a:t>
            </a:r>
            <a:r>
              <a:rPr kumimoji="1" lang="zh-CN" altLang="en-US" dirty="0"/>
              <a:t>位（</a:t>
            </a:r>
            <a:r>
              <a:rPr kumimoji="1" lang="en-US" altLang="zh-CN" dirty="0"/>
              <a:t>DBM</a:t>
            </a:r>
            <a:r>
              <a:rPr kumimoji="1" lang="zh-CN" altLang="en-US" dirty="0"/>
              <a:t>位）为</a:t>
            </a:r>
            <a:r>
              <a:rPr kumimoji="1" lang="en-US" altLang="zh-CN" dirty="0"/>
              <a:t>1</a:t>
            </a:r>
            <a:r>
              <a:rPr kumimoji="1" lang="zh-CN" altLang="en-US" dirty="0"/>
              <a:t>表示该页被修改了（</a:t>
            </a:r>
            <a:r>
              <a:rPr kumimoji="1" lang="en-US" altLang="zh-CN" dirty="0"/>
              <a:t>dirty</a:t>
            </a:r>
            <a:r>
              <a:rPr kumimoji="1" lang="zh-CN" altLang="en-US" dirty="0"/>
              <a:t> </a:t>
            </a:r>
            <a:r>
              <a:rPr kumimoji="1" lang="en-US" altLang="zh-CN" dirty="0"/>
              <a:t>bit</a:t>
            </a:r>
            <a:r>
              <a:rPr kumimoji="1" lang="zh-CN" altLang="en-US" dirty="0"/>
              <a:t>）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7F3120-CC16-4F4D-B17D-CEF5314F5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873D885-F7CF-1243-9911-2111BDD0BA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56"/>
          <a:stretch/>
        </p:blipFill>
        <p:spPr>
          <a:xfrm>
            <a:off x="692948" y="1027120"/>
            <a:ext cx="7758103" cy="76661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D48598A-AD73-0D42-A470-E1BCC3529482}"/>
              </a:ext>
            </a:extLst>
          </p:cNvPr>
          <p:cNvSpPr txBox="1"/>
          <p:nvPr/>
        </p:nvSpPr>
        <p:spPr>
          <a:xfrm>
            <a:off x="457198" y="5451438"/>
            <a:ext cx="3888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图片来自于</a:t>
            </a:r>
            <a:r>
              <a:rPr kumimoji="1" lang="en-US" altLang="zh-CN" sz="12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ARMv8</a:t>
            </a:r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手册</a:t>
            </a:r>
          </a:p>
        </p:txBody>
      </p:sp>
    </p:spTree>
    <p:extLst>
      <p:ext uri="{BB962C8B-B14F-4D97-AF65-F5344CB8AC3E}">
        <p14:creationId xmlns:p14="http://schemas.microsoft.com/office/powerpoint/2010/main" val="42634759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FF3825-F9FC-0545-80DC-96C0A3D2B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Level</a:t>
            </a:r>
            <a:r>
              <a:rPr kumimoji="1" lang="zh-CN" altLang="en-US" dirty="0"/>
              <a:t> </a:t>
            </a:r>
            <a:r>
              <a:rPr kumimoji="1" lang="en-US" altLang="zh-CN" dirty="0"/>
              <a:t>3</a:t>
            </a:r>
            <a:r>
              <a:rPr kumimoji="1" lang="zh-CN" altLang="en-US" dirty="0"/>
              <a:t> 页表项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FE12B9-8667-804D-B530-DA92CF9B3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976741"/>
            <a:ext cx="8229600" cy="3137210"/>
          </a:xfrm>
        </p:spPr>
        <p:txBody>
          <a:bodyPr/>
          <a:lstStyle/>
          <a:p>
            <a:r>
              <a:rPr kumimoji="1" lang="zh-CN" altLang="en-US" dirty="0"/>
              <a:t>第</a:t>
            </a:r>
            <a:r>
              <a:rPr kumimoji="1" lang="en-US" altLang="zh-CN" dirty="0"/>
              <a:t>3</a:t>
            </a:r>
            <a:r>
              <a:rPr kumimoji="1" lang="zh-CN" altLang="en-US" dirty="0"/>
              <a:t>级页表页中的页表项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Lower</a:t>
            </a:r>
            <a:r>
              <a:rPr kumimoji="1" lang="zh-CN" altLang="en-US" dirty="0"/>
              <a:t> </a:t>
            </a:r>
            <a:r>
              <a:rPr kumimoji="1" lang="en-US" altLang="zh-CN" dirty="0"/>
              <a:t>attributes</a:t>
            </a:r>
            <a:r>
              <a:rPr kumimoji="1" lang="zh-CN" altLang="en-US" dirty="0"/>
              <a:t>包括：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第</a:t>
            </a:r>
            <a:r>
              <a:rPr kumimoji="1" lang="en-US" altLang="zh-CN" dirty="0"/>
              <a:t>7</a:t>
            </a:r>
            <a:r>
              <a:rPr kumimoji="1" lang="zh-CN" altLang="en-US" dirty="0"/>
              <a:t>位</a:t>
            </a:r>
            <a:r>
              <a:rPr kumimoji="1" lang="en-US" altLang="zh-CN" dirty="0"/>
              <a:t>-</a:t>
            </a:r>
            <a:r>
              <a:rPr kumimoji="1" lang="zh-CN" altLang="en-US" dirty="0"/>
              <a:t>第</a:t>
            </a:r>
            <a:r>
              <a:rPr kumimoji="1" lang="en-US" altLang="zh-CN" dirty="0"/>
              <a:t>6</a:t>
            </a:r>
            <a:r>
              <a:rPr kumimoji="1" lang="zh-CN" altLang="en-US" dirty="0"/>
              <a:t>位表示读写权限位</a:t>
            </a:r>
            <a:r>
              <a:rPr kumimoji="1" lang="en-US" altLang="zh-CN" dirty="0"/>
              <a:t>AP[2:1]</a:t>
            </a:r>
          </a:p>
          <a:p>
            <a:pPr lvl="2"/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7F3120-CC16-4F4D-B17D-CEF5314F5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873D885-F7CF-1243-9911-2111BDD0BA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56"/>
          <a:stretch/>
        </p:blipFill>
        <p:spPr>
          <a:xfrm>
            <a:off x="692948" y="1027120"/>
            <a:ext cx="7758103" cy="76661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4531BD5-0045-8F4A-82EA-2641D5D032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3599573"/>
            <a:ext cx="6068889" cy="201042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8714C8B-0FFF-7B4B-A0DF-9B532ADEC781}"/>
              </a:ext>
            </a:extLst>
          </p:cNvPr>
          <p:cNvSpPr txBox="1"/>
          <p:nvPr/>
        </p:nvSpPr>
        <p:spPr>
          <a:xfrm>
            <a:off x="7448937" y="4962441"/>
            <a:ext cx="3888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图片来自于</a:t>
            </a:r>
            <a:r>
              <a:rPr kumimoji="1" lang="en-US" altLang="zh-CN" sz="12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ARMv8</a:t>
            </a:r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手册</a:t>
            </a:r>
          </a:p>
        </p:txBody>
      </p:sp>
    </p:spTree>
    <p:extLst>
      <p:ext uri="{BB962C8B-B14F-4D97-AF65-F5344CB8AC3E}">
        <p14:creationId xmlns:p14="http://schemas.microsoft.com/office/powerpoint/2010/main" val="38479944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FF3825-F9FC-0545-80DC-96C0A3D2B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Level</a:t>
            </a:r>
            <a:r>
              <a:rPr kumimoji="1" lang="zh-CN" altLang="en-US" dirty="0"/>
              <a:t> </a:t>
            </a:r>
            <a:r>
              <a:rPr kumimoji="1" lang="en-US" altLang="zh-CN" dirty="0"/>
              <a:t>3</a:t>
            </a:r>
            <a:r>
              <a:rPr kumimoji="1" lang="zh-CN" altLang="en-US" dirty="0"/>
              <a:t> 页表项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FE12B9-8667-804D-B530-DA92CF9B3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976741"/>
            <a:ext cx="8229600" cy="3137210"/>
          </a:xfrm>
        </p:spPr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第</a:t>
            </a:r>
            <a:r>
              <a:rPr kumimoji="1" lang="en-US" altLang="zh-CN" dirty="0"/>
              <a:t>3</a:t>
            </a:r>
            <a:r>
              <a:rPr kumimoji="1" lang="zh-CN" altLang="en-US" dirty="0"/>
              <a:t>级页表页中的页表项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Lower</a:t>
            </a:r>
            <a:r>
              <a:rPr kumimoji="1" lang="zh-CN" altLang="en-US" dirty="0"/>
              <a:t> </a:t>
            </a:r>
            <a:r>
              <a:rPr kumimoji="1" lang="en-US" altLang="zh-CN" dirty="0"/>
              <a:t>attributes</a:t>
            </a:r>
            <a:r>
              <a:rPr kumimoji="1" lang="zh-CN" altLang="en-US" dirty="0"/>
              <a:t>包括：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第</a:t>
            </a:r>
            <a:r>
              <a:rPr kumimoji="1" lang="en-US" altLang="zh-CN" dirty="0"/>
              <a:t>10</a:t>
            </a:r>
            <a:r>
              <a:rPr kumimoji="1" lang="zh-CN" altLang="en-US" dirty="0"/>
              <a:t>位（</a:t>
            </a:r>
            <a:r>
              <a:rPr kumimoji="1" lang="en-US" altLang="zh-CN" dirty="0"/>
              <a:t>AF</a:t>
            </a:r>
            <a:r>
              <a:rPr kumimoji="1" lang="zh-CN" altLang="en-US" dirty="0"/>
              <a:t>位）是</a:t>
            </a:r>
            <a:r>
              <a:rPr kumimoji="1" lang="en-US" altLang="zh-CN" dirty="0"/>
              <a:t>Access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Flag</a:t>
            </a:r>
            <a:r>
              <a:rPr kumimoji="1" lang="zh-CN" altLang="en-US" dirty="0"/>
              <a:t>，若为</a:t>
            </a:r>
            <a:r>
              <a:rPr kumimoji="1" lang="en-US" altLang="zh-CN" dirty="0"/>
              <a:t>0</a:t>
            </a:r>
            <a:r>
              <a:rPr kumimoji="1" lang="zh-CN" altLang="en-US" dirty="0"/>
              <a:t>访问时发生异常（可供软件追踪内存访问情况）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第</a:t>
            </a:r>
            <a:r>
              <a:rPr kumimoji="1" lang="en-US" altLang="zh-CN" dirty="0"/>
              <a:t>9</a:t>
            </a:r>
            <a:r>
              <a:rPr kumimoji="1" lang="zh-CN" altLang="en-US" dirty="0"/>
              <a:t>位</a:t>
            </a:r>
            <a:r>
              <a:rPr kumimoji="1" lang="en-US" altLang="zh-CN" dirty="0"/>
              <a:t>-</a:t>
            </a:r>
            <a:r>
              <a:rPr kumimoji="1" lang="zh-CN" altLang="en-US" dirty="0"/>
              <a:t>第</a:t>
            </a:r>
            <a:r>
              <a:rPr kumimoji="1" lang="en-US" altLang="zh-CN" dirty="0"/>
              <a:t>8</a:t>
            </a:r>
            <a:r>
              <a:rPr kumimoji="1" lang="zh-CN" altLang="en-US" dirty="0"/>
              <a:t>位是</a:t>
            </a:r>
            <a:r>
              <a:rPr kumimoji="1" lang="en-US" altLang="zh-CN" dirty="0"/>
              <a:t>Shareability</a:t>
            </a:r>
            <a:r>
              <a:rPr kumimoji="1" lang="zh-CN" altLang="en-US" dirty="0"/>
              <a:t> </a:t>
            </a:r>
            <a:r>
              <a:rPr kumimoji="1" lang="en-US" altLang="zh-CN" dirty="0"/>
              <a:t>field</a:t>
            </a:r>
          </a:p>
          <a:p>
            <a:pPr lvl="2"/>
            <a:r>
              <a:rPr kumimoji="1" lang="zh-CN" altLang="en-US" dirty="0"/>
              <a:t>第</a:t>
            </a:r>
            <a:r>
              <a:rPr kumimoji="1" lang="en-US" altLang="zh-CN" dirty="0"/>
              <a:t>4</a:t>
            </a:r>
            <a:r>
              <a:rPr kumimoji="1" lang="zh-CN" altLang="en-US" dirty="0"/>
              <a:t>位</a:t>
            </a:r>
            <a:r>
              <a:rPr kumimoji="1" lang="en-US" altLang="zh-CN" dirty="0"/>
              <a:t>-</a:t>
            </a:r>
            <a:r>
              <a:rPr kumimoji="1" lang="zh-CN" altLang="en-US" dirty="0"/>
              <a:t>第</a:t>
            </a:r>
            <a:r>
              <a:rPr kumimoji="1" lang="en-US" altLang="zh-CN" dirty="0"/>
              <a:t>2</a:t>
            </a:r>
            <a:r>
              <a:rPr kumimoji="1" lang="zh-CN" altLang="en-US" dirty="0"/>
              <a:t>位是</a:t>
            </a:r>
            <a:r>
              <a:rPr kumimoji="1" lang="en-US" altLang="zh-CN" dirty="0" err="1"/>
              <a:t>AttrIndx</a:t>
            </a:r>
            <a:r>
              <a:rPr kumimoji="1" lang="en-US" altLang="zh-CN" dirty="0"/>
              <a:t>[2:0]</a:t>
            </a:r>
            <a:r>
              <a:rPr kumimoji="1" lang="zh-CN" altLang="en-US" dirty="0"/>
              <a:t>，表示内存类型</a:t>
            </a:r>
            <a:endParaRPr kumimoji="1" lang="en-US" altLang="zh-CN" dirty="0"/>
          </a:p>
          <a:p>
            <a:pPr lvl="3"/>
            <a:r>
              <a:rPr kumimoji="1" lang="en-US" altLang="zh-CN" dirty="0"/>
              <a:t>Normal</a:t>
            </a:r>
            <a:r>
              <a:rPr kumimoji="1" lang="zh-CN" altLang="en-US" dirty="0"/>
              <a:t> （其</a:t>
            </a:r>
            <a:r>
              <a:rPr kumimoji="1" lang="en-US" altLang="zh-CN" dirty="0"/>
              <a:t>cacheable</a:t>
            </a:r>
            <a:r>
              <a:rPr kumimoji="1" lang="zh-CN" altLang="en-US" dirty="0"/>
              <a:t>属性由</a:t>
            </a:r>
            <a:r>
              <a:rPr kumimoji="1" lang="en-US" altLang="zh-CN" dirty="0"/>
              <a:t>TCR_EL1</a:t>
            </a:r>
            <a:r>
              <a:rPr kumimoji="1" lang="zh-CN" altLang="en-US" dirty="0"/>
              <a:t>指定）</a:t>
            </a:r>
            <a:endParaRPr kumimoji="1" lang="en-US" altLang="zh-CN" dirty="0"/>
          </a:p>
          <a:p>
            <a:pPr lvl="3"/>
            <a:r>
              <a:rPr kumimoji="1" lang="en-US" altLang="zh-CN" dirty="0"/>
              <a:t>Device</a:t>
            </a:r>
            <a:r>
              <a:rPr kumimoji="1" lang="zh-CN" altLang="en-US" dirty="0"/>
              <a:t> （再细分四种）</a:t>
            </a:r>
            <a:endParaRPr kumimoji="1" lang="en-US" altLang="zh-CN" dirty="0"/>
          </a:p>
          <a:p>
            <a:pPr lvl="2"/>
            <a:endParaRPr kumimoji="1" lang="en-US" altLang="zh-CN" dirty="0"/>
          </a:p>
          <a:p>
            <a:pPr lvl="2"/>
            <a:endParaRPr kumimoji="1" lang="en-US" altLang="zh-CN" dirty="0"/>
          </a:p>
          <a:p>
            <a:pPr lvl="2"/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7F3120-CC16-4F4D-B17D-CEF5314F5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873D885-F7CF-1243-9911-2111BDD0BA1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56"/>
          <a:stretch/>
        </p:blipFill>
        <p:spPr>
          <a:xfrm>
            <a:off x="692948" y="1027120"/>
            <a:ext cx="7758103" cy="76661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EB9ABCB-EADE-3643-9289-C8203B6FFF30}"/>
              </a:ext>
            </a:extLst>
          </p:cNvPr>
          <p:cNvSpPr txBox="1"/>
          <p:nvPr/>
        </p:nvSpPr>
        <p:spPr>
          <a:xfrm>
            <a:off x="457200" y="5347634"/>
            <a:ext cx="3888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图片来自于</a:t>
            </a:r>
            <a:r>
              <a:rPr kumimoji="1" lang="en-US" altLang="zh-CN" sz="12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ARMv8</a:t>
            </a:r>
            <a:r>
              <a:rPr kumimoji="1" lang="zh-CN" altLang="en-US" sz="12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手册</a:t>
            </a:r>
          </a:p>
        </p:txBody>
      </p:sp>
    </p:spTree>
    <p:extLst>
      <p:ext uri="{BB962C8B-B14F-4D97-AF65-F5344CB8AC3E}">
        <p14:creationId xmlns:p14="http://schemas.microsoft.com/office/powerpoint/2010/main" val="22555525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3" name="灯片编号占位符 5">
            <a:extLst>
              <a:ext uri="{FF2B5EF4-FFF2-40B4-BE49-F238E27FC236}">
                <a16:creationId xmlns:a16="http://schemas.microsoft.com/office/drawing/2014/main" id="{2204E7A6-F3D4-EF43-B35C-2675778CF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333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619100" indent="-23811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952462" indent="-190492">
              <a:spcBef>
                <a:spcPct val="20000"/>
              </a:spcBef>
              <a:buChar char="•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333447" indent="-190492">
              <a:spcBef>
                <a:spcPct val="20000"/>
              </a:spcBef>
              <a:buChar char="–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1714431" indent="-190492">
              <a:spcBef>
                <a:spcPct val="20000"/>
              </a:spcBef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09541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476401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2857386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238370" indent="-190492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5E5D37E-F2D9-A349-B27B-FCA2CF4AD1FF}" type="slidenum">
              <a:rPr lang="zh-CN" altLang="en-US" sz="1167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zh-CN" sz="1167">
              <a:latin typeface="Times New Roman" panose="02020603050405020304" pitchFamily="18" charset="0"/>
            </a:endParaRPr>
          </a:p>
        </p:txBody>
      </p:sp>
      <p:sp>
        <p:nvSpPr>
          <p:cNvPr id="197634" name="Text Box 14">
            <a:extLst>
              <a:ext uri="{FF2B5EF4-FFF2-40B4-BE49-F238E27FC236}">
                <a16:creationId xmlns:a16="http://schemas.microsoft.com/office/drawing/2014/main" id="{1BEA279F-ECEA-AA4A-BA62-AAC6A4730C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" y="4005792"/>
            <a:ext cx="7239000" cy="1459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406" tIns="37042" rIns="75406" bIns="37042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2000" dirty="0">
                <a:latin typeface="+mn-ea"/>
                <a:cs typeface="Courier New" panose="02070309020205020404" pitchFamily="49" charset="0"/>
              </a:rPr>
              <a:t>bit[0] </a:t>
            </a:r>
            <a:r>
              <a:rPr lang="zh-CN" altLang="en-US" sz="2000" dirty="0">
                <a:latin typeface="+mn-ea"/>
                <a:cs typeface="Courier New" panose="02070309020205020404" pitchFamily="49" charset="0"/>
              </a:rPr>
              <a:t>是</a:t>
            </a:r>
            <a:r>
              <a:rPr lang="en-US" altLang="zh-CN" sz="2000" dirty="0">
                <a:latin typeface="+mn-ea"/>
                <a:cs typeface="Courier New" panose="02070309020205020404" pitchFamily="49" charset="0"/>
              </a:rPr>
              <a:t>valid</a:t>
            </a:r>
            <a:r>
              <a:rPr lang="zh-CN" altLang="en-US" sz="2000" dirty="0">
                <a:latin typeface="+mn-ea"/>
                <a:cs typeface="Courier New" panose="02070309020205020404" pitchFamily="49" charset="0"/>
              </a:rPr>
              <a:t>位 （</a:t>
            </a:r>
            <a:r>
              <a:rPr lang="en-US" altLang="zh-CN" sz="2000" dirty="0">
                <a:latin typeface="+mn-ea"/>
                <a:cs typeface="Courier New" panose="02070309020205020404" pitchFamily="49" charset="0"/>
              </a:rPr>
              <a:t>1</a:t>
            </a:r>
            <a:r>
              <a:rPr lang="zh-CN" altLang="en-US" sz="2000" dirty="0">
                <a:latin typeface="+mn-ea"/>
                <a:cs typeface="Courier New" panose="02070309020205020404" pitchFamily="49" charset="0"/>
              </a:rPr>
              <a:t>代表有效页表项）</a:t>
            </a:r>
            <a:endParaRPr lang="en-US" altLang="zh-CN" sz="2000" dirty="0">
              <a:latin typeface="+mn-ea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2000" dirty="0">
                <a:latin typeface="+mn-ea"/>
                <a:cs typeface="Courier New" panose="02070309020205020404" pitchFamily="49" charset="0"/>
              </a:rPr>
              <a:t>bit[1]</a:t>
            </a:r>
            <a:r>
              <a:rPr lang="zh-CN" altLang="en-US" sz="2000" dirty="0">
                <a:latin typeface="+mn-ea"/>
                <a:cs typeface="Courier New" panose="02070309020205020404" pitchFamily="49" charset="0"/>
              </a:rPr>
              <a:t> 是表示页表项类型：</a:t>
            </a:r>
            <a:endParaRPr lang="en-US" altLang="zh-CN" sz="2000" dirty="0">
              <a:latin typeface="+mn-ea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2000" dirty="0">
                <a:latin typeface="+mn-ea"/>
                <a:cs typeface="Courier New" panose="02070309020205020404" pitchFamily="49" charset="0"/>
              </a:rPr>
              <a:t>		0</a:t>
            </a:r>
            <a:r>
              <a:rPr lang="zh-CN" altLang="en-US" sz="2000" dirty="0">
                <a:latin typeface="+mn-ea"/>
                <a:cs typeface="Courier New" panose="02070309020205020404" pitchFamily="49" charset="0"/>
              </a:rPr>
              <a:t>表示指向</a:t>
            </a:r>
            <a:r>
              <a:rPr lang="en-US" altLang="zh-CN" sz="2000" dirty="0">
                <a:latin typeface="+mn-ea"/>
                <a:cs typeface="Courier New" panose="02070309020205020404" pitchFamily="49" charset="0"/>
              </a:rPr>
              <a:t>1GB</a:t>
            </a:r>
            <a:r>
              <a:rPr lang="zh-CN" altLang="en-US" sz="2000" dirty="0">
                <a:latin typeface="+mn-ea"/>
                <a:cs typeface="Courier New" panose="02070309020205020404" pitchFamily="49" charset="0"/>
              </a:rPr>
              <a:t>、</a:t>
            </a:r>
            <a:r>
              <a:rPr lang="en-US" altLang="zh-CN" sz="2000" dirty="0">
                <a:latin typeface="+mn-ea"/>
                <a:cs typeface="Courier New" panose="02070309020205020404" pitchFamily="49" charset="0"/>
              </a:rPr>
              <a:t>2MB</a:t>
            </a:r>
            <a:r>
              <a:rPr lang="zh-CN" altLang="en-US" sz="2000" dirty="0">
                <a:latin typeface="+mn-ea"/>
                <a:cs typeface="Courier New" panose="02070309020205020404" pitchFamily="49" charset="0"/>
              </a:rPr>
              <a:t>大页（</a:t>
            </a:r>
            <a:r>
              <a:rPr lang="en-US" altLang="zh-CN" sz="2000" dirty="0">
                <a:latin typeface="+mn-ea"/>
                <a:cs typeface="Courier New" panose="02070309020205020404" pitchFamily="49" charset="0"/>
              </a:rPr>
              <a:t>Super</a:t>
            </a:r>
            <a:r>
              <a:rPr lang="zh-CN" altLang="en-US" sz="2000" dirty="0">
                <a:latin typeface="+mn-ea"/>
                <a:cs typeface="Courier New" panose="02070309020205020404" pitchFamily="49" charset="0"/>
              </a:rPr>
              <a:t> </a:t>
            </a:r>
            <a:r>
              <a:rPr lang="en-US" altLang="zh-CN" sz="2000" dirty="0">
                <a:latin typeface="+mn-ea"/>
                <a:cs typeface="Courier New" panose="02070309020205020404" pitchFamily="49" charset="0"/>
              </a:rPr>
              <a:t>Page</a:t>
            </a:r>
            <a:r>
              <a:rPr lang="zh-CN" altLang="en-US" sz="2000" dirty="0">
                <a:latin typeface="+mn-ea"/>
                <a:cs typeface="Courier New" panose="02070309020205020404" pitchFamily="49" charset="0"/>
              </a:rPr>
              <a:t>）</a:t>
            </a:r>
            <a:endParaRPr lang="en-US" altLang="zh-CN" sz="2000" dirty="0">
              <a:latin typeface="+mn-ea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2000" dirty="0">
                <a:latin typeface="+mn-ea"/>
                <a:cs typeface="Courier New" panose="02070309020205020404" pitchFamily="49" charset="0"/>
              </a:rPr>
              <a:t>		1</a:t>
            </a:r>
            <a:r>
              <a:rPr lang="zh-CN" altLang="en-US" sz="2000" dirty="0">
                <a:latin typeface="+mn-ea"/>
                <a:cs typeface="Courier New" panose="02070309020205020404" pitchFamily="49" charset="0"/>
              </a:rPr>
              <a:t>表示指向下一级页表</a:t>
            </a:r>
            <a:endParaRPr lang="en-US" altLang="zh-CN" sz="2000" dirty="0">
              <a:latin typeface="+mn-ea"/>
              <a:cs typeface="Courier New" panose="02070309020205020404" pitchFamily="49" charset="0"/>
            </a:endParaRPr>
          </a:p>
        </p:txBody>
      </p:sp>
      <p:pic>
        <p:nvPicPr>
          <p:cNvPr id="197636" name="图片 6">
            <a:extLst>
              <a:ext uri="{FF2B5EF4-FFF2-40B4-BE49-F238E27FC236}">
                <a16:creationId xmlns:a16="http://schemas.microsoft.com/office/drawing/2014/main" id="{A5D73965-E921-7D47-ACA3-26A5B7017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752990"/>
            <a:ext cx="76200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7637" name="图片 8">
            <a:extLst>
              <a:ext uri="{FF2B5EF4-FFF2-40B4-BE49-F238E27FC236}">
                <a16:creationId xmlns:a16="http://schemas.microsoft.com/office/drawing/2014/main" id="{849FE5F6-DCEB-BD4F-90C3-5D2363371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242469"/>
            <a:ext cx="7620000" cy="592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7638" name="图片 10">
            <a:extLst>
              <a:ext uri="{FF2B5EF4-FFF2-40B4-BE49-F238E27FC236}">
                <a16:creationId xmlns:a16="http://schemas.microsoft.com/office/drawing/2014/main" id="{39E0D017-B128-1140-B480-42E21077A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00" y="1404938"/>
            <a:ext cx="7556500" cy="1273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7639" name="Text Box 14">
            <a:extLst>
              <a:ext uri="{FF2B5EF4-FFF2-40B4-BE49-F238E27FC236}">
                <a16:creationId xmlns:a16="http://schemas.microsoft.com/office/drawing/2014/main" id="{65DC88CA-D24D-7844-BDF4-034C2971A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9952" y="1345332"/>
            <a:ext cx="4318000" cy="756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406" tIns="37042" rIns="75406" bIns="37042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333" dirty="0" err="1">
                <a:latin typeface="+mn-ea"/>
                <a:cs typeface="Courier New" panose="02070309020205020404" pitchFamily="49" charset="0"/>
              </a:rPr>
              <a:t>PXNTable</a:t>
            </a:r>
            <a:r>
              <a:rPr lang="en-US" altLang="zh-CN" sz="1333" dirty="0">
                <a:latin typeface="+mn-ea"/>
                <a:cs typeface="Courier New" panose="02070309020205020404" pitchFamily="49" charset="0"/>
              </a:rPr>
              <a:t>, </a:t>
            </a:r>
            <a:r>
              <a:rPr lang="en-US" altLang="zh-CN" sz="1333" dirty="0" err="1">
                <a:latin typeface="+mn-ea"/>
                <a:cs typeface="Courier New" panose="02070309020205020404" pitchFamily="49" charset="0"/>
              </a:rPr>
              <a:t>XNTable</a:t>
            </a:r>
            <a:r>
              <a:rPr lang="en-US" altLang="zh-CN" sz="1333" dirty="0">
                <a:latin typeface="+mn-ea"/>
                <a:cs typeface="Courier New" panose="02070309020205020404" pitchFamily="49" charset="0"/>
              </a:rPr>
              <a:t>, </a:t>
            </a:r>
            <a:r>
              <a:rPr lang="en-US" altLang="zh-CN" sz="1333" dirty="0" err="1">
                <a:latin typeface="+mn-ea"/>
                <a:cs typeface="Courier New" panose="02070309020205020404" pitchFamily="49" charset="0"/>
              </a:rPr>
              <a:t>APTable</a:t>
            </a:r>
            <a:r>
              <a:rPr lang="en-US" altLang="zh-CN" sz="1333" dirty="0">
                <a:latin typeface="+mn-ea"/>
                <a:cs typeface="Courier New" panose="02070309020205020404" pitchFamily="49" charset="0"/>
              </a:rPr>
              <a:t>, </a:t>
            </a:r>
            <a:r>
              <a:rPr lang="en-US" altLang="zh-CN" sz="1333" dirty="0" err="1">
                <a:latin typeface="+mn-ea"/>
                <a:cs typeface="Courier New" panose="02070309020205020404" pitchFamily="49" charset="0"/>
              </a:rPr>
              <a:t>NSTable</a:t>
            </a:r>
            <a:r>
              <a:rPr lang="en-US" altLang="zh-CN" sz="1333" dirty="0">
                <a:latin typeface="+mn-ea"/>
                <a:cs typeface="Courier New" panose="02070309020205020404" pitchFamily="49" charset="0"/>
              </a:rPr>
              <a:t>:</a:t>
            </a:r>
          </a:p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333" dirty="0">
                <a:latin typeface="+mn-ea"/>
                <a:cs typeface="Courier New" panose="02070309020205020404" pitchFamily="49" charset="0"/>
              </a:rPr>
              <a:t>used for </a:t>
            </a:r>
            <a:r>
              <a:rPr lang="en-US" altLang="zh-CN" sz="1333" dirty="0">
                <a:solidFill>
                  <a:srgbClr val="BE374B"/>
                </a:solidFill>
                <a:latin typeface="+mn-ea"/>
                <a:cs typeface="Courier New" panose="02070309020205020404" pitchFamily="49" charset="0"/>
              </a:rPr>
              <a:t>hierarchical control</a:t>
            </a:r>
            <a:r>
              <a:rPr lang="en-US" altLang="zh-CN" sz="1333" dirty="0">
                <a:latin typeface="+mn-ea"/>
                <a:cs typeface="Courier New" panose="02070309020205020404" pitchFamily="49" charset="0"/>
              </a:rPr>
              <a:t>. </a:t>
            </a:r>
          </a:p>
          <a:p>
            <a:pPr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1333" dirty="0">
                <a:latin typeface="+mn-ea"/>
                <a:cs typeface="Courier New" panose="02070309020205020404" pitchFamily="49" charset="0"/>
              </a:rPr>
              <a:t>PXN: Privilege-</a:t>
            </a:r>
            <a:r>
              <a:rPr lang="en-US" altLang="zh-CN" sz="1333" dirty="0" err="1">
                <a:latin typeface="+mn-ea"/>
                <a:cs typeface="Courier New" panose="02070309020205020404" pitchFamily="49" charset="0"/>
              </a:rPr>
              <a:t>eXecution</a:t>
            </a:r>
            <a:r>
              <a:rPr lang="en-US" altLang="zh-CN" sz="1333" dirty="0">
                <a:latin typeface="+mn-ea"/>
                <a:cs typeface="Courier New" panose="02070309020205020404" pitchFamily="49" charset="0"/>
              </a:rPr>
              <a:t>-Never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B1D0B0C-0DE0-4643-A2DA-71770CACD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Level</a:t>
            </a:r>
            <a:r>
              <a:rPr lang="zh-CN" altLang="en-US" dirty="0"/>
              <a:t> 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Level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Level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r>
              <a:rPr lang="zh-CN" altLang="en-US" dirty="0"/>
              <a:t> 页表项</a:t>
            </a:r>
          </a:p>
        </p:txBody>
      </p:sp>
    </p:spTree>
    <p:extLst>
      <p:ext uri="{BB962C8B-B14F-4D97-AF65-F5344CB8AC3E}">
        <p14:creationId xmlns:p14="http://schemas.microsoft.com/office/powerpoint/2010/main" val="802609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394FF7D8-F79A-CB40-BA17-1FB28C080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TLB</a:t>
            </a:r>
            <a:r>
              <a:rPr lang="zh-CN" altLang="en-US" dirty="0"/>
              <a:t>：页表的</a:t>
            </a:r>
            <a:r>
              <a:rPr lang="en-US" altLang="zh-CN" dirty="0"/>
              <a:t>cache</a:t>
            </a:r>
            <a:endParaRPr lang="zh-CN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9F3699F-6CA0-DF42-8998-D96DC7EDEC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硬件层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1C435E-23B1-E543-B69E-A392D59E6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D043ED-D996-3C4C-B2C6-D330FCC596D8}" type="slidenum">
              <a:rPr lang="zh-CN" altLang="en-US" smtClean="0"/>
              <a:pPr>
                <a:defRPr/>
              </a:pPr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95417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AEA6F-3107-734D-9121-F2218F5CB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TLB</a:t>
            </a:r>
            <a:r>
              <a:rPr kumimoji="1" lang="zh-CN" altLang="en-US" dirty="0"/>
              <a:t>：地址翻译的加速器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B4DF78-44B7-894A-9270-A261E58D3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4DC1132-5909-7C49-BED9-D8160928BC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060949"/>
            <a:ext cx="7177142" cy="4544512"/>
          </a:xfrm>
          <a:prstGeom prst="rect">
            <a:avLst/>
          </a:prstGeom>
        </p:spPr>
      </p:pic>
      <p:sp>
        <p:nvSpPr>
          <p:cNvPr id="6" name="圆角矩形 5">
            <a:extLst>
              <a:ext uri="{FF2B5EF4-FFF2-40B4-BE49-F238E27FC236}">
                <a16:creationId xmlns:a16="http://schemas.microsoft.com/office/drawing/2014/main" id="{58BFA15E-98F9-394E-AC47-08275E6DF1BA}"/>
              </a:ext>
            </a:extLst>
          </p:cNvPr>
          <p:cNvSpPr/>
          <p:nvPr/>
        </p:nvSpPr>
        <p:spPr>
          <a:xfrm>
            <a:off x="4283968" y="1417340"/>
            <a:ext cx="3024336" cy="936104"/>
          </a:xfrm>
          <a:prstGeom prst="roundRect">
            <a:avLst>
              <a:gd name="adj" fmla="val 43198"/>
            </a:avLst>
          </a:prstGeom>
          <a:noFill/>
          <a:ln w="508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301823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249CE1-12FD-6A49-9430-67B3FEAD7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TLB</a:t>
            </a:r>
            <a:r>
              <a:rPr kumimoji="1" lang="zh-CN" altLang="en-US" dirty="0"/>
              <a:t>：地址翻译的加速器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C026C6-1158-2648-831C-A53F6960B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/>
              <a:t>TLB </a:t>
            </a:r>
            <a:r>
              <a:rPr kumimoji="1" lang="zh-CN" altLang="en-US" sz="2400" dirty="0"/>
              <a:t>位于</a:t>
            </a:r>
            <a:r>
              <a:rPr kumimoji="1" lang="en-US" altLang="zh-CN" sz="2400" dirty="0"/>
              <a:t>CPU</a:t>
            </a:r>
            <a:r>
              <a:rPr kumimoji="1" lang="zh-CN" altLang="en-US" sz="2400" dirty="0"/>
              <a:t>内部，是页表的缓存</a:t>
            </a:r>
            <a:endParaRPr kumimoji="1" lang="en-US" altLang="zh-CN" sz="2400" dirty="0"/>
          </a:p>
          <a:p>
            <a:pPr lvl="1"/>
            <a:r>
              <a:rPr kumimoji="1" lang="en-US" altLang="zh-CN" sz="2000" dirty="0"/>
              <a:t>Translation Lookaside Buffer</a:t>
            </a:r>
          </a:p>
          <a:p>
            <a:pPr lvl="1"/>
            <a:r>
              <a:rPr kumimoji="1" lang="zh-CN" altLang="en-US" sz="2000" dirty="0"/>
              <a:t>缓存了虚拟页号到物理页号的映射关系</a:t>
            </a:r>
            <a:endParaRPr kumimoji="1" lang="en-US" altLang="zh-CN" sz="2000" dirty="0"/>
          </a:p>
          <a:p>
            <a:pPr lvl="1"/>
            <a:r>
              <a:rPr kumimoji="1" lang="zh-CN" altLang="en-US" sz="2000" b="1" dirty="0">
                <a:solidFill>
                  <a:srgbClr val="C00000"/>
                </a:solidFill>
              </a:rPr>
              <a:t>有限数目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TLB</a:t>
            </a:r>
            <a:r>
              <a:rPr kumimoji="1" lang="zh-CN" altLang="en-US" sz="2000" dirty="0"/>
              <a:t>缓存项</a:t>
            </a:r>
            <a:endParaRPr kumimoji="1" lang="en-US" altLang="zh-CN" sz="2000" dirty="0"/>
          </a:p>
          <a:p>
            <a:pPr lvl="1"/>
            <a:endParaRPr kumimoji="1" lang="en-US" altLang="zh-CN" sz="2200" dirty="0"/>
          </a:p>
          <a:p>
            <a:r>
              <a:rPr kumimoji="1" lang="zh-CN" altLang="en-US" sz="2400" dirty="0"/>
              <a:t>在地址翻译过程中，</a:t>
            </a:r>
            <a:r>
              <a:rPr kumimoji="1" lang="en-US" altLang="zh-CN" sz="2400" dirty="0"/>
              <a:t>MMU</a:t>
            </a:r>
            <a:r>
              <a:rPr kumimoji="1" lang="zh-CN" altLang="en-US" sz="2400" dirty="0"/>
              <a:t>首先查询</a:t>
            </a:r>
            <a:r>
              <a:rPr kumimoji="1" lang="en-US" altLang="zh-CN" sz="2400" dirty="0"/>
              <a:t>TLB</a:t>
            </a:r>
          </a:p>
          <a:p>
            <a:pPr lvl="1"/>
            <a:r>
              <a:rPr kumimoji="1" lang="en-US" altLang="zh-CN" sz="2000" dirty="0"/>
              <a:t>TLB</a:t>
            </a:r>
            <a:r>
              <a:rPr kumimoji="1" lang="zh-CN" altLang="en-US" sz="2000" dirty="0"/>
              <a:t>命中，则不再查询页表 （</a:t>
            </a:r>
            <a:r>
              <a:rPr kumimoji="1" lang="en-US" altLang="zh-CN" sz="2000" b="1" dirty="0">
                <a:solidFill>
                  <a:srgbClr val="C00000"/>
                </a:solidFill>
              </a:rPr>
              <a:t>fast</a:t>
            </a:r>
            <a:r>
              <a:rPr kumimoji="1" lang="zh-CN" altLang="en-US" sz="2000" b="1" dirty="0">
                <a:solidFill>
                  <a:srgbClr val="C00000"/>
                </a:solidFill>
              </a:rPr>
              <a:t> </a:t>
            </a:r>
            <a:r>
              <a:rPr kumimoji="1" lang="en-US" altLang="zh-CN" sz="2000" b="1" dirty="0">
                <a:solidFill>
                  <a:srgbClr val="C00000"/>
                </a:solidFill>
              </a:rPr>
              <a:t>path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TLB</a:t>
            </a:r>
            <a:r>
              <a:rPr kumimoji="1" lang="zh-CN" altLang="en-US" sz="2000" dirty="0"/>
              <a:t>未命中，再查询页表</a:t>
            </a:r>
            <a:endParaRPr kumimoji="1" lang="en-US" altLang="zh-CN" sz="2000" dirty="0"/>
          </a:p>
          <a:p>
            <a:endParaRPr kumimoji="1"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DE0C9C-72CA-7544-9618-9FFFD1E60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32768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5CC6A7-CA74-DD40-BF2B-282C000F2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TLB</a:t>
            </a:r>
            <a:r>
              <a:rPr kumimoji="1" lang="zh-CN" altLang="en-US" dirty="0"/>
              <a:t>刷新（</a:t>
            </a:r>
            <a:r>
              <a:rPr kumimoji="1" lang="en-US" altLang="zh-CN" dirty="0"/>
              <a:t>TLB</a:t>
            </a:r>
            <a:r>
              <a:rPr kumimoji="1" lang="zh-CN" altLang="en-US" dirty="0"/>
              <a:t> </a:t>
            </a:r>
            <a:r>
              <a:rPr kumimoji="1" lang="en-US" altLang="zh-CN" dirty="0"/>
              <a:t>Flush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FF5BF3-1C48-7240-A293-4F03406D7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000" dirty="0"/>
              <a:t>TLB</a:t>
            </a:r>
            <a:r>
              <a:rPr kumimoji="1" lang="zh-CN" altLang="en-US" sz="2000" dirty="0"/>
              <a:t> 使用虚拟地址索引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当</a:t>
            </a:r>
            <a:r>
              <a:rPr kumimoji="1" lang="en-US" altLang="zh-CN" sz="2000" dirty="0"/>
              <a:t>OS</a:t>
            </a:r>
            <a:r>
              <a:rPr kumimoji="1" lang="zh-CN" altLang="en-US" sz="2000" dirty="0"/>
              <a:t>切换页表时需要全部刷新</a:t>
            </a:r>
            <a:endParaRPr kumimoji="1" lang="en-US" altLang="zh-CN" sz="2000" dirty="0"/>
          </a:p>
          <a:p>
            <a:endParaRPr kumimoji="1" lang="en-US" altLang="zh-CN" sz="2000" dirty="0"/>
          </a:p>
          <a:p>
            <a:r>
              <a:rPr kumimoji="1" lang="en-US" altLang="zh-CN" sz="2000" dirty="0"/>
              <a:t>AARCH64</a:t>
            </a:r>
            <a:r>
              <a:rPr kumimoji="1" lang="zh-CN" altLang="en-US" sz="2000" dirty="0"/>
              <a:t>上内核和应用程序使用不同的页表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分别存在</a:t>
            </a:r>
            <a:r>
              <a:rPr kumimoji="1" lang="en-US" altLang="zh-CN" sz="2000" dirty="0"/>
              <a:t>TTBR0_EL1</a:t>
            </a:r>
            <a:r>
              <a:rPr kumimoji="1" lang="zh-CN" altLang="en-US" sz="2000" dirty="0"/>
              <a:t>和</a:t>
            </a:r>
            <a:r>
              <a:rPr kumimoji="1" lang="en-US" altLang="zh-CN" sz="2000" dirty="0"/>
              <a:t>TTBR1_EL1</a:t>
            </a:r>
          </a:p>
          <a:p>
            <a:pPr lvl="1"/>
            <a:r>
              <a:rPr kumimoji="1" lang="zh-CN" altLang="en-US" sz="2000" dirty="0"/>
              <a:t>系统调用过程不用切换</a:t>
            </a:r>
            <a:endParaRPr kumimoji="1" lang="en-US" altLang="zh-CN" sz="2000" dirty="0"/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507646-92A0-3148-997F-8B1E0C03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0D3739BE-1341-524C-A177-32C9FA716B68}"/>
              </a:ext>
            </a:extLst>
          </p:cNvPr>
          <p:cNvSpPr txBox="1">
            <a:spLocks/>
          </p:cNvSpPr>
          <p:nvPr/>
        </p:nvSpPr>
        <p:spPr>
          <a:xfrm>
            <a:off x="6012160" y="1321133"/>
            <a:ext cx="2952328" cy="240046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1800" dirty="0"/>
              <a:t>刷新</a:t>
            </a:r>
            <a:r>
              <a:rPr kumimoji="1" lang="en-US" altLang="zh-CN" sz="1800" dirty="0"/>
              <a:t>TLB</a:t>
            </a:r>
            <a:r>
              <a:rPr kumimoji="1" lang="zh-CN" altLang="en-US" sz="1800" dirty="0"/>
              <a:t>的相关指令</a:t>
            </a:r>
            <a:endParaRPr kumimoji="1" lang="en-US" altLang="zh-CN" sz="1800" dirty="0"/>
          </a:p>
          <a:p>
            <a:pPr lvl="1"/>
            <a:r>
              <a:rPr kumimoji="1" lang="zh-CN" altLang="en-US" sz="1600" dirty="0"/>
              <a:t>清空全部</a:t>
            </a:r>
            <a:endParaRPr kumimoji="1" lang="en-US" altLang="zh-CN" sz="1600" dirty="0"/>
          </a:p>
          <a:p>
            <a:pPr lvl="2"/>
            <a:r>
              <a:rPr kumimoji="1" lang="en-US" altLang="zh-CN" sz="1400" dirty="0"/>
              <a:t>TLBI VMALLEL1IS</a:t>
            </a:r>
          </a:p>
          <a:p>
            <a:pPr lvl="1"/>
            <a:r>
              <a:rPr kumimoji="1" lang="zh-CN" altLang="en-US" sz="1600" dirty="0"/>
              <a:t>清空指定</a:t>
            </a:r>
            <a:r>
              <a:rPr kumimoji="1" lang="en-US" altLang="zh-CN" sz="1600" dirty="0"/>
              <a:t>ASID</a:t>
            </a:r>
            <a:r>
              <a:rPr kumimoji="1" lang="zh-CN" altLang="en-US" sz="1600" dirty="0"/>
              <a:t>相关</a:t>
            </a:r>
            <a:endParaRPr kumimoji="1" lang="en-US" altLang="zh-CN" sz="1600" dirty="0"/>
          </a:p>
          <a:p>
            <a:pPr lvl="2"/>
            <a:r>
              <a:rPr lang="en-US" altLang="zh-CN" sz="1400" dirty="0"/>
              <a:t>TLBI ASIDE1IS</a:t>
            </a:r>
            <a:endParaRPr kumimoji="1" lang="en-US" altLang="zh-CN" sz="1400" dirty="0"/>
          </a:p>
          <a:p>
            <a:pPr lvl="1"/>
            <a:r>
              <a:rPr kumimoji="1" lang="zh-CN" altLang="en-US" sz="1600" dirty="0"/>
              <a:t>清空指定虚拟地址</a:t>
            </a:r>
            <a:endParaRPr kumimoji="1" lang="en-US" altLang="zh-CN" sz="1600" dirty="0"/>
          </a:p>
          <a:p>
            <a:pPr lvl="2"/>
            <a:r>
              <a:rPr lang="en-US" altLang="zh-CN" sz="1400" dirty="0"/>
              <a:t>TLBI VAE1IS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082910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9F9131-2CC9-E548-87BB-EBA49BF94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如何降低</a:t>
            </a:r>
            <a:r>
              <a:rPr kumimoji="1" lang="en-US" altLang="zh-CN" dirty="0"/>
              <a:t>TLB</a:t>
            </a:r>
            <a:r>
              <a:rPr kumimoji="1" lang="zh-CN" altLang="en-US" dirty="0"/>
              <a:t>刷新导致的开销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0E54D8-92BB-1248-A83F-D424C6438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044279"/>
          </a:xfrm>
        </p:spPr>
        <p:txBody>
          <a:bodyPr>
            <a:normAutofit/>
          </a:bodyPr>
          <a:lstStyle/>
          <a:p>
            <a:r>
              <a:rPr kumimoji="1" lang="zh-CN" altLang="en-US" sz="2000" dirty="0"/>
              <a:t>新的硬件特性</a:t>
            </a:r>
            <a:r>
              <a:rPr kumimoji="1" lang="en-US" altLang="zh-CN" sz="2000" dirty="0"/>
              <a:t>ASID</a:t>
            </a:r>
            <a:r>
              <a:rPr kumimoji="1" lang="zh-CN" altLang="en-US" sz="2000" dirty="0"/>
              <a:t>（</a:t>
            </a:r>
            <a:r>
              <a:rPr kumimoji="1" lang="en-US" altLang="zh-CN" sz="2000" dirty="0"/>
              <a:t>AARCH64</a:t>
            </a:r>
            <a:r>
              <a:rPr kumimoji="1" lang="zh-CN" altLang="en-US" sz="2000" dirty="0"/>
              <a:t>）：</a:t>
            </a:r>
            <a:r>
              <a:rPr lang="en-US" altLang="zh-CN" sz="2000" dirty="0"/>
              <a:t> Address</a:t>
            </a:r>
            <a:r>
              <a:rPr lang="zh-CN" altLang="en-US" sz="2000" dirty="0"/>
              <a:t> </a:t>
            </a:r>
            <a:r>
              <a:rPr lang="en-US" altLang="zh-CN" sz="2000" dirty="0"/>
              <a:t>Space</a:t>
            </a:r>
            <a:r>
              <a:rPr lang="zh-CN" altLang="en-US" sz="2000" dirty="0"/>
              <a:t> </a:t>
            </a:r>
            <a:r>
              <a:rPr lang="en-US" altLang="zh-CN" sz="2000" dirty="0"/>
              <a:t>ID</a:t>
            </a:r>
            <a:endParaRPr kumimoji="1" lang="en-US" altLang="zh-CN" sz="2000" dirty="0"/>
          </a:p>
          <a:p>
            <a:pPr lvl="1"/>
            <a:r>
              <a:rPr lang="en-US" altLang="zh-CN" sz="1800" dirty="0"/>
              <a:t>OS</a:t>
            </a:r>
            <a:r>
              <a:rPr lang="zh-CN" altLang="en-US" sz="1800" dirty="0"/>
              <a:t>为不同进程分配</a:t>
            </a:r>
            <a:r>
              <a:rPr lang="en-US" altLang="zh-CN" sz="1800" dirty="0"/>
              <a:t>8</a:t>
            </a:r>
            <a:r>
              <a:rPr lang="zh-CN" altLang="en-US" sz="1800" dirty="0"/>
              <a:t>位或</a:t>
            </a:r>
            <a:r>
              <a:rPr lang="en-US" altLang="zh-CN" sz="1800" dirty="0"/>
              <a:t>16</a:t>
            </a:r>
            <a:r>
              <a:rPr lang="zh-CN" altLang="en-US" sz="1800" dirty="0"/>
              <a:t>位 </a:t>
            </a:r>
            <a:r>
              <a:rPr lang="en-US" altLang="zh-CN" sz="1800" dirty="0"/>
              <a:t>ASID</a:t>
            </a:r>
          </a:p>
          <a:p>
            <a:pPr lvl="2"/>
            <a:r>
              <a:rPr lang="en-US" altLang="zh-CN" sz="1600" dirty="0"/>
              <a:t>ASID</a:t>
            </a:r>
            <a:r>
              <a:rPr lang="zh-CN" altLang="en-US" sz="1600" dirty="0"/>
              <a:t>的位数由</a:t>
            </a:r>
            <a:r>
              <a:rPr lang="en-US" altLang="zh-CN" sz="1600" dirty="0"/>
              <a:t>TCR_EL1</a:t>
            </a:r>
            <a:r>
              <a:rPr lang="zh-CN" altLang="en-US" sz="1600" dirty="0"/>
              <a:t>的第</a:t>
            </a:r>
            <a:r>
              <a:rPr lang="en-US" altLang="zh-CN" sz="1600" dirty="0"/>
              <a:t>36</a:t>
            </a:r>
            <a:r>
              <a:rPr lang="zh-CN" altLang="en-US" sz="1600" dirty="0"/>
              <a:t>位（</a:t>
            </a:r>
            <a:r>
              <a:rPr lang="en-US" altLang="zh-CN" sz="1600" dirty="0"/>
              <a:t>AS</a:t>
            </a:r>
            <a:r>
              <a:rPr lang="zh-CN" altLang="en-US" sz="1600" dirty="0"/>
              <a:t>位）决定</a:t>
            </a:r>
            <a:endParaRPr lang="en-US" altLang="zh-CN" sz="1600" dirty="0"/>
          </a:p>
          <a:p>
            <a:pPr lvl="2"/>
            <a:r>
              <a:rPr lang="en-US" altLang="zh-CN" sz="1600" dirty="0"/>
              <a:t>OS</a:t>
            </a:r>
            <a:r>
              <a:rPr lang="zh-CN" altLang="en-US" sz="1600" dirty="0"/>
              <a:t>会将</a:t>
            </a:r>
            <a:r>
              <a:rPr lang="en-US" altLang="zh-CN" sz="1600" dirty="0"/>
              <a:t>ASID</a:t>
            </a:r>
            <a:r>
              <a:rPr lang="zh-CN" altLang="en-US" sz="1600" dirty="0"/>
              <a:t>填写在</a:t>
            </a:r>
            <a:r>
              <a:rPr lang="en-US" altLang="zh-CN" sz="1600" dirty="0"/>
              <a:t>TTBR0_EL1</a:t>
            </a:r>
            <a:r>
              <a:rPr lang="zh-CN" altLang="en-US" sz="1600" dirty="0"/>
              <a:t>的高</a:t>
            </a:r>
            <a:r>
              <a:rPr lang="en-US" altLang="zh-CN" sz="1600" dirty="0"/>
              <a:t>8</a:t>
            </a:r>
            <a:r>
              <a:rPr lang="zh-CN" altLang="en-US" sz="1600" dirty="0"/>
              <a:t>位或高</a:t>
            </a:r>
            <a:r>
              <a:rPr lang="en-US" altLang="zh-CN" sz="1600" dirty="0"/>
              <a:t>16</a:t>
            </a:r>
            <a:r>
              <a:rPr lang="zh-CN" altLang="en-US" sz="1600" dirty="0"/>
              <a:t>位</a:t>
            </a:r>
            <a:endParaRPr lang="en-US" altLang="zh-CN" sz="1600" dirty="0"/>
          </a:p>
          <a:p>
            <a:pPr lvl="1"/>
            <a:r>
              <a:rPr lang="en-US" altLang="zh-CN" sz="1800" dirty="0"/>
              <a:t>TLB</a:t>
            </a:r>
            <a:r>
              <a:rPr lang="zh-CN" altLang="en-US" sz="1800" dirty="0"/>
              <a:t>的每一项也会缓存</a:t>
            </a:r>
            <a:r>
              <a:rPr lang="en-US" altLang="zh-CN" sz="1800" dirty="0"/>
              <a:t>ASID</a:t>
            </a:r>
          </a:p>
          <a:p>
            <a:pPr lvl="2"/>
            <a:r>
              <a:rPr lang="zh-CN" altLang="en-US" sz="1600" dirty="0"/>
              <a:t>地址翻译时，硬件会将</a:t>
            </a:r>
            <a:r>
              <a:rPr lang="en-US" altLang="zh-CN" sz="1600" dirty="0"/>
              <a:t>TLB</a:t>
            </a:r>
            <a:r>
              <a:rPr lang="zh-CN" altLang="en-US" sz="1600" dirty="0"/>
              <a:t>项的</a:t>
            </a:r>
            <a:r>
              <a:rPr lang="en-US" altLang="zh-CN" sz="1600" dirty="0"/>
              <a:t>ASID</a:t>
            </a:r>
            <a:r>
              <a:rPr lang="zh-CN" altLang="en-US" sz="1600" dirty="0"/>
              <a:t>与</a:t>
            </a:r>
            <a:r>
              <a:rPr lang="en-US" altLang="zh-CN" sz="1600" dirty="0"/>
              <a:t>TTBR0_EL1</a:t>
            </a:r>
            <a:r>
              <a:rPr lang="zh-CN" altLang="en-US" sz="1600" dirty="0"/>
              <a:t>的</a:t>
            </a:r>
            <a:r>
              <a:rPr lang="en-US" altLang="zh-CN" sz="1600" dirty="0"/>
              <a:t>ASID</a:t>
            </a:r>
            <a:r>
              <a:rPr lang="zh-CN" altLang="en-US" sz="1600" dirty="0"/>
              <a:t>对比</a:t>
            </a:r>
            <a:endParaRPr lang="en-US" altLang="zh-CN" sz="1600" dirty="0"/>
          </a:p>
          <a:p>
            <a:pPr lvl="2"/>
            <a:r>
              <a:rPr lang="zh-CN" altLang="en-US" sz="1600" dirty="0"/>
              <a:t>若不匹配，则</a:t>
            </a:r>
            <a:r>
              <a:rPr lang="en-US" altLang="zh-CN" sz="1600" dirty="0"/>
              <a:t>TLB</a:t>
            </a:r>
            <a:r>
              <a:rPr lang="zh-CN" altLang="en-US" sz="1600" dirty="0"/>
              <a:t> </a:t>
            </a:r>
            <a:r>
              <a:rPr lang="en-US" altLang="zh-CN" sz="1600" dirty="0"/>
              <a:t>miss</a:t>
            </a:r>
          </a:p>
          <a:p>
            <a:r>
              <a:rPr kumimoji="1" lang="zh-CN" altLang="en-US" sz="2100" dirty="0"/>
              <a:t>使用了</a:t>
            </a:r>
            <a:r>
              <a:rPr kumimoji="1" lang="en-US" altLang="zh-CN" sz="2100" dirty="0"/>
              <a:t>ASID</a:t>
            </a:r>
            <a:r>
              <a:rPr kumimoji="1" lang="zh-CN" altLang="en-US" sz="2100" dirty="0"/>
              <a:t>之后</a:t>
            </a:r>
            <a:endParaRPr kumimoji="1" lang="en-US" altLang="zh-CN" sz="2100" dirty="0"/>
          </a:p>
          <a:p>
            <a:pPr lvl="1"/>
            <a:r>
              <a:rPr lang="zh-CN" altLang="en-US" sz="1800" dirty="0"/>
              <a:t>切换页表（即切换进程）后，不再需要刷新</a:t>
            </a:r>
            <a:r>
              <a:rPr lang="en-US" altLang="zh-CN" sz="1800" dirty="0"/>
              <a:t>TLB</a:t>
            </a:r>
            <a:r>
              <a:rPr lang="zh-CN" altLang="en-US" sz="1800" dirty="0"/>
              <a:t>，提高性能</a:t>
            </a:r>
            <a:endParaRPr lang="en-US" altLang="zh-CN" sz="1800" dirty="0"/>
          </a:p>
          <a:p>
            <a:pPr lvl="1"/>
            <a:r>
              <a:rPr lang="zh-CN" altLang="en-US" sz="1800" dirty="0"/>
              <a:t>修改页表映射后，仍需刷新</a:t>
            </a:r>
            <a:r>
              <a:rPr lang="en-US" altLang="zh-CN" sz="1800" dirty="0"/>
              <a:t>TLB</a:t>
            </a:r>
            <a:r>
              <a:rPr lang="zh-CN" altLang="en-US" sz="1800" dirty="0"/>
              <a:t>（为什么？）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419CFB-A39C-7E44-9E48-99F26F50B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27576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3B8E28-7657-D64E-9220-A12447DFF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TLB</a:t>
            </a:r>
            <a:r>
              <a:rPr kumimoji="1" lang="zh-CN" altLang="en-US" dirty="0"/>
              <a:t>与多核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5781FE-83A9-DD48-A015-6221AA40A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在多核场景下</a:t>
            </a:r>
            <a:endParaRPr kumimoji="1" lang="en-US" altLang="zh-CN" sz="2400" dirty="0"/>
          </a:p>
          <a:p>
            <a:pPr lvl="1"/>
            <a:r>
              <a:rPr kumimoji="1" lang="en-US" altLang="zh-CN" sz="2000" dirty="0">
                <a:solidFill>
                  <a:srgbClr val="C00000"/>
                </a:solidFill>
              </a:rPr>
              <a:t>OS</a:t>
            </a:r>
            <a:r>
              <a:rPr kumimoji="1" lang="zh-CN" altLang="en-US" sz="2000" dirty="0">
                <a:solidFill>
                  <a:srgbClr val="C00000"/>
                </a:solidFill>
              </a:rPr>
              <a:t>修改页表后，需要刷新其它核的</a:t>
            </a:r>
            <a:r>
              <a:rPr kumimoji="1" lang="en-US" altLang="zh-CN" sz="2000" dirty="0">
                <a:solidFill>
                  <a:srgbClr val="C00000"/>
                </a:solidFill>
              </a:rPr>
              <a:t>TLB</a:t>
            </a:r>
            <a:r>
              <a:rPr kumimoji="1" lang="zh-CN" altLang="en-US" sz="2000" dirty="0">
                <a:solidFill>
                  <a:srgbClr val="C00000"/>
                </a:solidFill>
              </a:rPr>
              <a:t>吗？</a:t>
            </a:r>
            <a:endParaRPr kumimoji="1" lang="en-US" altLang="zh-CN" sz="2000" dirty="0">
              <a:solidFill>
                <a:srgbClr val="C00000"/>
              </a:solidFill>
            </a:endParaRPr>
          </a:p>
          <a:p>
            <a:pPr lvl="1"/>
            <a:r>
              <a:rPr kumimoji="1" lang="en-US" altLang="zh-CN" sz="2000" dirty="0">
                <a:solidFill>
                  <a:srgbClr val="C00000"/>
                </a:solidFill>
              </a:rPr>
              <a:t>OS</a:t>
            </a:r>
            <a:r>
              <a:rPr kumimoji="1" lang="zh-CN" altLang="en-US" sz="2000" dirty="0">
                <a:solidFill>
                  <a:srgbClr val="C00000"/>
                </a:solidFill>
              </a:rPr>
              <a:t>如何知道需要刷新哪些核的</a:t>
            </a:r>
            <a:r>
              <a:rPr kumimoji="1" lang="en-US" altLang="zh-CN" sz="2000" dirty="0">
                <a:solidFill>
                  <a:srgbClr val="C00000"/>
                </a:solidFill>
              </a:rPr>
              <a:t>TLB</a:t>
            </a:r>
            <a:r>
              <a:rPr kumimoji="1" lang="zh-CN" altLang="en-US" sz="2000" dirty="0">
                <a:solidFill>
                  <a:srgbClr val="C00000"/>
                </a:solidFill>
              </a:rPr>
              <a:t>？</a:t>
            </a:r>
            <a:endParaRPr kumimoji="1" lang="en-US" altLang="zh-CN" sz="2000" dirty="0">
              <a:solidFill>
                <a:srgbClr val="C00000"/>
              </a:solidFill>
            </a:endParaRPr>
          </a:p>
          <a:p>
            <a:pPr lvl="1"/>
            <a:r>
              <a:rPr kumimoji="1" lang="en-US" altLang="zh-CN" sz="2000" dirty="0">
                <a:solidFill>
                  <a:srgbClr val="C00000"/>
                </a:solidFill>
              </a:rPr>
              <a:t>OS</a:t>
            </a:r>
            <a:r>
              <a:rPr kumimoji="1" lang="zh-CN" altLang="en-US" sz="2000" dirty="0">
                <a:solidFill>
                  <a:srgbClr val="C00000"/>
                </a:solidFill>
              </a:rPr>
              <a:t>如何刷新其它核的</a:t>
            </a:r>
            <a:r>
              <a:rPr kumimoji="1" lang="en-US" altLang="zh-CN" sz="2000" dirty="0">
                <a:solidFill>
                  <a:srgbClr val="C00000"/>
                </a:solidFill>
              </a:rPr>
              <a:t>TLB</a:t>
            </a:r>
            <a:r>
              <a:rPr kumimoji="1" lang="zh-CN" altLang="en-US" sz="2000" dirty="0">
                <a:solidFill>
                  <a:srgbClr val="C00000"/>
                </a:solidFill>
              </a:rPr>
              <a:t>？</a:t>
            </a:r>
            <a:endParaRPr kumimoji="1" lang="en-US" altLang="zh-CN" sz="2000" dirty="0">
              <a:solidFill>
                <a:srgbClr val="C00000"/>
              </a:solidFill>
            </a:endParaRPr>
          </a:p>
          <a:p>
            <a:endParaRPr kumimoji="1" lang="en-US" altLang="zh-CN" sz="2400" dirty="0"/>
          </a:p>
          <a:p>
            <a:endParaRPr kumimoji="1"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AEC849-17D8-8341-A7B8-A9079D2F3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31040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3B8E28-7657-D64E-9220-A12447DFF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TLB</a:t>
            </a:r>
            <a:r>
              <a:rPr kumimoji="1" lang="zh-CN" altLang="en-US" dirty="0"/>
              <a:t>与多核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5781FE-83A9-DD48-A015-6221AA40A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/>
              <a:t>OS</a:t>
            </a:r>
            <a:r>
              <a:rPr kumimoji="1" lang="zh-CN" altLang="en-US" sz="2400" dirty="0"/>
              <a:t>修改页表后，需要刷新其它核的</a:t>
            </a:r>
            <a:r>
              <a:rPr kumimoji="1" lang="en-US" altLang="zh-CN" sz="2400" dirty="0"/>
              <a:t>TLB</a:t>
            </a:r>
            <a:r>
              <a:rPr kumimoji="1" lang="zh-CN" altLang="en-US" sz="2400" dirty="0"/>
              <a:t>吗？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需要，因为一个进程可能在多个核上运行</a:t>
            </a:r>
            <a:endParaRPr kumimoji="1" lang="en-US" altLang="zh-CN" sz="2000" dirty="0"/>
          </a:p>
          <a:p>
            <a:r>
              <a:rPr kumimoji="1" lang="en-US" altLang="zh-CN" sz="2400" dirty="0"/>
              <a:t>OS</a:t>
            </a:r>
            <a:r>
              <a:rPr kumimoji="1" lang="zh-CN" altLang="en-US" sz="2400" dirty="0"/>
              <a:t>如何知道需要刷新哪些核的</a:t>
            </a:r>
            <a:r>
              <a:rPr kumimoji="1" lang="en-US" altLang="zh-CN" sz="2400" dirty="0"/>
              <a:t>TLB</a:t>
            </a:r>
            <a:r>
              <a:rPr kumimoji="1" lang="zh-CN" altLang="en-US" sz="2400" dirty="0"/>
              <a:t>？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操作系统知道进程调度信息</a:t>
            </a:r>
            <a:endParaRPr kumimoji="1" lang="en-US" altLang="zh-CN" sz="2000" dirty="0"/>
          </a:p>
          <a:p>
            <a:r>
              <a:rPr kumimoji="1" lang="en-US" altLang="zh-CN" sz="2400" dirty="0"/>
              <a:t>OS</a:t>
            </a:r>
            <a:r>
              <a:rPr kumimoji="1" lang="zh-CN" altLang="en-US" sz="2400" dirty="0"/>
              <a:t>如何刷新其它核的</a:t>
            </a:r>
            <a:r>
              <a:rPr kumimoji="1" lang="en-US" altLang="zh-CN" sz="2400" dirty="0"/>
              <a:t>TLB</a:t>
            </a:r>
            <a:r>
              <a:rPr kumimoji="1" lang="zh-CN" altLang="en-US" sz="2400" dirty="0"/>
              <a:t>？</a:t>
            </a:r>
            <a:endParaRPr kumimoji="1" lang="en-US" altLang="zh-CN" sz="2400" dirty="0"/>
          </a:p>
          <a:p>
            <a:pPr lvl="1"/>
            <a:r>
              <a:rPr kumimoji="1" lang="en-US" altLang="zh-CN" sz="2000" dirty="0"/>
              <a:t>x86_64: </a:t>
            </a:r>
            <a:r>
              <a:rPr kumimoji="1" lang="zh-CN" altLang="en-US" sz="2000" dirty="0"/>
              <a:t>发送</a:t>
            </a:r>
            <a:r>
              <a:rPr kumimoji="1" lang="en-US" altLang="zh-CN" sz="2000" dirty="0"/>
              <a:t>IPI</a:t>
            </a:r>
            <a:r>
              <a:rPr kumimoji="1" lang="zh-CN" altLang="en-US" sz="2000" dirty="0"/>
              <a:t>中断某个核，通知它主动刷新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AARCH64: </a:t>
            </a:r>
            <a:r>
              <a:rPr kumimoji="1" lang="zh-CN" altLang="en-US" sz="2000" dirty="0"/>
              <a:t>可在</a:t>
            </a:r>
            <a:r>
              <a:rPr kumimoji="1" lang="en-US" altLang="zh-CN" sz="2000" dirty="0"/>
              <a:t>local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上刷新其它核</a:t>
            </a:r>
            <a:r>
              <a:rPr kumimoji="1" lang="en-US" altLang="zh-CN" sz="2000" dirty="0"/>
              <a:t>TLB</a:t>
            </a:r>
          </a:p>
          <a:p>
            <a:pPr lvl="2"/>
            <a:r>
              <a:rPr lang="zh-CN" altLang="en-US" sz="1600" dirty="0"/>
              <a:t>调用的</a:t>
            </a:r>
            <a:r>
              <a:rPr lang="en-US" altLang="zh-CN" sz="1600" dirty="0"/>
              <a:t>ARM</a:t>
            </a:r>
            <a:r>
              <a:rPr lang="zh-CN" altLang="en-US" sz="1600" dirty="0"/>
              <a:t>指令：</a:t>
            </a:r>
            <a:r>
              <a:rPr lang="en-US" altLang="zh-CN" sz="1600" dirty="0"/>
              <a:t>TLBI ASIDE1IS</a:t>
            </a:r>
            <a:endParaRPr kumimoji="1" lang="en-US" altLang="zh-CN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AEC849-17D8-8341-A7B8-A9079D2F3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25250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D370667C-ACD4-1A4A-BBEB-B8DA37D7F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虚拟内存：段和</a:t>
            </a:r>
            <a:r>
              <a:rPr lang="en-US" altLang="zh-CN" dirty="0"/>
              <a:t>VMA</a:t>
            </a:r>
            <a:endParaRPr lang="zh-CN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95D922DA-9970-1F47-93C9-3E49CD51F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软件层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385E9B-8D63-E84B-BA7F-0C5423F99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02618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1B9B65-BEC1-B248-B559-FE620B637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Segmentation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fault</a:t>
            </a:r>
            <a:endParaRPr kumimoji="1"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7FC007FC-40EF-3949-99EE-F1729B7149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237" y="1595592"/>
            <a:ext cx="6511521" cy="2990100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5C22D8-411E-4B46-B91A-67CA05FDC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FBF9A9B-8F69-A842-B023-F34FEEA45F1C}"/>
              </a:ext>
            </a:extLst>
          </p:cNvPr>
          <p:cNvSpPr txBox="1"/>
          <p:nvPr/>
        </p:nvSpPr>
        <p:spPr>
          <a:xfrm>
            <a:off x="4594170" y="2074979"/>
            <a:ext cx="3918060" cy="1015663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如果改变第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行会怎么样？比如：</a:t>
            </a:r>
            <a:endParaRPr kumimoji="1"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char</a:t>
            </a:r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*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 = 0x40000;</a:t>
            </a:r>
          </a:p>
          <a:p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char *p = 0x400000000;</a:t>
            </a:r>
            <a:endParaRPr kumimoji="1"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75787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02894D3F-7927-AF41-BD05-AC1717D56CB5}"/>
              </a:ext>
            </a:extLst>
          </p:cNvPr>
          <p:cNvGrpSpPr/>
          <p:nvPr/>
        </p:nvGrpSpPr>
        <p:grpSpPr>
          <a:xfrm>
            <a:off x="6479704" y="985292"/>
            <a:ext cx="2664296" cy="4472257"/>
            <a:chOff x="5868144" y="761507"/>
            <a:chExt cx="2664296" cy="4472257"/>
          </a:xfrm>
        </p:grpSpPr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12425AF4-B068-7D41-AF38-C0EB2272FF1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4842"/>
            <a:stretch/>
          </p:blipFill>
          <p:spPr>
            <a:xfrm>
              <a:off x="5868144" y="761507"/>
              <a:ext cx="1800199" cy="4384943"/>
            </a:xfrm>
            <a:prstGeom prst="rect">
              <a:avLst/>
            </a:prstGeom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27CE6C41-04CB-5045-8361-9CF0C386476E}"/>
                </a:ext>
              </a:extLst>
            </p:cNvPr>
            <p:cNvSpPr/>
            <p:nvPr/>
          </p:nvSpPr>
          <p:spPr>
            <a:xfrm>
              <a:off x="7596336" y="1057300"/>
              <a:ext cx="936104" cy="41764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9" name="Rectangle 1">
            <a:extLst>
              <a:ext uri="{FF2B5EF4-FFF2-40B4-BE49-F238E27FC236}">
                <a16:creationId xmlns:a16="http://schemas.microsoft.com/office/drawing/2014/main" id="{E46A672E-952B-9D42-AB75-5301D095AC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0137" y="352064"/>
            <a:ext cx="7769644" cy="818886"/>
          </a:xfrm>
        </p:spPr>
        <p:txBody>
          <a:bodyPr>
            <a:normAutofit/>
          </a:bodyPr>
          <a:lstStyle/>
          <a:p>
            <a:pPr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应用是否有权访问整个虚拟地址空间？</a:t>
            </a:r>
            <a:endParaRPr lang="en-GB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4C7767A7-FB0D-0043-BC61-FCF8D3B40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226" y="1417495"/>
            <a:ext cx="8229600" cy="4176464"/>
          </a:xfrm>
        </p:spPr>
        <p:txBody>
          <a:bodyPr/>
          <a:lstStyle/>
          <a:p>
            <a:r>
              <a:rPr kumimoji="1" lang="en-US" altLang="zh-CN" dirty="0"/>
              <a:t>OS</a:t>
            </a:r>
            <a:r>
              <a:rPr kumimoji="1" lang="zh-CN" altLang="en-US" dirty="0"/>
              <a:t>采用</a:t>
            </a:r>
            <a:r>
              <a:rPr kumimoji="1" lang="zh-CN" altLang="en-US" dirty="0">
                <a:solidFill>
                  <a:schemeClr val="accent1"/>
                </a:solidFill>
              </a:rPr>
              <a:t>段</a:t>
            </a:r>
            <a:r>
              <a:rPr kumimoji="1" lang="zh-CN" altLang="en-US" dirty="0"/>
              <a:t>来管理虚拟地址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段内连续，段与段之间非连续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合法虚拟地址段：代码、数据、堆、栈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非法虚拟地址段：未映射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一旦访问，则触发</a:t>
            </a:r>
            <a:r>
              <a:rPr kumimoji="1" lang="en-US" altLang="zh-CN" dirty="0" err="1"/>
              <a:t>segfault</a:t>
            </a:r>
            <a:endParaRPr kumimoji="1" lang="en-US" altLang="zh-CN" dirty="0"/>
          </a:p>
          <a:p>
            <a:r>
              <a:rPr kumimoji="1" lang="zh-CN" altLang="en-US" dirty="0"/>
              <a:t>思考：为什么要用段来管理？</a:t>
            </a:r>
            <a:endParaRPr kumimoji="1" lang="en-US" altLang="zh-CN" dirty="0"/>
          </a:p>
          <a:p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27611384"/>
      </p:ext>
    </p:extLst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CD805B-45BD-2540-B720-590078C6D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合法虚拟地址信息的记录方式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61349C-2912-AF4B-B42D-7C4F74D65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记录应用程序已分配的虚拟内存区域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在</a:t>
            </a:r>
            <a:r>
              <a:rPr kumimoji="1" lang="en-US" altLang="zh-CN" sz="2000" dirty="0"/>
              <a:t>Linux</a:t>
            </a:r>
            <a:r>
              <a:rPr kumimoji="1" lang="zh-CN" altLang="en-US" sz="2000" dirty="0"/>
              <a:t>中对应 </a:t>
            </a:r>
            <a:r>
              <a:rPr kumimoji="1" lang="en-US" altLang="zh-CN" sz="2000" dirty="0" err="1"/>
              <a:t>vm_area_struct</a:t>
            </a:r>
            <a:r>
              <a:rPr kumimoji="1" lang="zh-CN" altLang="en-US" sz="2000" dirty="0"/>
              <a:t>（</a:t>
            </a:r>
            <a:r>
              <a:rPr kumimoji="1" lang="en-US" altLang="zh-CN" sz="2000" dirty="0"/>
              <a:t>VMA</a:t>
            </a:r>
            <a:r>
              <a:rPr kumimoji="1" lang="zh-CN" altLang="en-US" sz="2000" dirty="0"/>
              <a:t>）结构体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8BA9A5-9B7D-854A-AED8-57C961D6F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8D2B21E-74F9-FC40-A6B1-FA3BE0999C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2353444"/>
            <a:ext cx="5477308" cy="3163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0614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5FECC8-2BE0-DB4D-8580-744E26D10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VMA</a:t>
            </a:r>
            <a:r>
              <a:rPr kumimoji="1" lang="zh-CN" altLang="en-US" dirty="0"/>
              <a:t>是如何添加的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810882-1264-2446-A156-B3915498B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途径</a:t>
            </a:r>
            <a:r>
              <a:rPr kumimoji="1" lang="en-US" altLang="zh-CN" sz="2400" dirty="0"/>
              <a:t>-1: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OS</a:t>
            </a:r>
            <a:r>
              <a:rPr kumimoji="1" lang="zh-CN" altLang="en-US" sz="2400" dirty="0"/>
              <a:t>在创建应用程序时分配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数据（对应</a:t>
            </a:r>
            <a:r>
              <a:rPr kumimoji="1" lang="en-US" altLang="zh-CN" sz="2000" dirty="0"/>
              <a:t>ELF</a:t>
            </a:r>
            <a:r>
              <a:rPr kumimoji="1" lang="zh-CN" altLang="en-US" sz="2000" dirty="0"/>
              <a:t>段）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代码（对应</a:t>
            </a:r>
            <a:r>
              <a:rPr kumimoji="1" lang="en-US" altLang="zh-CN" sz="2000" dirty="0"/>
              <a:t>ELF</a:t>
            </a:r>
            <a:r>
              <a:rPr kumimoji="1" lang="zh-CN" altLang="en-US" sz="2000" dirty="0"/>
              <a:t>段）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栈（初始无内容）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3A5EBD-276E-1E43-8DFA-AA025B5D1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297323D-0177-504D-9EF7-AB36F9165E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912" y="2257237"/>
            <a:ext cx="5263025" cy="303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8010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5FECC8-2BE0-DB4D-8580-744E26D10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VMA</a:t>
            </a:r>
            <a:r>
              <a:rPr kumimoji="1" lang="zh-CN" altLang="en-US" dirty="0"/>
              <a:t>是如何添加的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810882-1264-2446-A156-B3915498B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途径</a:t>
            </a:r>
            <a:r>
              <a:rPr kumimoji="1" lang="en-US" altLang="zh-CN" sz="2400" dirty="0"/>
              <a:t>2:</a:t>
            </a:r>
            <a:r>
              <a:rPr kumimoji="1" lang="zh-CN" altLang="en-US" sz="2400" dirty="0"/>
              <a:t> 应用程序主动向</a:t>
            </a:r>
            <a:r>
              <a:rPr kumimoji="1" lang="en-US" altLang="zh-CN" sz="2400" dirty="0"/>
              <a:t>OS</a:t>
            </a:r>
            <a:r>
              <a:rPr kumimoji="1" lang="zh-CN" altLang="en-US" sz="2400" dirty="0"/>
              <a:t>发出请求</a:t>
            </a:r>
            <a:endParaRPr kumimoji="1" lang="en-US" altLang="zh-CN" sz="2400" dirty="0"/>
          </a:p>
          <a:p>
            <a:pPr lvl="1"/>
            <a:r>
              <a:rPr kumimoji="1" lang="en-US" altLang="zh-CN" sz="2000" dirty="0" err="1"/>
              <a:t>brk</a:t>
            </a:r>
            <a:r>
              <a:rPr kumimoji="1" lang="en-US" altLang="zh-CN" sz="2000" dirty="0"/>
              <a:t>()</a:t>
            </a:r>
            <a:r>
              <a:rPr kumimoji="1" lang="zh-CN" altLang="en-US" sz="2000" dirty="0"/>
              <a:t>（扩大、缩小堆区域）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可选策略：</a:t>
            </a:r>
            <a:r>
              <a:rPr kumimoji="1" lang="en-US" altLang="zh-CN" sz="1800" dirty="0"/>
              <a:t> OS</a:t>
            </a:r>
            <a:r>
              <a:rPr kumimoji="1" lang="zh-CN" altLang="en-US" sz="1800" dirty="0"/>
              <a:t>也可以在创建应用时分配初始的堆</a:t>
            </a:r>
            <a:r>
              <a:rPr kumimoji="1" lang="en-US" altLang="zh-CN" sz="1800" dirty="0"/>
              <a:t>VMA</a:t>
            </a:r>
          </a:p>
          <a:p>
            <a:pPr lvl="1"/>
            <a:r>
              <a:rPr kumimoji="1" lang="en-US" altLang="zh-CN" sz="2000" dirty="0"/>
              <a:t>mmap()</a:t>
            </a:r>
          </a:p>
          <a:p>
            <a:pPr lvl="2"/>
            <a:r>
              <a:rPr kumimoji="1" lang="zh-CN" altLang="en-US" sz="1800" dirty="0"/>
              <a:t>申请空的虚拟内存区域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申请映射文件数据的虚拟内存区域</a:t>
            </a:r>
            <a:endParaRPr kumimoji="1" lang="en-US" altLang="zh-CN" sz="1800" dirty="0"/>
          </a:p>
          <a:p>
            <a:r>
              <a:rPr kumimoji="1" lang="zh-CN" altLang="en-US" sz="2400" dirty="0"/>
              <a:t>用户态的</a:t>
            </a:r>
            <a:r>
              <a:rPr kumimoji="1" lang="en-US" altLang="zh-CN" sz="2400" dirty="0"/>
              <a:t>malloc</a:t>
            </a:r>
            <a:r>
              <a:rPr kumimoji="1" lang="zh-CN" altLang="en-US" sz="2400" dirty="0"/>
              <a:t>会改变</a:t>
            </a:r>
            <a:r>
              <a:rPr kumimoji="1" lang="en-US" altLang="zh-CN" sz="2400" dirty="0"/>
              <a:t>VMA</a:t>
            </a:r>
            <a:endParaRPr kumimoji="1" lang="en-US" altLang="zh-CN" sz="2200" dirty="0"/>
          </a:p>
          <a:p>
            <a:pPr lvl="1"/>
            <a:r>
              <a:rPr kumimoji="1" lang="zh-CN" altLang="en-US" sz="2000" dirty="0"/>
              <a:t>通常是调用</a:t>
            </a:r>
            <a:r>
              <a:rPr kumimoji="1" lang="en-US" altLang="zh-CN" sz="2000" dirty="0" err="1"/>
              <a:t>brk</a:t>
            </a:r>
            <a:r>
              <a:rPr kumimoji="1" lang="zh-CN" altLang="en-US" sz="2000" dirty="0"/>
              <a:t>，在堆中分配新的内存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部分实现也可以调用</a:t>
            </a:r>
            <a:r>
              <a:rPr kumimoji="1" lang="en-US" altLang="zh-CN" sz="2000" dirty="0"/>
              <a:t>mmap</a:t>
            </a:r>
            <a:r>
              <a:rPr kumimoji="1" lang="zh-CN" altLang="en-US" sz="2000" dirty="0"/>
              <a:t>，由应用管理多个</a:t>
            </a:r>
            <a:r>
              <a:rPr kumimoji="1" lang="en-US" altLang="zh-CN" sz="2000" dirty="0"/>
              <a:t>VMA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3A5EBD-276E-1E43-8DFA-AA025B5D1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82644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256EBB-C989-2344-831F-54C3FE4EE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mmap</a:t>
            </a:r>
            <a:r>
              <a:rPr kumimoji="1" lang="zh-CN" altLang="en-US" dirty="0"/>
              <a:t>：分配一段虚拟内存区域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EF1081-DB6E-F541-89D6-85EBACE8F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74363"/>
            <a:ext cx="8229600" cy="3771636"/>
          </a:xfrm>
        </p:spPr>
        <p:txBody>
          <a:bodyPr>
            <a:noAutofit/>
          </a:bodyPr>
          <a:lstStyle/>
          <a:p>
            <a:r>
              <a:rPr kumimoji="1" lang="zh-CN" altLang="en-US" sz="2200" dirty="0"/>
              <a:t>通常用于把一个文件（或一部分）映射到内存</a:t>
            </a:r>
            <a:endParaRPr kumimoji="1" lang="en-US" altLang="zh-CN" sz="2200" dirty="0"/>
          </a:p>
          <a:p>
            <a:pPr lvl="1"/>
            <a:r>
              <a:rPr kumimoji="1" lang="en-US" altLang="zh-CN" sz="2000" dirty="0">
                <a:solidFill>
                  <a:srgbClr val="0070C0"/>
                </a:solidFill>
              </a:rPr>
              <a:t>void</a:t>
            </a:r>
            <a:r>
              <a:rPr kumimoji="1" lang="en-US" altLang="zh-CN" sz="2000" dirty="0"/>
              <a:t> *</a:t>
            </a:r>
            <a:r>
              <a:rPr kumimoji="1" lang="en-US" altLang="zh-CN" sz="2000" dirty="0" err="1"/>
              <a:t>mmap</a:t>
            </a:r>
            <a:r>
              <a:rPr kumimoji="1" lang="en-US" altLang="zh-CN" sz="2000" dirty="0"/>
              <a:t>(</a:t>
            </a:r>
            <a:r>
              <a:rPr kumimoji="1" lang="en-US" altLang="zh-CN" sz="2000" dirty="0">
                <a:solidFill>
                  <a:srgbClr val="0070C0"/>
                </a:solidFill>
              </a:rPr>
              <a:t>void</a:t>
            </a:r>
            <a:r>
              <a:rPr kumimoji="1" lang="en-US" altLang="zh-CN" sz="2000" dirty="0"/>
              <a:t> *</a:t>
            </a:r>
            <a:r>
              <a:rPr kumimoji="1" lang="en-US" altLang="zh-CN" sz="2000" dirty="0" err="1"/>
              <a:t>addr</a:t>
            </a:r>
            <a:r>
              <a:rPr kumimoji="1" lang="en-US" altLang="zh-CN" sz="2000" dirty="0"/>
              <a:t>,</a:t>
            </a:r>
            <a:br>
              <a:rPr kumimoji="1" lang="en-US" altLang="zh-CN" sz="2000" dirty="0"/>
            </a:br>
            <a:r>
              <a:rPr kumimoji="1" lang="en-US" altLang="zh-CN" sz="2000" dirty="0"/>
              <a:t>		</a:t>
            </a:r>
            <a:r>
              <a:rPr kumimoji="1" lang="zh-CN" altLang="en-US" sz="2000" dirty="0"/>
              <a:t>    </a:t>
            </a:r>
            <a:r>
              <a:rPr kumimoji="1" lang="zh-CN" altLang="en-US" sz="2000" dirty="0">
                <a:solidFill>
                  <a:srgbClr val="0070C0"/>
                </a:solidFill>
              </a:rPr>
              <a:t> </a:t>
            </a:r>
            <a:r>
              <a:rPr kumimoji="1" lang="en-US" altLang="zh-CN" sz="2000" dirty="0" err="1">
                <a:solidFill>
                  <a:srgbClr val="0070C0"/>
                </a:solidFill>
              </a:rPr>
              <a:t>size_t</a:t>
            </a:r>
            <a:r>
              <a:rPr kumimoji="1" lang="en-US" altLang="zh-CN" sz="2000" dirty="0"/>
              <a:t> length, </a:t>
            </a:r>
            <a:br>
              <a:rPr kumimoji="1" lang="en-US" altLang="zh-CN" sz="2000" dirty="0"/>
            </a:br>
            <a:r>
              <a:rPr kumimoji="1" lang="zh-CN" altLang="en-US" sz="2000" dirty="0"/>
              <a:t>                     </a:t>
            </a:r>
            <a:r>
              <a:rPr kumimoji="1" lang="en-US" altLang="zh-CN" sz="2000" dirty="0">
                <a:solidFill>
                  <a:srgbClr val="0070C0"/>
                </a:solidFill>
              </a:rPr>
              <a:t>int</a:t>
            </a:r>
            <a:r>
              <a:rPr kumimoji="1" lang="en-US" altLang="zh-CN" sz="2000" dirty="0"/>
              <a:t> </a:t>
            </a:r>
            <a:r>
              <a:rPr kumimoji="1" lang="en-US" altLang="zh-CN" sz="2000" dirty="0" err="1"/>
              <a:t>prot</a:t>
            </a:r>
            <a:r>
              <a:rPr kumimoji="1" lang="en-US" altLang="zh-CN" sz="2000" dirty="0"/>
              <a:t>, </a:t>
            </a:r>
            <a:br>
              <a:rPr kumimoji="1" lang="en-US" altLang="zh-CN" sz="2000" dirty="0"/>
            </a:br>
            <a:r>
              <a:rPr kumimoji="1" lang="zh-CN" altLang="en-US" sz="2000" dirty="0"/>
              <a:t>                     </a:t>
            </a:r>
            <a:r>
              <a:rPr kumimoji="1" lang="en-US" altLang="zh-CN" sz="2000" dirty="0">
                <a:solidFill>
                  <a:srgbClr val="0070C0"/>
                </a:solidFill>
              </a:rPr>
              <a:t>int</a:t>
            </a:r>
            <a:r>
              <a:rPr kumimoji="1" lang="en-US" altLang="zh-CN" sz="2000" dirty="0"/>
              <a:t> flags, </a:t>
            </a:r>
            <a:br>
              <a:rPr kumimoji="1" lang="en-US" altLang="zh-CN" sz="2000" dirty="0"/>
            </a:br>
            <a:r>
              <a:rPr kumimoji="1" lang="zh-CN" altLang="en-US" sz="2000" dirty="0"/>
              <a:t>                     </a:t>
            </a:r>
            <a:r>
              <a:rPr kumimoji="1" lang="en-US" altLang="zh-CN" sz="2000" dirty="0">
                <a:solidFill>
                  <a:srgbClr val="0070C0"/>
                </a:solidFill>
              </a:rPr>
              <a:t>int</a:t>
            </a:r>
            <a:r>
              <a:rPr kumimoji="1" lang="en-US" altLang="zh-CN" sz="2000" dirty="0"/>
              <a:t> </a:t>
            </a:r>
            <a:r>
              <a:rPr kumimoji="1" lang="en-US" altLang="zh-CN" sz="2000" dirty="0" err="1"/>
              <a:t>fd</a:t>
            </a:r>
            <a:r>
              <a:rPr kumimoji="1" lang="en-US" altLang="zh-CN" sz="2000" dirty="0"/>
              <a:t>, </a:t>
            </a:r>
            <a:br>
              <a:rPr kumimoji="1" lang="en-US" altLang="zh-CN" sz="2000" dirty="0"/>
            </a:br>
            <a:r>
              <a:rPr kumimoji="1" lang="zh-CN" altLang="en-US" sz="2000" dirty="0"/>
              <a:t>                     </a:t>
            </a:r>
            <a:r>
              <a:rPr kumimoji="1" lang="en-US" altLang="zh-CN" sz="2000" dirty="0" err="1">
                <a:solidFill>
                  <a:srgbClr val="0070C0"/>
                </a:solidFill>
              </a:rPr>
              <a:t>off_t</a:t>
            </a:r>
            <a:r>
              <a:rPr kumimoji="1" lang="en-US" altLang="zh-CN" sz="2000" dirty="0"/>
              <a:t> offset)</a:t>
            </a:r>
          </a:p>
          <a:p>
            <a:pPr lvl="2"/>
            <a:endParaRPr kumimoji="1" lang="en-US" altLang="zh-CN" sz="160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0"/>
            <a:r>
              <a:rPr kumimoji="1" lang="zh-CN" altLang="en-US" sz="22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也可以不映射任何文件，仅仅新建虚拟内存区域（匿名映射）</a:t>
            </a:r>
            <a:endParaRPr kumimoji="1" lang="en-US" altLang="zh-CN" sz="220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1"/>
            <a:r>
              <a:rPr kumimoji="1" lang="zh-CN" altLang="en-US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注意：匿名映射并非</a:t>
            </a:r>
            <a:r>
              <a:rPr kumimoji="1" lang="en-US" altLang="zh-CN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POSIX</a:t>
            </a:r>
            <a:r>
              <a:rPr kumimoji="1" lang="zh-CN" altLang="en-US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标准，但主流</a:t>
            </a:r>
            <a:r>
              <a:rPr kumimoji="1" lang="en-US" altLang="zh-CN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OS</a:t>
            </a:r>
            <a:r>
              <a:rPr kumimoji="1" lang="zh-CN" altLang="en-US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都会支持</a:t>
            </a:r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3724CF-22FA-B941-AA0E-4AE95E09D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B083C28-66DA-9E42-AEF9-E976259DBCD6}"/>
              </a:ext>
            </a:extLst>
          </p:cNvPr>
          <p:cNvSpPr txBox="1"/>
          <p:nvPr/>
        </p:nvSpPr>
        <p:spPr>
          <a:xfrm>
            <a:off x="5004048" y="1705372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0070C0"/>
                </a:solidFill>
              </a:rPr>
              <a:t>//</a:t>
            </a:r>
            <a:r>
              <a:rPr kumimoji="1" lang="zh-CN" altLang="en-US" dirty="0">
                <a:solidFill>
                  <a:srgbClr val="0070C0"/>
                </a:solidFill>
              </a:rPr>
              <a:t> 起始地址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BECD3EA-C067-6C4F-B0E2-AAA88F4A2667}"/>
              </a:ext>
            </a:extLst>
          </p:cNvPr>
          <p:cNvSpPr txBox="1"/>
          <p:nvPr/>
        </p:nvSpPr>
        <p:spPr>
          <a:xfrm>
            <a:off x="5004048" y="2103691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0070C0"/>
                </a:solidFill>
              </a:rPr>
              <a:t>//</a:t>
            </a:r>
            <a:r>
              <a:rPr kumimoji="1" lang="zh-CN" altLang="en-US" dirty="0">
                <a:solidFill>
                  <a:srgbClr val="0070C0"/>
                </a:solidFill>
              </a:rPr>
              <a:t> 长度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CC7C367-9DFA-AC4C-ABA2-E00B4C13D49C}"/>
              </a:ext>
            </a:extLst>
          </p:cNvPr>
          <p:cNvSpPr txBox="1"/>
          <p:nvPr/>
        </p:nvSpPr>
        <p:spPr>
          <a:xfrm>
            <a:off x="5004048" y="2488168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0070C0"/>
                </a:solidFill>
              </a:rPr>
              <a:t>//</a:t>
            </a:r>
            <a:r>
              <a:rPr kumimoji="1" lang="zh-CN" altLang="en-US" dirty="0">
                <a:solidFill>
                  <a:srgbClr val="0070C0"/>
                </a:solidFill>
              </a:rPr>
              <a:t> 权限，例如</a:t>
            </a:r>
            <a:r>
              <a:rPr kumimoji="1" lang="en-US" altLang="zh-CN" dirty="0">
                <a:solidFill>
                  <a:srgbClr val="0070C0"/>
                </a:solidFill>
              </a:rPr>
              <a:t>PROT_READ</a:t>
            </a:r>
            <a:endParaRPr kumimoji="1" lang="zh-CN" altLang="en-US" dirty="0">
              <a:solidFill>
                <a:srgbClr val="0070C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97E4414-7CBE-4549-9765-421E0E24DB6D}"/>
              </a:ext>
            </a:extLst>
          </p:cNvPr>
          <p:cNvSpPr txBox="1"/>
          <p:nvPr/>
        </p:nvSpPr>
        <p:spPr>
          <a:xfrm>
            <a:off x="5004047" y="2884338"/>
            <a:ext cx="3805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0070C0"/>
                </a:solidFill>
              </a:rPr>
              <a:t>//</a:t>
            </a:r>
            <a:r>
              <a:rPr kumimoji="1" lang="zh-CN" altLang="en-US" dirty="0">
                <a:solidFill>
                  <a:srgbClr val="0070C0"/>
                </a:solidFill>
              </a:rPr>
              <a:t> 映射的标志，例如</a:t>
            </a:r>
            <a:r>
              <a:rPr kumimoji="1" lang="en-US" altLang="zh-CN" dirty="0">
                <a:solidFill>
                  <a:srgbClr val="0070C0"/>
                </a:solidFill>
              </a:rPr>
              <a:t>MAP_PRIVATE</a:t>
            </a:r>
            <a:endParaRPr kumimoji="1" lang="zh-CN" altLang="en-US" dirty="0">
              <a:solidFill>
                <a:srgbClr val="0070C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C48EF7E-F22E-E545-BD07-E3173D368293}"/>
              </a:ext>
            </a:extLst>
          </p:cNvPr>
          <p:cNvSpPr txBox="1"/>
          <p:nvPr/>
        </p:nvSpPr>
        <p:spPr>
          <a:xfrm>
            <a:off x="5004047" y="3295653"/>
            <a:ext cx="2056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0070C0"/>
                </a:solidFill>
              </a:rPr>
              <a:t>//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-1 </a:t>
            </a:r>
            <a:r>
              <a:rPr kumimoji="1" lang="zh-CN" altLang="en-US" dirty="0">
                <a:solidFill>
                  <a:srgbClr val="0070C0"/>
                </a:solidFill>
              </a:rPr>
              <a:t>或者是有效</a:t>
            </a:r>
            <a:r>
              <a:rPr kumimoji="1" lang="en-US" altLang="zh-CN" dirty="0" err="1">
                <a:solidFill>
                  <a:srgbClr val="0070C0"/>
                </a:solidFill>
              </a:rPr>
              <a:t>fd</a:t>
            </a:r>
            <a:endParaRPr kumimoji="1" lang="zh-CN" altLang="en-US" dirty="0">
              <a:solidFill>
                <a:srgbClr val="0070C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7E531C1-7E9A-984B-BD9A-E91EA20BD2B7}"/>
              </a:ext>
            </a:extLst>
          </p:cNvPr>
          <p:cNvSpPr txBox="1"/>
          <p:nvPr/>
        </p:nvSpPr>
        <p:spPr>
          <a:xfrm>
            <a:off x="5004046" y="3686487"/>
            <a:ext cx="3839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0070C0"/>
                </a:solidFill>
              </a:rPr>
              <a:t>//</a:t>
            </a:r>
            <a:r>
              <a:rPr kumimoji="1" lang="zh-CN" altLang="en-US" dirty="0">
                <a:solidFill>
                  <a:srgbClr val="0070C0"/>
                </a:solidFill>
              </a:rPr>
              <a:t> 偏移，例如从文件的哪里开始映射</a:t>
            </a:r>
          </a:p>
        </p:txBody>
      </p:sp>
    </p:spTree>
    <p:extLst>
      <p:ext uri="{BB962C8B-B14F-4D97-AF65-F5344CB8AC3E}">
        <p14:creationId xmlns:p14="http://schemas.microsoft.com/office/powerpoint/2010/main" val="31027619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038A6C-AA2E-3C4C-80E1-70023901A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mmap</a:t>
            </a:r>
            <a:r>
              <a:rPr kumimoji="1" lang="zh-CN" altLang="en-US" dirty="0"/>
              <a:t>匿名映射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FD441F-7390-D849-B4CE-662E499DC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57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662C814-496B-1D49-A19D-AD04D36A02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396" y="1097487"/>
            <a:ext cx="6423207" cy="4617513"/>
          </a:xfrm>
          <a:prstGeom prst="rect">
            <a:avLst/>
          </a:prstGeom>
        </p:spPr>
      </p:pic>
      <p:sp>
        <p:nvSpPr>
          <p:cNvPr id="3" name="椭圆 2">
            <a:extLst>
              <a:ext uri="{FF2B5EF4-FFF2-40B4-BE49-F238E27FC236}">
                <a16:creationId xmlns:a16="http://schemas.microsoft.com/office/drawing/2014/main" id="{9DDC8BBF-B5AE-4442-A7B8-F151B94385A8}"/>
              </a:ext>
            </a:extLst>
          </p:cNvPr>
          <p:cNvSpPr/>
          <p:nvPr/>
        </p:nvSpPr>
        <p:spPr>
          <a:xfrm>
            <a:off x="6804248" y="3361556"/>
            <a:ext cx="979355" cy="304271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4048624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D8B4FE-D4DF-DC46-947E-9415001B7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执行</a:t>
            </a:r>
            <a:r>
              <a:rPr kumimoji="1" lang="en-US" altLang="zh-CN" dirty="0"/>
              <a:t>mmap</a:t>
            </a:r>
            <a:r>
              <a:rPr kumimoji="1" lang="zh-CN" altLang="en-US" dirty="0"/>
              <a:t>后，</a:t>
            </a:r>
            <a:r>
              <a:rPr kumimoji="1" lang="en-US" altLang="zh-CN" dirty="0"/>
              <a:t>VMA</a:t>
            </a:r>
            <a:r>
              <a:rPr kumimoji="1" lang="zh-CN" altLang="en-US" dirty="0"/>
              <a:t>的变化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5EDF7A42-8C39-0540-B3AB-FBB510713A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147" y="1334183"/>
            <a:ext cx="5809705" cy="3771900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3160FA-A3C9-5440-B17D-14CBD7715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57671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D8B4FE-D4DF-DC46-947E-9415001B7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执行</a:t>
            </a:r>
            <a:r>
              <a:rPr kumimoji="1" lang="en-US" altLang="zh-CN" dirty="0"/>
              <a:t>mmap</a:t>
            </a:r>
            <a:r>
              <a:rPr kumimoji="1" lang="zh-CN" altLang="en-US" dirty="0"/>
              <a:t>后，</a:t>
            </a:r>
            <a:r>
              <a:rPr kumimoji="1" lang="en-US" altLang="zh-CN" dirty="0"/>
              <a:t>VMA</a:t>
            </a:r>
            <a:r>
              <a:rPr kumimoji="1" lang="zh-CN" altLang="en-US" dirty="0"/>
              <a:t>的变化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3160FA-A3C9-5440-B17D-14CBD7715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59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AE5EAB4-DC15-5A40-B8B7-6D7D40B38D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532" y="1161458"/>
            <a:ext cx="7316936" cy="452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23094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59BF44-6286-304A-861A-170D389CD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回顾：应用程序仅使用虚拟地址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AE1C21-CA44-D647-9509-19F680F03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60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AD8AAFC-B247-704E-8974-4EB6B6AF49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1230256"/>
            <a:ext cx="6263115" cy="396575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D9E2107-C0FA-F541-A01B-BA1D7EB7CB02}"/>
              </a:ext>
            </a:extLst>
          </p:cNvPr>
          <p:cNvSpPr txBox="1"/>
          <p:nvPr/>
        </p:nvSpPr>
        <p:spPr>
          <a:xfrm>
            <a:off x="323528" y="1705372"/>
            <a:ext cx="3005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应用程序使用的虚拟地址</a:t>
            </a:r>
          </a:p>
        </p:txBody>
      </p:sp>
      <p:sp>
        <p:nvSpPr>
          <p:cNvPr id="6" name="下箭头 5">
            <a:extLst>
              <a:ext uri="{FF2B5EF4-FFF2-40B4-BE49-F238E27FC236}">
                <a16:creationId xmlns:a16="http://schemas.microsoft.com/office/drawing/2014/main" id="{6C1912A8-1E80-E940-8080-88F0C58544C5}"/>
              </a:ext>
            </a:extLst>
          </p:cNvPr>
          <p:cNvSpPr/>
          <p:nvPr/>
        </p:nvSpPr>
        <p:spPr>
          <a:xfrm>
            <a:off x="1567882" y="2177490"/>
            <a:ext cx="288032" cy="504056"/>
          </a:xfrm>
          <a:prstGeom prst="downArrow">
            <a:avLst>
              <a:gd name="adj1" fmla="val 29491"/>
              <a:gd name="adj2" fmla="val 3974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0365664-7BBE-374D-A7DF-32C06A73D336}"/>
              </a:ext>
            </a:extLst>
          </p:cNvPr>
          <p:cNvSpPr txBox="1"/>
          <p:nvPr/>
        </p:nvSpPr>
        <p:spPr>
          <a:xfrm>
            <a:off x="439147" y="2747857"/>
            <a:ext cx="2749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硬件根据</a:t>
            </a:r>
            <a:r>
              <a:rPr kumimoji="1" lang="zh-CN" altLang="en-US" sz="2000" b="1" dirty="0">
                <a:solidFill>
                  <a:srgbClr val="BD374B"/>
                </a:solidFill>
              </a:rPr>
              <a:t>页表</a:t>
            </a:r>
            <a:r>
              <a:rPr kumimoji="1" lang="zh-CN" altLang="en-US" sz="2000" dirty="0"/>
              <a:t>自动翻译</a:t>
            </a:r>
          </a:p>
        </p:txBody>
      </p:sp>
      <p:sp>
        <p:nvSpPr>
          <p:cNvPr id="10" name="下箭头 9">
            <a:extLst>
              <a:ext uri="{FF2B5EF4-FFF2-40B4-BE49-F238E27FC236}">
                <a16:creationId xmlns:a16="http://schemas.microsoft.com/office/drawing/2014/main" id="{202FC97E-E6CD-EE4D-BFE1-B73BDB67D532}"/>
              </a:ext>
            </a:extLst>
          </p:cNvPr>
          <p:cNvSpPr/>
          <p:nvPr/>
        </p:nvSpPr>
        <p:spPr>
          <a:xfrm>
            <a:off x="1567882" y="3323921"/>
            <a:ext cx="288032" cy="504056"/>
          </a:xfrm>
          <a:prstGeom prst="downArrow">
            <a:avLst>
              <a:gd name="adj1" fmla="val 29491"/>
              <a:gd name="adj2" fmla="val 3974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7F04EB7-81BA-D748-87B6-93FB6E621C00}"/>
              </a:ext>
            </a:extLst>
          </p:cNvPr>
          <p:cNvSpPr txBox="1"/>
          <p:nvPr/>
        </p:nvSpPr>
        <p:spPr>
          <a:xfrm>
            <a:off x="1103269" y="3883895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物理地址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A72D97A-D18D-8C43-A089-23815B45A540}"/>
              </a:ext>
            </a:extLst>
          </p:cNvPr>
          <p:cNvSpPr txBox="1"/>
          <p:nvPr/>
        </p:nvSpPr>
        <p:spPr>
          <a:xfrm>
            <a:off x="2754153" y="4800659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rgbClr val="BD374B"/>
                </a:solidFill>
              </a:rPr>
              <a:t>操作系统负责配置页表</a:t>
            </a:r>
          </a:p>
        </p:txBody>
      </p:sp>
    </p:spTree>
    <p:extLst>
      <p:ext uri="{BB962C8B-B14F-4D97-AF65-F5344CB8AC3E}">
        <p14:creationId xmlns:p14="http://schemas.microsoft.com/office/powerpoint/2010/main" val="285340593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9C227E-CE3F-7349-9A87-E5EE8A519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问：</a:t>
            </a:r>
            <a:r>
              <a:rPr kumimoji="1" lang="en-US" altLang="zh-CN" dirty="0"/>
              <a:t>VMA</a:t>
            </a:r>
            <a:r>
              <a:rPr kumimoji="1" lang="zh-CN" altLang="en-US" dirty="0"/>
              <a:t>和页表是否冗余？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B99E6A-9C9E-504D-A5F8-ECB231B2D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OS</a:t>
            </a:r>
            <a:r>
              <a:rPr kumimoji="1" lang="zh-CN" altLang="en-US" dirty="0"/>
              <a:t>通过</a:t>
            </a:r>
            <a:r>
              <a:rPr kumimoji="1" lang="en-US" altLang="zh-CN" dirty="0"/>
              <a:t>VMA</a:t>
            </a:r>
            <a:r>
              <a:rPr kumimoji="1" lang="zh-CN" altLang="en-US" dirty="0"/>
              <a:t>记录应用程序能够访问的虚拟地址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未映射的区域没有对应的</a:t>
            </a:r>
            <a:r>
              <a:rPr kumimoji="1" lang="en-US" altLang="zh-CN" dirty="0"/>
              <a:t>VMA</a:t>
            </a:r>
            <a:r>
              <a:rPr kumimoji="1" lang="zh-CN" altLang="en-US" dirty="0"/>
              <a:t>结构</a:t>
            </a:r>
            <a:endParaRPr kumimoji="1" lang="en-US" altLang="zh-CN" dirty="0"/>
          </a:p>
          <a:p>
            <a:r>
              <a:rPr kumimoji="1" lang="en-US" altLang="zh-CN" dirty="0"/>
              <a:t>OS</a:t>
            </a:r>
            <a:r>
              <a:rPr kumimoji="1" lang="zh-CN" altLang="en-US" dirty="0"/>
              <a:t>通过配置页表控制应用程序能够访问的虚拟地址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未分配的虚拟地址没有对应的页表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那么，</a:t>
            </a:r>
            <a:r>
              <a:rPr kumimoji="1" lang="en-US" altLang="zh-CN" dirty="0"/>
              <a:t>VMA</a:t>
            </a:r>
            <a:r>
              <a:rPr kumimoji="1" lang="zh-CN" altLang="en-US" dirty="0"/>
              <a:t>是否冗余？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1F31CC-17E8-6542-980D-0E4CFA06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612048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76C78C-EF4E-D94E-82D5-74E3CBBB0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操作系统何时为应用程序填写页表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12663D-A597-8D42-9A8B-1580BA34D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两种方式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立即映射：每个虚拟页都对应了一个物理内存页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延迟映射：有些虚拟页不对应任何物理内存页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对应的数据在磁盘上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没有对应的数据（初始化为</a:t>
            </a:r>
            <a:r>
              <a:rPr kumimoji="1" lang="en-US" altLang="zh-CN" dirty="0"/>
              <a:t>0</a:t>
            </a:r>
            <a:r>
              <a:rPr kumimoji="1" lang="zh-CN" altLang="en-US" dirty="0"/>
              <a:t>）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51028B-B627-714D-A02E-6686A284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11703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D370667C-ACD4-1A4A-BBEB-B8DA37D7F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2" y="3672418"/>
            <a:ext cx="8602215" cy="1135062"/>
          </a:xfrm>
        </p:spPr>
        <p:txBody>
          <a:bodyPr>
            <a:normAutofit/>
          </a:bodyPr>
          <a:lstStyle/>
          <a:p>
            <a:r>
              <a:rPr lang="zh-CN" altLang="en-US" sz="3400" dirty="0"/>
              <a:t>延迟映射</a:t>
            </a:r>
            <a:r>
              <a:rPr lang="en-US" altLang="zh-CN" sz="3400" dirty="0"/>
              <a:t>/</a:t>
            </a:r>
            <a:r>
              <a:rPr lang="zh-CN" altLang="en-US" sz="3400" dirty="0"/>
              <a:t>按需调页（</a:t>
            </a:r>
            <a:r>
              <a:rPr lang="en-US" altLang="zh-CN" sz="3400" dirty="0"/>
              <a:t>Demand</a:t>
            </a:r>
            <a:r>
              <a:rPr lang="zh-CN" altLang="en-US" sz="3400" dirty="0"/>
              <a:t> </a:t>
            </a:r>
            <a:r>
              <a:rPr lang="en-US" altLang="zh-CN" sz="3400" dirty="0"/>
              <a:t>Paging</a:t>
            </a:r>
            <a:r>
              <a:rPr lang="zh-CN" altLang="en-US" sz="3400" dirty="0"/>
              <a:t>）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95D922DA-9970-1F47-93C9-3E49CD51F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385E9B-8D63-E84B-BA7F-0C5423F99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45524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704CC-B9C3-DC47-AACF-BAA43A910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缺页异常（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Fault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6F909B-BA94-904A-808C-A302469A8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en-US" altLang="zh-CN" dirty="0"/>
              <a:t>CPU</a:t>
            </a:r>
            <a:r>
              <a:rPr kumimoji="1" lang="zh-CN" altLang="en-US" dirty="0"/>
              <a:t>的控制流转移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CPU</a:t>
            </a:r>
            <a:r>
              <a:rPr kumimoji="1" lang="zh-CN" altLang="en-US" dirty="0"/>
              <a:t>陷入内核，找到并运行相应的异常处理函数（</a:t>
            </a:r>
            <a:r>
              <a:rPr kumimoji="1" lang="en-US" altLang="zh-CN" dirty="0"/>
              <a:t>handler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OS</a:t>
            </a:r>
            <a:r>
              <a:rPr kumimoji="1" lang="zh-CN" altLang="en-US" dirty="0"/>
              <a:t>提前注册缺页异常处理函数</a:t>
            </a:r>
            <a:endParaRPr kumimoji="1" lang="en-US" altLang="zh-CN" dirty="0"/>
          </a:p>
          <a:p>
            <a:r>
              <a:rPr kumimoji="1" lang="en-US" altLang="zh-CN" dirty="0"/>
              <a:t>x86_64</a:t>
            </a:r>
          </a:p>
          <a:p>
            <a:pPr lvl="1"/>
            <a:r>
              <a:rPr kumimoji="1" lang="zh-CN" altLang="en-US" dirty="0"/>
              <a:t>异常号 </a:t>
            </a:r>
            <a:r>
              <a:rPr kumimoji="1" lang="en-US" altLang="zh-CN" dirty="0"/>
              <a:t>#PF</a:t>
            </a:r>
            <a:r>
              <a:rPr kumimoji="1" lang="zh-CN" altLang="en-US" dirty="0"/>
              <a:t> （</a:t>
            </a:r>
            <a:r>
              <a:rPr kumimoji="1" lang="en-US" altLang="zh-CN" dirty="0"/>
              <a:t>13</a:t>
            </a:r>
            <a:r>
              <a:rPr kumimoji="1" lang="zh-CN" altLang="en-US" dirty="0"/>
              <a:t>），错误地址存放在</a:t>
            </a:r>
            <a:r>
              <a:rPr kumimoji="1" lang="en-US" altLang="zh-CN" dirty="0"/>
              <a:t>CR2</a:t>
            </a:r>
            <a:r>
              <a:rPr kumimoji="1" lang="zh-CN" altLang="en-US" dirty="0"/>
              <a:t>寄存器</a:t>
            </a:r>
            <a:endParaRPr kumimoji="1" lang="en-US" altLang="zh-CN" dirty="0"/>
          </a:p>
          <a:p>
            <a:r>
              <a:rPr kumimoji="1" lang="en-US" altLang="zh-CN" dirty="0"/>
              <a:t>AARCH64</a:t>
            </a:r>
          </a:p>
          <a:p>
            <a:pPr lvl="1"/>
            <a:r>
              <a:rPr kumimoji="1" lang="zh-CN" altLang="en-US" dirty="0"/>
              <a:t>触发（通用的）同步异常（</a:t>
            </a:r>
            <a:r>
              <a:rPr kumimoji="1" lang="en-US" altLang="zh-CN" dirty="0"/>
              <a:t>8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根据</a:t>
            </a:r>
            <a:r>
              <a:rPr kumimoji="1" lang="en-US" altLang="zh-CN" dirty="0"/>
              <a:t>ESR</a:t>
            </a:r>
            <a:r>
              <a:rPr kumimoji="1" lang="zh-CN" altLang="en-US" dirty="0"/>
              <a:t>信息判断是否缺页，错误地址存放在</a:t>
            </a:r>
            <a:r>
              <a:rPr kumimoji="1" lang="en-US" altLang="zh-CN" dirty="0"/>
              <a:t>FAR_EL1</a:t>
            </a:r>
          </a:p>
          <a:p>
            <a:pPr lvl="1"/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8752A0-A971-B14E-9AA1-80E183FBA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92285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CD805B-45BD-2540-B720-590078C6D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如何判断缺页异常的合法性？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61349C-2912-AF4B-B42D-7C4F74D65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OS</a:t>
            </a:r>
            <a:r>
              <a:rPr kumimoji="1" lang="zh-CN" altLang="en-US" dirty="0"/>
              <a:t>记录应用程序已分配的虚拟内存端（</a:t>
            </a:r>
            <a:r>
              <a:rPr kumimoji="1" lang="en-US" altLang="zh-CN" dirty="0"/>
              <a:t>VMA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b="1" dirty="0">
                <a:solidFill>
                  <a:srgbClr val="BD374B"/>
                </a:solidFill>
                <a:latin typeface="+mn-ea"/>
                <a:ea typeface="+mn-ea"/>
              </a:rPr>
              <a:t>不落在</a:t>
            </a:r>
            <a:r>
              <a:rPr kumimoji="1" lang="en-US" altLang="zh-CN" b="1" dirty="0">
                <a:solidFill>
                  <a:srgbClr val="BD374B"/>
                </a:solidFill>
                <a:latin typeface="+mn-ea"/>
                <a:ea typeface="+mn-ea"/>
              </a:rPr>
              <a:t>VMA</a:t>
            </a:r>
            <a:r>
              <a:rPr kumimoji="1" lang="zh-CN" altLang="en-US" b="1" dirty="0">
                <a:solidFill>
                  <a:srgbClr val="BD374B"/>
                </a:solidFill>
                <a:latin typeface="+mn-ea"/>
                <a:ea typeface="+mn-ea"/>
              </a:rPr>
              <a:t>区域，则为非法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8BA9A5-9B7D-854A-AED8-57C961D6F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65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8D2B21E-74F9-FC40-A6B1-FA3BE0999C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020" y="2661085"/>
            <a:ext cx="5049959" cy="291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57327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F4E63A-8612-ED4E-A1A1-312F86217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按需分配考虑的权衡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8BA3A7-60BD-314E-A19B-4E29C7030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优势：节约内存资源</a:t>
            </a:r>
            <a:endParaRPr kumimoji="1" lang="en-US" altLang="zh-CN" sz="2400" dirty="0"/>
          </a:p>
          <a:p>
            <a:r>
              <a:rPr kumimoji="1" lang="zh-CN" altLang="en-US" sz="2400" dirty="0"/>
              <a:t>劣势：缺页异常导致访问延迟增加</a:t>
            </a:r>
            <a:endParaRPr kumimoji="1" lang="en-US" altLang="zh-CN" sz="2400" dirty="0"/>
          </a:p>
          <a:p>
            <a:r>
              <a:rPr kumimoji="1" lang="zh-CN" altLang="en-US" sz="2400" dirty="0"/>
              <a:t>如何取得平衡？</a:t>
            </a:r>
            <a:endParaRPr kumimoji="1" lang="en-US" altLang="zh-CN" sz="2400" dirty="0"/>
          </a:p>
          <a:p>
            <a:pPr lvl="1"/>
            <a:r>
              <a:rPr kumimoji="1" lang="zh-CN" altLang="en-US" sz="2000" dirty="0">
                <a:solidFill>
                  <a:srgbClr val="C00000"/>
                </a:solidFill>
              </a:rPr>
              <a:t>应用程序访存具有时空局部性（</a:t>
            </a:r>
            <a:r>
              <a:rPr kumimoji="1" lang="en-US" altLang="zh-CN" sz="2000" dirty="0">
                <a:solidFill>
                  <a:srgbClr val="C00000"/>
                </a:solidFill>
              </a:rPr>
              <a:t>Locality</a:t>
            </a:r>
            <a:r>
              <a:rPr kumimoji="1" lang="zh-CN" altLang="en-US" sz="2000" dirty="0">
                <a:solidFill>
                  <a:srgbClr val="C00000"/>
                </a:solidFill>
              </a:rPr>
              <a:t>）</a:t>
            </a:r>
            <a:endParaRPr kumimoji="1" lang="en-US" altLang="zh-CN" sz="2000" dirty="0">
              <a:solidFill>
                <a:srgbClr val="C00000"/>
              </a:solidFill>
            </a:endParaRPr>
          </a:p>
          <a:p>
            <a:pPr lvl="1"/>
            <a:r>
              <a:rPr kumimoji="1" lang="zh-CN" altLang="en-US" sz="2000" dirty="0"/>
              <a:t>在缺页异常处理函数中采用预取（</a:t>
            </a:r>
            <a:r>
              <a:rPr kumimoji="1" lang="en-US" altLang="zh-CN" sz="2000" dirty="0">
                <a:solidFill>
                  <a:srgbClr val="C00000"/>
                </a:solidFill>
              </a:rPr>
              <a:t>Prefetching</a:t>
            </a:r>
            <a:r>
              <a:rPr kumimoji="1" lang="zh-CN" altLang="en-US" sz="2000" dirty="0"/>
              <a:t>）机制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即节约内存又能减少缺页异常次数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CE60C1-2DD6-C348-A017-CC876401F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938940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07C5A-AC6D-C842-BA02-2B5ADD750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思考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7429B1-7CFD-1F49-983E-A4485D8AF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导致缺页异常的三种可能</a:t>
            </a:r>
            <a:endParaRPr kumimoji="1" lang="en-US" altLang="zh-CN" sz="24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访问非法虚拟地址</a:t>
            </a:r>
            <a:endParaRPr kumimoji="1" lang="en-US" altLang="zh-CN" sz="20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按需分配（尚未分配真正的物理页）</a:t>
            </a:r>
            <a:endParaRPr kumimoji="1" lang="en-US" altLang="zh-CN" sz="20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内存页数据被换出到磁盘上</a:t>
            </a:r>
            <a:endParaRPr kumimoji="1" lang="en-US" altLang="zh-CN" sz="2000" dirty="0"/>
          </a:p>
          <a:p>
            <a:pPr lvl="1"/>
            <a:r>
              <a:rPr kumimoji="1" lang="zh-CN" altLang="en-US" sz="2000" b="1" dirty="0">
                <a:solidFill>
                  <a:srgbClr val="BD374B"/>
                </a:solidFill>
              </a:rPr>
              <a:t>问：后两种都是合法的缺页异常，如何区分？</a:t>
            </a:r>
            <a:endParaRPr kumimoji="1" lang="en-US" altLang="zh-CN" sz="2000" b="1" dirty="0">
              <a:solidFill>
                <a:srgbClr val="BD374B"/>
              </a:solidFill>
            </a:endParaRPr>
          </a:p>
          <a:p>
            <a:pPr lvl="1"/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02996-5648-1843-9564-0B455B70E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39633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4776AF-E63F-4623-B019-CC080B4E3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MMAP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91B5D8-7702-4AD4-8254-E2230CC40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68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02DCAD-2645-4D5F-9740-F44EECC85FE7}"/>
              </a:ext>
            </a:extLst>
          </p:cNvPr>
          <p:cNvSpPr/>
          <p:nvPr/>
        </p:nvSpPr>
        <p:spPr>
          <a:xfrm>
            <a:off x="2112434" y="2761129"/>
            <a:ext cx="1800200" cy="93697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627F04-F8B1-452F-B9A7-31934153E3CC}"/>
              </a:ext>
            </a:extLst>
          </p:cNvPr>
          <p:cNvSpPr txBox="1"/>
          <p:nvPr/>
        </p:nvSpPr>
        <p:spPr>
          <a:xfrm>
            <a:off x="2112434" y="2770669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用户地址空间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8EE294A-778B-40ED-AFD2-0A15E34E1001}"/>
              </a:ext>
            </a:extLst>
          </p:cNvPr>
          <p:cNvSpPr txBox="1"/>
          <p:nvPr/>
        </p:nvSpPr>
        <p:spPr>
          <a:xfrm>
            <a:off x="2085426" y="1557320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内核地址空间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8F757B-693C-4960-A997-CA177A52EDB4}"/>
              </a:ext>
            </a:extLst>
          </p:cNvPr>
          <p:cNvSpPr/>
          <p:nvPr/>
        </p:nvSpPr>
        <p:spPr>
          <a:xfrm>
            <a:off x="4522729" y="3090610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91865F2-A451-40B9-95E4-5C2770DFAED3}"/>
              </a:ext>
            </a:extLst>
          </p:cNvPr>
          <p:cNvSpPr/>
          <p:nvPr/>
        </p:nvSpPr>
        <p:spPr>
          <a:xfrm>
            <a:off x="4808917" y="3090610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6B53FEF-FAAE-4B06-8037-FC68F7C7EA0F}"/>
              </a:ext>
            </a:extLst>
          </p:cNvPr>
          <p:cNvSpPr/>
          <p:nvPr/>
        </p:nvSpPr>
        <p:spPr>
          <a:xfrm>
            <a:off x="5095105" y="3090611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A14B6BC-EAF6-4B26-8BD0-D168479F31CA}"/>
              </a:ext>
            </a:extLst>
          </p:cNvPr>
          <p:cNvSpPr/>
          <p:nvPr/>
        </p:nvSpPr>
        <p:spPr>
          <a:xfrm>
            <a:off x="5381293" y="3090610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0895F4E-220F-4E2C-B997-A8AE46A82423}"/>
              </a:ext>
            </a:extLst>
          </p:cNvPr>
          <p:cNvSpPr/>
          <p:nvPr/>
        </p:nvSpPr>
        <p:spPr>
          <a:xfrm>
            <a:off x="2550633" y="1874637"/>
            <a:ext cx="1080120" cy="49895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VMA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042D226-2C1A-459C-92A0-AC68B3756C68}"/>
              </a:ext>
            </a:extLst>
          </p:cNvPr>
          <p:cNvSpPr/>
          <p:nvPr/>
        </p:nvSpPr>
        <p:spPr>
          <a:xfrm>
            <a:off x="4393188" y="2667338"/>
            <a:ext cx="1440160" cy="854556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32C084B-7DED-4FB3-9765-8948619E2EC5}"/>
              </a:ext>
            </a:extLst>
          </p:cNvPr>
          <p:cNvSpPr txBox="1"/>
          <p:nvPr/>
        </p:nvSpPr>
        <p:spPr>
          <a:xfrm>
            <a:off x="4393188" y="2667338"/>
            <a:ext cx="1347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页缓存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A569659-3B6A-48F4-AC23-44D7474B0DDC}"/>
              </a:ext>
            </a:extLst>
          </p:cNvPr>
          <p:cNvSpPr/>
          <p:nvPr/>
        </p:nvSpPr>
        <p:spPr>
          <a:xfrm>
            <a:off x="2364923" y="3207414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D11488A-727C-4BBC-B487-216DCBDBF1B9}"/>
              </a:ext>
            </a:extLst>
          </p:cNvPr>
          <p:cNvSpPr/>
          <p:nvPr/>
        </p:nvSpPr>
        <p:spPr>
          <a:xfrm>
            <a:off x="2655800" y="3207414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2E09E83-3955-405F-AB96-A975327FCD5B}"/>
              </a:ext>
            </a:extLst>
          </p:cNvPr>
          <p:cNvSpPr/>
          <p:nvPr/>
        </p:nvSpPr>
        <p:spPr>
          <a:xfrm>
            <a:off x="2946677" y="3207415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A0C99F8-9BB6-4C63-BBB3-2DC43D0DF8B9}"/>
              </a:ext>
            </a:extLst>
          </p:cNvPr>
          <p:cNvSpPr/>
          <p:nvPr/>
        </p:nvSpPr>
        <p:spPr>
          <a:xfrm>
            <a:off x="3237554" y="3207414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1ABEABF-C894-4D05-8537-8C5183401A5B}"/>
              </a:ext>
            </a:extLst>
          </p:cNvPr>
          <p:cNvSpPr/>
          <p:nvPr/>
        </p:nvSpPr>
        <p:spPr>
          <a:xfrm>
            <a:off x="6660726" y="2738927"/>
            <a:ext cx="1800200" cy="93697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DDBC15F-45E5-4A45-B88E-EDDE837ADE92}"/>
              </a:ext>
            </a:extLst>
          </p:cNvPr>
          <p:cNvSpPr txBox="1"/>
          <p:nvPr/>
        </p:nvSpPr>
        <p:spPr>
          <a:xfrm>
            <a:off x="6660726" y="2748467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磁盘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6DE5BE0-7484-4DFB-8C45-E606BEE8C3C1}"/>
              </a:ext>
            </a:extLst>
          </p:cNvPr>
          <p:cNvSpPr/>
          <p:nvPr/>
        </p:nvSpPr>
        <p:spPr>
          <a:xfrm>
            <a:off x="6913215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93E0530-2463-4D6C-9020-A32576F66B6D}"/>
              </a:ext>
            </a:extLst>
          </p:cNvPr>
          <p:cNvSpPr/>
          <p:nvPr/>
        </p:nvSpPr>
        <p:spPr>
          <a:xfrm>
            <a:off x="7204092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B6691E9-87BE-4A3E-84C6-BC39BB9F53B5}"/>
              </a:ext>
            </a:extLst>
          </p:cNvPr>
          <p:cNvSpPr/>
          <p:nvPr/>
        </p:nvSpPr>
        <p:spPr>
          <a:xfrm>
            <a:off x="7494969" y="3185213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08CAB8D-8DD3-470C-B64A-00BB86E9FA31}"/>
              </a:ext>
            </a:extLst>
          </p:cNvPr>
          <p:cNvSpPr/>
          <p:nvPr/>
        </p:nvSpPr>
        <p:spPr>
          <a:xfrm>
            <a:off x="7785846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88BB074C-28EF-4944-9FF8-D78B007CEC77}"/>
              </a:ext>
            </a:extLst>
          </p:cNvPr>
          <p:cNvSpPr/>
          <p:nvPr/>
        </p:nvSpPr>
        <p:spPr>
          <a:xfrm>
            <a:off x="2109423" y="1562547"/>
            <a:ext cx="3830729" cy="2132267"/>
          </a:xfrm>
          <a:custGeom>
            <a:avLst/>
            <a:gdLst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26582 w 4072270"/>
              <a:gd name="connsiteY5" fmla="*/ 1010093 h 2131828"/>
              <a:gd name="connsiteX6" fmla="*/ 0 w 4072270"/>
              <a:gd name="connsiteY6" fmla="*/ 0 h 2131828"/>
              <a:gd name="connsiteX0" fmla="*/ 10867 w 4083137"/>
              <a:gd name="connsiteY0" fmla="*/ 0 h 2131828"/>
              <a:gd name="connsiteX1" fmla="*/ 4083137 w 4083137"/>
              <a:gd name="connsiteY1" fmla="*/ 0 h 2131828"/>
              <a:gd name="connsiteX2" fmla="*/ 4083137 w 4083137"/>
              <a:gd name="connsiteY2" fmla="*/ 2131828 h 2131828"/>
              <a:gd name="connsiteX3" fmla="*/ 2275602 w 4083137"/>
              <a:gd name="connsiteY3" fmla="*/ 2131828 h 2131828"/>
              <a:gd name="connsiteX4" fmla="*/ 2275602 w 4083137"/>
              <a:gd name="connsiteY4" fmla="*/ 1010093 h 2131828"/>
              <a:gd name="connsiteX5" fmla="*/ 0 w 4083137"/>
              <a:gd name="connsiteY5" fmla="*/ 1010093 h 2131828"/>
              <a:gd name="connsiteX6" fmla="*/ 10867 w 4083137"/>
              <a:gd name="connsiteY6" fmla="*/ 0 h 2131828"/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15883 w 4072270"/>
              <a:gd name="connsiteY5" fmla="*/ 1004778 h 2131828"/>
              <a:gd name="connsiteX6" fmla="*/ 0 w 4072270"/>
              <a:gd name="connsiteY6" fmla="*/ 0 h 2131828"/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10533 w 4072270"/>
              <a:gd name="connsiteY5" fmla="*/ 1020724 h 2131828"/>
              <a:gd name="connsiteX6" fmla="*/ 0 w 4072270"/>
              <a:gd name="connsiteY6" fmla="*/ 0 h 2131828"/>
              <a:gd name="connsiteX0" fmla="*/ 167 w 4072437"/>
              <a:gd name="connsiteY0" fmla="*/ 0 h 2131828"/>
              <a:gd name="connsiteX1" fmla="*/ 4072437 w 4072437"/>
              <a:gd name="connsiteY1" fmla="*/ 0 h 2131828"/>
              <a:gd name="connsiteX2" fmla="*/ 4072437 w 4072437"/>
              <a:gd name="connsiteY2" fmla="*/ 2131828 h 2131828"/>
              <a:gd name="connsiteX3" fmla="*/ 2264902 w 4072437"/>
              <a:gd name="connsiteY3" fmla="*/ 2131828 h 2131828"/>
              <a:gd name="connsiteX4" fmla="*/ 2264902 w 4072437"/>
              <a:gd name="connsiteY4" fmla="*/ 1010093 h 2131828"/>
              <a:gd name="connsiteX5" fmla="*/ 0 w 4072437"/>
              <a:gd name="connsiteY5" fmla="*/ 1020724 h 2131828"/>
              <a:gd name="connsiteX6" fmla="*/ 167 w 4072437"/>
              <a:gd name="connsiteY6" fmla="*/ 0 h 2131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2437" h="2131828">
                <a:moveTo>
                  <a:pt x="167" y="0"/>
                </a:moveTo>
                <a:lnTo>
                  <a:pt x="4072437" y="0"/>
                </a:lnTo>
                <a:lnTo>
                  <a:pt x="4072437" y="2131828"/>
                </a:lnTo>
                <a:lnTo>
                  <a:pt x="2264902" y="2131828"/>
                </a:lnTo>
                <a:lnTo>
                  <a:pt x="2264902" y="1010093"/>
                </a:lnTo>
                <a:lnTo>
                  <a:pt x="0" y="1020724"/>
                </a:lnTo>
                <a:cubicBezTo>
                  <a:pt x="56" y="680483"/>
                  <a:pt x="111" y="340241"/>
                  <a:pt x="167" y="0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noFill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B3014545-78D6-4DF9-AE82-3E40B3D016D5}"/>
              </a:ext>
            </a:extLst>
          </p:cNvPr>
          <p:cNvSpPr/>
          <p:nvPr/>
        </p:nvSpPr>
        <p:spPr>
          <a:xfrm>
            <a:off x="4485770" y="1874637"/>
            <a:ext cx="1255407" cy="49895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V-NODE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4359B700-CDEA-48D5-B23B-05A7AA0D64BA}"/>
              </a:ext>
            </a:extLst>
          </p:cNvPr>
          <p:cNvCxnSpPr>
            <a:stCxn id="13" idx="6"/>
            <a:endCxn id="50" idx="2"/>
          </p:cNvCxnSpPr>
          <p:nvPr/>
        </p:nvCxnSpPr>
        <p:spPr>
          <a:xfrm>
            <a:off x="3630753" y="2124115"/>
            <a:ext cx="855017" cy="0"/>
          </a:xfrm>
          <a:prstGeom prst="straightConnector1">
            <a:avLst/>
          </a:prstGeom>
          <a:ln w="1905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158522E8-9D99-4C88-9185-26D0FB015DC8}"/>
              </a:ext>
            </a:extLst>
          </p:cNvPr>
          <p:cNvCxnSpPr/>
          <p:nvPr/>
        </p:nvCxnSpPr>
        <p:spPr>
          <a:xfrm>
            <a:off x="1769512" y="3206398"/>
            <a:ext cx="601235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E3063A1-DEDE-4425-8C5C-B65D475B8AF4}"/>
              </a:ext>
            </a:extLst>
          </p:cNvPr>
          <p:cNvSpPr txBox="1"/>
          <p:nvPr/>
        </p:nvSpPr>
        <p:spPr>
          <a:xfrm>
            <a:off x="1298986" y="3051772"/>
            <a:ext cx="5618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/>
              <a:t>addr</a:t>
            </a:r>
            <a:endParaRPr lang="zh-CN" altLang="en-US" sz="1400" dirty="0"/>
          </a:p>
        </p:txBody>
      </p:sp>
      <p:sp>
        <p:nvSpPr>
          <p:cNvPr id="7" name="流程图: 接点 6">
            <a:extLst>
              <a:ext uri="{FF2B5EF4-FFF2-40B4-BE49-F238E27FC236}">
                <a16:creationId xmlns:a16="http://schemas.microsoft.com/office/drawing/2014/main" id="{7B4599FF-6C21-4A8E-8389-AC00EAC61643}"/>
              </a:ext>
            </a:extLst>
          </p:cNvPr>
          <p:cNvSpPr/>
          <p:nvPr/>
        </p:nvSpPr>
        <p:spPr>
          <a:xfrm>
            <a:off x="2168859" y="1858149"/>
            <a:ext cx="323147" cy="32314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950358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4776AF-E63F-4623-B019-CC080B4E3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MMAP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91B5D8-7702-4AD4-8254-E2230CC40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69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02DCAD-2645-4D5F-9740-F44EECC85FE7}"/>
              </a:ext>
            </a:extLst>
          </p:cNvPr>
          <p:cNvSpPr/>
          <p:nvPr/>
        </p:nvSpPr>
        <p:spPr>
          <a:xfrm>
            <a:off x="2112434" y="2761129"/>
            <a:ext cx="1800200" cy="93697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627F04-F8B1-452F-B9A7-31934153E3CC}"/>
              </a:ext>
            </a:extLst>
          </p:cNvPr>
          <p:cNvSpPr txBox="1"/>
          <p:nvPr/>
        </p:nvSpPr>
        <p:spPr>
          <a:xfrm>
            <a:off x="2112434" y="2770669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用户地址空间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8EE294A-778B-40ED-AFD2-0A15E34E1001}"/>
              </a:ext>
            </a:extLst>
          </p:cNvPr>
          <p:cNvSpPr txBox="1"/>
          <p:nvPr/>
        </p:nvSpPr>
        <p:spPr>
          <a:xfrm>
            <a:off x="2085426" y="1557320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内核地址空间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8F757B-693C-4960-A997-CA177A52EDB4}"/>
              </a:ext>
            </a:extLst>
          </p:cNvPr>
          <p:cNvSpPr/>
          <p:nvPr/>
        </p:nvSpPr>
        <p:spPr>
          <a:xfrm>
            <a:off x="4522729" y="3090610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91865F2-A451-40B9-95E4-5C2770DFAED3}"/>
              </a:ext>
            </a:extLst>
          </p:cNvPr>
          <p:cNvSpPr/>
          <p:nvPr/>
        </p:nvSpPr>
        <p:spPr>
          <a:xfrm>
            <a:off x="4808917" y="3090610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6B53FEF-FAAE-4B06-8037-FC68F7C7EA0F}"/>
              </a:ext>
            </a:extLst>
          </p:cNvPr>
          <p:cNvSpPr/>
          <p:nvPr/>
        </p:nvSpPr>
        <p:spPr>
          <a:xfrm>
            <a:off x="5095105" y="3090611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A14B6BC-EAF6-4B26-8BD0-D168479F31CA}"/>
              </a:ext>
            </a:extLst>
          </p:cNvPr>
          <p:cNvSpPr/>
          <p:nvPr/>
        </p:nvSpPr>
        <p:spPr>
          <a:xfrm>
            <a:off x="5381293" y="3090610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0895F4E-220F-4E2C-B997-A8AE46A82423}"/>
              </a:ext>
            </a:extLst>
          </p:cNvPr>
          <p:cNvSpPr/>
          <p:nvPr/>
        </p:nvSpPr>
        <p:spPr>
          <a:xfrm>
            <a:off x="2550633" y="1874637"/>
            <a:ext cx="1080120" cy="49895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VMA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042D226-2C1A-459C-92A0-AC68B3756C68}"/>
              </a:ext>
            </a:extLst>
          </p:cNvPr>
          <p:cNvSpPr/>
          <p:nvPr/>
        </p:nvSpPr>
        <p:spPr>
          <a:xfrm>
            <a:off x="4393188" y="2667338"/>
            <a:ext cx="1440160" cy="854556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32C084B-7DED-4FB3-9765-8948619E2EC5}"/>
              </a:ext>
            </a:extLst>
          </p:cNvPr>
          <p:cNvSpPr txBox="1"/>
          <p:nvPr/>
        </p:nvSpPr>
        <p:spPr>
          <a:xfrm>
            <a:off x="4393188" y="2667338"/>
            <a:ext cx="1347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页缓存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A569659-3B6A-48F4-AC23-44D7474B0DDC}"/>
              </a:ext>
            </a:extLst>
          </p:cNvPr>
          <p:cNvSpPr/>
          <p:nvPr/>
        </p:nvSpPr>
        <p:spPr>
          <a:xfrm>
            <a:off x="2364923" y="3207414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D11488A-727C-4BBC-B487-216DCBDBF1B9}"/>
              </a:ext>
            </a:extLst>
          </p:cNvPr>
          <p:cNvSpPr/>
          <p:nvPr/>
        </p:nvSpPr>
        <p:spPr>
          <a:xfrm>
            <a:off x="2655800" y="3207414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2E09E83-3955-405F-AB96-A975327FCD5B}"/>
              </a:ext>
            </a:extLst>
          </p:cNvPr>
          <p:cNvSpPr/>
          <p:nvPr/>
        </p:nvSpPr>
        <p:spPr>
          <a:xfrm>
            <a:off x="2946677" y="3207415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A0C99F8-9BB6-4C63-BBB3-2DC43D0DF8B9}"/>
              </a:ext>
            </a:extLst>
          </p:cNvPr>
          <p:cNvSpPr/>
          <p:nvPr/>
        </p:nvSpPr>
        <p:spPr>
          <a:xfrm>
            <a:off x="3237554" y="3207414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72B7EFC-5F08-44F3-AAE8-C20AD738DCD4}"/>
              </a:ext>
            </a:extLst>
          </p:cNvPr>
          <p:cNvSpPr/>
          <p:nvPr/>
        </p:nvSpPr>
        <p:spPr>
          <a:xfrm>
            <a:off x="3223487" y="4385022"/>
            <a:ext cx="3004697" cy="947047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2AE0165-02E4-49CB-8A65-B57402A57187}"/>
              </a:ext>
            </a:extLst>
          </p:cNvPr>
          <p:cNvSpPr txBox="1"/>
          <p:nvPr/>
        </p:nvSpPr>
        <p:spPr>
          <a:xfrm>
            <a:off x="3189627" y="5024292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物理内存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C94B011-9C83-403D-AA34-8FB6709B37FC}"/>
              </a:ext>
            </a:extLst>
          </p:cNvPr>
          <p:cNvSpPr/>
          <p:nvPr/>
        </p:nvSpPr>
        <p:spPr>
          <a:xfrm>
            <a:off x="3529682" y="4631411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E5B6470-6467-4A66-B5F7-923027FC60B2}"/>
              </a:ext>
            </a:extLst>
          </p:cNvPr>
          <p:cNvSpPr/>
          <p:nvPr/>
        </p:nvSpPr>
        <p:spPr>
          <a:xfrm>
            <a:off x="3815870" y="4631411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2EA78CC-1338-4653-A5C5-E11A7031B19E}"/>
              </a:ext>
            </a:extLst>
          </p:cNvPr>
          <p:cNvSpPr/>
          <p:nvPr/>
        </p:nvSpPr>
        <p:spPr>
          <a:xfrm>
            <a:off x="4102058" y="46314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032A6F5-D2DC-4F85-9BAD-9593694CBF3B}"/>
              </a:ext>
            </a:extLst>
          </p:cNvPr>
          <p:cNvSpPr/>
          <p:nvPr/>
        </p:nvSpPr>
        <p:spPr>
          <a:xfrm>
            <a:off x="4388246" y="4631411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E75B30D6-86A9-4167-9C16-7D89DAF6861E}"/>
              </a:ext>
            </a:extLst>
          </p:cNvPr>
          <p:cNvCxnSpPr>
            <a:cxnSpLocks/>
          </p:cNvCxnSpPr>
          <p:nvPr/>
        </p:nvCxnSpPr>
        <p:spPr>
          <a:xfrm>
            <a:off x="2364923" y="3511685"/>
            <a:ext cx="1741284" cy="1116861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C8B273ED-58D1-40A7-9B31-0CD8EE5D01D6}"/>
              </a:ext>
            </a:extLst>
          </p:cNvPr>
          <p:cNvCxnSpPr>
            <a:cxnSpLocks/>
          </p:cNvCxnSpPr>
          <p:nvPr/>
        </p:nvCxnSpPr>
        <p:spPr>
          <a:xfrm>
            <a:off x="2663009" y="3508819"/>
            <a:ext cx="1744695" cy="1119726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F6CBDE68-2AE5-4E06-9F55-2EE5340A557D}"/>
              </a:ext>
            </a:extLst>
          </p:cNvPr>
          <p:cNvSpPr/>
          <p:nvPr/>
        </p:nvSpPr>
        <p:spPr>
          <a:xfrm>
            <a:off x="4676278" y="4629587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5C603B7-0AF7-42FA-812F-55661747B9C5}"/>
              </a:ext>
            </a:extLst>
          </p:cNvPr>
          <p:cNvSpPr/>
          <p:nvPr/>
        </p:nvSpPr>
        <p:spPr>
          <a:xfrm>
            <a:off x="4967155" y="4629587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1BA1468-5F1A-4E93-BAA3-BDAA2AC6E91A}"/>
              </a:ext>
            </a:extLst>
          </p:cNvPr>
          <p:cNvSpPr/>
          <p:nvPr/>
        </p:nvSpPr>
        <p:spPr>
          <a:xfrm>
            <a:off x="5258032" y="4629588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D50870D-71A5-4702-8822-65B56BB8F82E}"/>
              </a:ext>
            </a:extLst>
          </p:cNvPr>
          <p:cNvSpPr/>
          <p:nvPr/>
        </p:nvSpPr>
        <p:spPr>
          <a:xfrm>
            <a:off x="5548909" y="4629587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864F8F63-91D1-4984-B48E-CBF1EEA63AB2}"/>
              </a:ext>
            </a:extLst>
          </p:cNvPr>
          <p:cNvCxnSpPr>
            <a:cxnSpLocks/>
          </p:cNvCxnSpPr>
          <p:nvPr/>
        </p:nvCxnSpPr>
        <p:spPr>
          <a:xfrm flipH="1">
            <a:off x="4102059" y="3397746"/>
            <a:ext cx="419749" cy="1230800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D6F4925E-336B-42B8-B04C-B8A3EB25CB18}"/>
              </a:ext>
            </a:extLst>
          </p:cNvPr>
          <p:cNvCxnSpPr>
            <a:cxnSpLocks/>
          </p:cNvCxnSpPr>
          <p:nvPr/>
        </p:nvCxnSpPr>
        <p:spPr>
          <a:xfrm flipH="1">
            <a:off x="4392755" y="3394642"/>
            <a:ext cx="418827" cy="1237357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11ABEABF-C894-4D05-8537-8C5183401A5B}"/>
              </a:ext>
            </a:extLst>
          </p:cNvPr>
          <p:cNvSpPr/>
          <p:nvPr/>
        </p:nvSpPr>
        <p:spPr>
          <a:xfrm>
            <a:off x="6660726" y="2738927"/>
            <a:ext cx="1800200" cy="93697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DDBC15F-45E5-4A45-B88E-EDDE837ADE92}"/>
              </a:ext>
            </a:extLst>
          </p:cNvPr>
          <p:cNvSpPr txBox="1"/>
          <p:nvPr/>
        </p:nvSpPr>
        <p:spPr>
          <a:xfrm>
            <a:off x="6660726" y="2748467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磁盘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6DE5BE0-7484-4DFB-8C45-E606BEE8C3C1}"/>
              </a:ext>
            </a:extLst>
          </p:cNvPr>
          <p:cNvSpPr/>
          <p:nvPr/>
        </p:nvSpPr>
        <p:spPr>
          <a:xfrm>
            <a:off x="6913215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93E0530-2463-4D6C-9020-A32576F66B6D}"/>
              </a:ext>
            </a:extLst>
          </p:cNvPr>
          <p:cNvSpPr/>
          <p:nvPr/>
        </p:nvSpPr>
        <p:spPr>
          <a:xfrm>
            <a:off x="7204092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B6691E9-87BE-4A3E-84C6-BC39BB9F53B5}"/>
              </a:ext>
            </a:extLst>
          </p:cNvPr>
          <p:cNvSpPr/>
          <p:nvPr/>
        </p:nvSpPr>
        <p:spPr>
          <a:xfrm>
            <a:off x="7494969" y="3185213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08CAB8D-8DD3-470C-B64A-00BB86E9FA31}"/>
              </a:ext>
            </a:extLst>
          </p:cNvPr>
          <p:cNvSpPr/>
          <p:nvPr/>
        </p:nvSpPr>
        <p:spPr>
          <a:xfrm>
            <a:off x="7785846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88BB074C-28EF-4944-9FF8-D78B007CEC77}"/>
              </a:ext>
            </a:extLst>
          </p:cNvPr>
          <p:cNvSpPr/>
          <p:nvPr/>
        </p:nvSpPr>
        <p:spPr>
          <a:xfrm>
            <a:off x="2109423" y="1562547"/>
            <a:ext cx="3830729" cy="2132267"/>
          </a:xfrm>
          <a:custGeom>
            <a:avLst/>
            <a:gdLst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26582 w 4072270"/>
              <a:gd name="connsiteY5" fmla="*/ 1010093 h 2131828"/>
              <a:gd name="connsiteX6" fmla="*/ 0 w 4072270"/>
              <a:gd name="connsiteY6" fmla="*/ 0 h 2131828"/>
              <a:gd name="connsiteX0" fmla="*/ 10867 w 4083137"/>
              <a:gd name="connsiteY0" fmla="*/ 0 h 2131828"/>
              <a:gd name="connsiteX1" fmla="*/ 4083137 w 4083137"/>
              <a:gd name="connsiteY1" fmla="*/ 0 h 2131828"/>
              <a:gd name="connsiteX2" fmla="*/ 4083137 w 4083137"/>
              <a:gd name="connsiteY2" fmla="*/ 2131828 h 2131828"/>
              <a:gd name="connsiteX3" fmla="*/ 2275602 w 4083137"/>
              <a:gd name="connsiteY3" fmla="*/ 2131828 h 2131828"/>
              <a:gd name="connsiteX4" fmla="*/ 2275602 w 4083137"/>
              <a:gd name="connsiteY4" fmla="*/ 1010093 h 2131828"/>
              <a:gd name="connsiteX5" fmla="*/ 0 w 4083137"/>
              <a:gd name="connsiteY5" fmla="*/ 1010093 h 2131828"/>
              <a:gd name="connsiteX6" fmla="*/ 10867 w 4083137"/>
              <a:gd name="connsiteY6" fmla="*/ 0 h 2131828"/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15883 w 4072270"/>
              <a:gd name="connsiteY5" fmla="*/ 1004778 h 2131828"/>
              <a:gd name="connsiteX6" fmla="*/ 0 w 4072270"/>
              <a:gd name="connsiteY6" fmla="*/ 0 h 2131828"/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10533 w 4072270"/>
              <a:gd name="connsiteY5" fmla="*/ 1020724 h 2131828"/>
              <a:gd name="connsiteX6" fmla="*/ 0 w 4072270"/>
              <a:gd name="connsiteY6" fmla="*/ 0 h 2131828"/>
              <a:gd name="connsiteX0" fmla="*/ 167 w 4072437"/>
              <a:gd name="connsiteY0" fmla="*/ 0 h 2131828"/>
              <a:gd name="connsiteX1" fmla="*/ 4072437 w 4072437"/>
              <a:gd name="connsiteY1" fmla="*/ 0 h 2131828"/>
              <a:gd name="connsiteX2" fmla="*/ 4072437 w 4072437"/>
              <a:gd name="connsiteY2" fmla="*/ 2131828 h 2131828"/>
              <a:gd name="connsiteX3" fmla="*/ 2264902 w 4072437"/>
              <a:gd name="connsiteY3" fmla="*/ 2131828 h 2131828"/>
              <a:gd name="connsiteX4" fmla="*/ 2264902 w 4072437"/>
              <a:gd name="connsiteY4" fmla="*/ 1010093 h 2131828"/>
              <a:gd name="connsiteX5" fmla="*/ 0 w 4072437"/>
              <a:gd name="connsiteY5" fmla="*/ 1020724 h 2131828"/>
              <a:gd name="connsiteX6" fmla="*/ 167 w 4072437"/>
              <a:gd name="connsiteY6" fmla="*/ 0 h 2131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2437" h="2131828">
                <a:moveTo>
                  <a:pt x="167" y="0"/>
                </a:moveTo>
                <a:lnTo>
                  <a:pt x="4072437" y="0"/>
                </a:lnTo>
                <a:lnTo>
                  <a:pt x="4072437" y="2131828"/>
                </a:lnTo>
                <a:lnTo>
                  <a:pt x="2264902" y="2131828"/>
                </a:lnTo>
                <a:lnTo>
                  <a:pt x="2264902" y="1010093"/>
                </a:lnTo>
                <a:lnTo>
                  <a:pt x="0" y="1020724"/>
                </a:lnTo>
                <a:cubicBezTo>
                  <a:pt x="56" y="680483"/>
                  <a:pt x="111" y="340241"/>
                  <a:pt x="167" y="0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noFill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B3014545-78D6-4DF9-AE82-3E40B3D016D5}"/>
              </a:ext>
            </a:extLst>
          </p:cNvPr>
          <p:cNvSpPr/>
          <p:nvPr/>
        </p:nvSpPr>
        <p:spPr>
          <a:xfrm>
            <a:off x="4485770" y="1874637"/>
            <a:ext cx="1255407" cy="49895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V-NODE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4359B700-CDEA-48D5-B23B-05A7AA0D64BA}"/>
              </a:ext>
            </a:extLst>
          </p:cNvPr>
          <p:cNvCxnSpPr>
            <a:stCxn id="13" idx="6"/>
            <a:endCxn id="50" idx="2"/>
          </p:cNvCxnSpPr>
          <p:nvPr/>
        </p:nvCxnSpPr>
        <p:spPr>
          <a:xfrm>
            <a:off x="3630753" y="2124115"/>
            <a:ext cx="855017" cy="0"/>
          </a:xfrm>
          <a:prstGeom prst="straightConnector1">
            <a:avLst/>
          </a:prstGeom>
          <a:ln w="1905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3235EA77-8984-41D7-8615-B449C65DCC5F}"/>
              </a:ext>
            </a:extLst>
          </p:cNvPr>
          <p:cNvCxnSpPr/>
          <p:nvPr/>
        </p:nvCxnSpPr>
        <p:spPr>
          <a:xfrm>
            <a:off x="1907704" y="3359549"/>
            <a:ext cx="601235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6E1FF962-2CE2-49EB-B9B5-26C63E7D1AAE}"/>
              </a:ext>
            </a:extLst>
          </p:cNvPr>
          <p:cNvSpPr txBox="1"/>
          <p:nvPr/>
        </p:nvSpPr>
        <p:spPr>
          <a:xfrm>
            <a:off x="827585" y="3124998"/>
            <a:ext cx="121995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访问触发 </a:t>
            </a:r>
            <a:r>
              <a:rPr lang="en-US" altLang="zh-CN" sz="1700" dirty="0"/>
              <a:t>page fault</a:t>
            </a:r>
            <a:endParaRPr lang="zh-CN" altLang="en-US" sz="1700" dirty="0"/>
          </a:p>
        </p:txBody>
      </p: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F5707B31-5B5E-45AF-A830-8BEF6E9C1B84}"/>
              </a:ext>
            </a:extLst>
          </p:cNvPr>
          <p:cNvCxnSpPr>
            <a:cxnSpLocks/>
            <a:stCxn id="42" idx="2"/>
            <a:endCxn id="9" idx="2"/>
          </p:cNvCxnSpPr>
          <p:nvPr/>
        </p:nvCxnSpPr>
        <p:spPr>
          <a:xfrm rot="5400000" flipH="1">
            <a:off x="5814687" y="2246939"/>
            <a:ext cx="94602" cy="2390486"/>
          </a:xfrm>
          <a:prstGeom prst="bentConnector3">
            <a:avLst>
              <a:gd name="adj1" fmla="val -370931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流程图: 接点 45">
            <a:extLst>
              <a:ext uri="{FF2B5EF4-FFF2-40B4-BE49-F238E27FC236}">
                <a16:creationId xmlns:a16="http://schemas.microsoft.com/office/drawing/2014/main" id="{B42565E0-06E2-4D8E-93B8-FC11CFF1721B}"/>
              </a:ext>
            </a:extLst>
          </p:cNvPr>
          <p:cNvSpPr/>
          <p:nvPr/>
        </p:nvSpPr>
        <p:spPr>
          <a:xfrm>
            <a:off x="519691" y="3140983"/>
            <a:ext cx="323147" cy="32314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006687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4776AF-E63F-4623-B019-CC080B4E3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MMAP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91B5D8-7702-4AD4-8254-E2230CC40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70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02DCAD-2645-4D5F-9740-F44EECC85FE7}"/>
              </a:ext>
            </a:extLst>
          </p:cNvPr>
          <p:cNvSpPr/>
          <p:nvPr/>
        </p:nvSpPr>
        <p:spPr>
          <a:xfrm>
            <a:off x="2112434" y="2761129"/>
            <a:ext cx="1800200" cy="93697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627F04-F8B1-452F-B9A7-31934153E3CC}"/>
              </a:ext>
            </a:extLst>
          </p:cNvPr>
          <p:cNvSpPr txBox="1"/>
          <p:nvPr/>
        </p:nvSpPr>
        <p:spPr>
          <a:xfrm>
            <a:off x="2112434" y="2770669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用户地址空间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8EE294A-778B-40ED-AFD2-0A15E34E1001}"/>
              </a:ext>
            </a:extLst>
          </p:cNvPr>
          <p:cNvSpPr txBox="1"/>
          <p:nvPr/>
        </p:nvSpPr>
        <p:spPr>
          <a:xfrm>
            <a:off x="2085426" y="1557320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内核地址空间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8F757B-693C-4960-A997-CA177A52EDB4}"/>
              </a:ext>
            </a:extLst>
          </p:cNvPr>
          <p:cNvSpPr/>
          <p:nvPr/>
        </p:nvSpPr>
        <p:spPr>
          <a:xfrm>
            <a:off x="4522729" y="3090610"/>
            <a:ext cx="288032" cy="304271"/>
          </a:xfrm>
          <a:prstGeom prst="rect">
            <a:avLst/>
          </a:prstGeom>
          <a:pattFill prst="dkHorz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91865F2-A451-40B9-95E4-5C2770DFAED3}"/>
              </a:ext>
            </a:extLst>
          </p:cNvPr>
          <p:cNvSpPr/>
          <p:nvPr/>
        </p:nvSpPr>
        <p:spPr>
          <a:xfrm>
            <a:off x="4808917" y="3090610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6B53FEF-FAAE-4B06-8037-FC68F7C7EA0F}"/>
              </a:ext>
            </a:extLst>
          </p:cNvPr>
          <p:cNvSpPr/>
          <p:nvPr/>
        </p:nvSpPr>
        <p:spPr>
          <a:xfrm>
            <a:off x="5095105" y="3090611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A14B6BC-EAF6-4B26-8BD0-D168479F31CA}"/>
              </a:ext>
            </a:extLst>
          </p:cNvPr>
          <p:cNvSpPr/>
          <p:nvPr/>
        </p:nvSpPr>
        <p:spPr>
          <a:xfrm>
            <a:off x="5381293" y="3090610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0895F4E-220F-4E2C-B997-A8AE46A82423}"/>
              </a:ext>
            </a:extLst>
          </p:cNvPr>
          <p:cNvSpPr/>
          <p:nvPr/>
        </p:nvSpPr>
        <p:spPr>
          <a:xfrm>
            <a:off x="2550633" y="1874637"/>
            <a:ext cx="1080120" cy="49895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VMA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042D226-2C1A-459C-92A0-AC68B3756C68}"/>
              </a:ext>
            </a:extLst>
          </p:cNvPr>
          <p:cNvSpPr/>
          <p:nvPr/>
        </p:nvSpPr>
        <p:spPr>
          <a:xfrm>
            <a:off x="4393188" y="2667338"/>
            <a:ext cx="1440160" cy="854556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32C084B-7DED-4FB3-9765-8948619E2EC5}"/>
              </a:ext>
            </a:extLst>
          </p:cNvPr>
          <p:cNvSpPr txBox="1"/>
          <p:nvPr/>
        </p:nvSpPr>
        <p:spPr>
          <a:xfrm>
            <a:off x="4393188" y="2667338"/>
            <a:ext cx="1347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页缓存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A569659-3B6A-48F4-AC23-44D7474B0DDC}"/>
              </a:ext>
            </a:extLst>
          </p:cNvPr>
          <p:cNvSpPr/>
          <p:nvPr/>
        </p:nvSpPr>
        <p:spPr>
          <a:xfrm>
            <a:off x="2364923" y="3207414"/>
            <a:ext cx="288032" cy="304271"/>
          </a:xfrm>
          <a:prstGeom prst="rect">
            <a:avLst/>
          </a:prstGeom>
          <a:pattFill prst="dkHorz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D11488A-727C-4BBC-B487-216DCBDBF1B9}"/>
              </a:ext>
            </a:extLst>
          </p:cNvPr>
          <p:cNvSpPr/>
          <p:nvPr/>
        </p:nvSpPr>
        <p:spPr>
          <a:xfrm>
            <a:off x="2655800" y="3207414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2E09E83-3955-405F-AB96-A975327FCD5B}"/>
              </a:ext>
            </a:extLst>
          </p:cNvPr>
          <p:cNvSpPr/>
          <p:nvPr/>
        </p:nvSpPr>
        <p:spPr>
          <a:xfrm>
            <a:off x="2946677" y="3207415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A0C99F8-9BB6-4C63-BBB3-2DC43D0DF8B9}"/>
              </a:ext>
            </a:extLst>
          </p:cNvPr>
          <p:cNvSpPr/>
          <p:nvPr/>
        </p:nvSpPr>
        <p:spPr>
          <a:xfrm>
            <a:off x="3237554" y="3207414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72B7EFC-5F08-44F3-AAE8-C20AD738DCD4}"/>
              </a:ext>
            </a:extLst>
          </p:cNvPr>
          <p:cNvSpPr/>
          <p:nvPr/>
        </p:nvSpPr>
        <p:spPr>
          <a:xfrm>
            <a:off x="3223487" y="4385022"/>
            <a:ext cx="3004697" cy="947047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2AE0165-02E4-49CB-8A65-B57402A57187}"/>
              </a:ext>
            </a:extLst>
          </p:cNvPr>
          <p:cNvSpPr txBox="1"/>
          <p:nvPr/>
        </p:nvSpPr>
        <p:spPr>
          <a:xfrm>
            <a:off x="3189627" y="5024292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物理内存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C94B011-9C83-403D-AA34-8FB6709B37FC}"/>
              </a:ext>
            </a:extLst>
          </p:cNvPr>
          <p:cNvSpPr/>
          <p:nvPr/>
        </p:nvSpPr>
        <p:spPr>
          <a:xfrm>
            <a:off x="3529682" y="4631411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E5B6470-6467-4A66-B5F7-923027FC60B2}"/>
              </a:ext>
            </a:extLst>
          </p:cNvPr>
          <p:cNvSpPr/>
          <p:nvPr/>
        </p:nvSpPr>
        <p:spPr>
          <a:xfrm>
            <a:off x="3815870" y="4631411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2EA78CC-1338-4653-A5C5-E11A7031B19E}"/>
              </a:ext>
            </a:extLst>
          </p:cNvPr>
          <p:cNvSpPr/>
          <p:nvPr/>
        </p:nvSpPr>
        <p:spPr>
          <a:xfrm>
            <a:off x="4102058" y="4631412"/>
            <a:ext cx="288032" cy="304271"/>
          </a:xfrm>
          <a:prstGeom prst="rect">
            <a:avLst/>
          </a:prstGeom>
          <a:pattFill prst="dkHorz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032A6F5-D2DC-4F85-9BAD-9593694CBF3B}"/>
              </a:ext>
            </a:extLst>
          </p:cNvPr>
          <p:cNvSpPr/>
          <p:nvPr/>
        </p:nvSpPr>
        <p:spPr>
          <a:xfrm>
            <a:off x="4388246" y="4631411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E75B30D6-86A9-4167-9C16-7D89DAF6861E}"/>
              </a:ext>
            </a:extLst>
          </p:cNvPr>
          <p:cNvCxnSpPr>
            <a:cxnSpLocks/>
          </p:cNvCxnSpPr>
          <p:nvPr/>
        </p:nvCxnSpPr>
        <p:spPr>
          <a:xfrm>
            <a:off x="2364923" y="3511685"/>
            <a:ext cx="1741284" cy="1116861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C8B273ED-58D1-40A7-9B31-0CD8EE5D01D6}"/>
              </a:ext>
            </a:extLst>
          </p:cNvPr>
          <p:cNvCxnSpPr>
            <a:cxnSpLocks/>
          </p:cNvCxnSpPr>
          <p:nvPr/>
        </p:nvCxnSpPr>
        <p:spPr>
          <a:xfrm>
            <a:off x="3519498" y="3505253"/>
            <a:ext cx="1744695" cy="1119726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F6CBDE68-2AE5-4E06-9F55-2EE5340A557D}"/>
              </a:ext>
            </a:extLst>
          </p:cNvPr>
          <p:cNvSpPr/>
          <p:nvPr/>
        </p:nvSpPr>
        <p:spPr>
          <a:xfrm>
            <a:off x="4676278" y="4629587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5C603B7-0AF7-42FA-812F-55661747B9C5}"/>
              </a:ext>
            </a:extLst>
          </p:cNvPr>
          <p:cNvSpPr/>
          <p:nvPr/>
        </p:nvSpPr>
        <p:spPr>
          <a:xfrm>
            <a:off x="4967155" y="4629587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1BA1468-5F1A-4E93-BAA3-BDAA2AC6E91A}"/>
              </a:ext>
            </a:extLst>
          </p:cNvPr>
          <p:cNvSpPr/>
          <p:nvPr/>
        </p:nvSpPr>
        <p:spPr>
          <a:xfrm>
            <a:off x="5258032" y="4629588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D50870D-71A5-4702-8822-65B56BB8F82E}"/>
              </a:ext>
            </a:extLst>
          </p:cNvPr>
          <p:cNvSpPr/>
          <p:nvPr/>
        </p:nvSpPr>
        <p:spPr>
          <a:xfrm>
            <a:off x="5548909" y="4629587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864F8F63-91D1-4984-B48E-CBF1EEA63AB2}"/>
              </a:ext>
            </a:extLst>
          </p:cNvPr>
          <p:cNvCxnSpPr>
            <a:cxnSpLocks/>
          </p:cNvCxnSpPr>
          <p:nvPr/>
        </p:nvCxnSpPr>
        <p:spPr>
          <a:xfrm flipH="1">
            <a:off x="4102059" y="3397746"/>
            <a:ext cx="419749" cy="1230800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D6F4925E-336B-42B8-B04C-B8A3EB25CB18}"/>
              </a:ext>
            </a:extLst>
          </p:cNvPr>
          <p:cNvCxnSpPr>
            <a:cxnSpLocks/>
          </p:cNvCxnSpPr>
          <p:nvPr/>
        </p:nvCxnSpPr>
        <p:spPr>
          <a:xfrm flipH="1">
            <a:off x="5248654" y="3398425"/>
            <a:ext cx="418827" cy="1237357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11ABEABF-C894-4D05-8537-8C5183401A5B}"/>
              </a:ext>
            </a:extLst>
          </p:cNvPr>
          <p:cNvSpPr/>
          <p:nvPr/>
        </p:nvSpPr>
        <p:spPr>
          <a:xfrm>
            <a:off x="6660726" y="2738927"/>
            <a:ext cx="1800200" cy="93697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DDBC15F-45E5-4A45-B88E-EDDE837ADE92}"/>
              </a:ext>
            </a:extLst>
          </p:cNvPr>
          <p:cNvSpPr txBox="1"/>
          <p:nvPr/>
        </p:nvSpPr>
        <p:spPr>
          <a:xfrm>
            <a:off x="6660726" y="2748467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磁盘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6DE5BE0-7484-4DFB-8C45-E606BEE8C3C1}"/>
              </a:ext>
            </a:extLst>
          </p:cNvPr>
          <p:cNvSpPr/>
          <p:nvPr/>
        </p:nvSpPr>
        <p:spPr>
          <a:xfrm>
            <a:off x="6913215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93E0530-2463-4D6C-9020-A32576F66B6D}"/>
              </a:ext>
            </a:extLst>
          </p:cNvPr>
          <p:cNvSpPr/>
          <p:nvPr/>
        </p:nvSpPr>
        <p:spPr>
          <a:xfrm>
            <a:off x="7204092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B6691E9-87BE-4A3E-84C6-BC39BB9F53B5}"/>
              </a:ext>
            </a:extLst>
          </p:cNvPr>
          <p:cNvSpPr/>
          <p:nvPr/>
        </p:nvSpPr>
        <p:spPr>
          <a:xfrm>
            <a:off x="7494969" y="3185213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08CAB8D-8DD3-470C-B64A-00BB86E9FA31}"/>
              </a:ext>
            </a:extLst>
          </p:cNvPr>
          <p:cNvSpPr/>
          <p:nvPr/>
        </p:nvSpPr>
        <p:spPr>
          <a:xfrm>
            <a:off x="7785846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88BB074C-28EF-4944-9FF8-D78B007CEC77}"/>
              </a:ext>
            </a:extLst>
          </p:cNvPr>
          <p:cNvSpPr/>
          <p:nvPr/>
        </p:nvSpPr>
        <p:spPr>
          <a:xfrm>
            <a:off x="2109423" y="1562547"/>
            <a:ext cx="3830729" cy="2132267"/>
          </a:xfrm>
          <a:custGeom>
            <a:avLst/>
            <a:gdLst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26582 w 4072270"/>
              <a:gd name="connsiteY5" fmla="*/ 1010093 h 2131828"/>
              <a:gd name="connsiteX6" fmla="*/ 0 w 4072270"/>
              <a:gd name="connsiteY6" fmla="*/ 0 h 2131828"/>
              <a:gd name="connsiteX0" fmla="*/ 10867 w 4083137"/>
              <a:gd name="connsiteY0" fmla="*/ 0 h 2131828"/>
              <a:gd name="connsiteX1" fmla="*/ 4083137 w 4083137"/>
              <a:gd name="connsiteY1" fmla="*/ 0 h 2131828"/>
              <a:gd name="connsiteX2" fmla="*/ 4083137 w 4083137"/>
              <a:gd name="connsiteY2" fmla="*/ 2131828 h 2131828"/>
              <a:gd name="connsiteX3" fmla="*/ 2275602 w 4083137"/>
              <a:gd name="connsiteY3" fmla="*/ 2131828 h 2131828"/>
              <a:gd name="connsiteX4" fmla="*/ 2275602 w 4083137"/>
              <a:gd name="connsiteY4" fmla="*/ 1010093 h 2131828"/>
              <a:gd name="connsiteX5" fmla="*/ 0 w 4083137"/>
              <a:gd name="connsiteY5" fmla="*/ 1010093 h 2131828"/>
              <a:gd name="connsiteX6" fmla="*/ 10867 w 4083137"/>
              <a:gd name="connsiteY6" fmla="*/ 0 h 2131828"/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15883 w 4072270"/>
              <a:gd name="connsiteY5" fmla="*/ 1004778 h 2131828"/>
              <a:gd name="connsiteX6" fmla="*/ 0 w 4072270"/>
              <a:gd name="connsiteY6" fmla="*/ 0 h 2131828"/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10533 w 4072270"/>
              <a:gd name="connsiteY5" fmla="*/ 1020724 h 2131828"/>
              <a:gd name="connsiteX6" fmla="*/ 0 w 4072270"/>
              <a:gd name="connsiteY6" fmla="*/ 0 h 2131828"/>
              <a:gd name="connsiteX0" fmla="*/ 167 w 4072437"/>
              <a:gd name="connsiteY0" fmla="*/ 0 h 2131828"/>
              <a:gd name="connsiteX1" fmla="*/ 4072437 w 4072437"/>
              <a:gd name="connsiteY1" fmla="*/ 0 h 2131828"/>
              <a:gd name="connsiteX2" fmla="*/ 4072437 w 4072437"/>
              <a:gd name="connsiteY2" fmla="*/ 2131828 h 2131828"/>
              <a:gd name="connsiteX3" fmla="*/ 2264902 w 4072437"/>
              <a:gd name="connsiteY3" fmla="*/ 2131828 h 2131828"/>
              <a:gd name="connsiteX4" fmla="*/ 2264902 w 4072437"/>
              <a:gd name="connsiteY4" fmla="*/ 1010093 h 2131828"/>
              <a:gd name="connsiteX5" fmla="*/ 0 w 4072437"/>
              <a:gd name="connsiteY5" fmla="*/ 1020724 h 2131828"/>
              <a:gd name="connsiteX6" fmla="*/ 167 w 4072437"/>
              <a:gd name="connsiteY6" fmla="*/ 0 h 2131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2437" h="2131828">
                <a:moveTo>
                  <a:pt x="167" y="0"/>
                </a:moveTo>
                <a:lnTo>
                  <a:pt x="4072437" y="0"/>
                </a:lnTo>
                <a:lnTo>
                  <a:pt x="4072437" y="2131828"/>
                </a:lnTo>
                <a:lnTo>
                  <a:pt x="2264902" y="2131828"/>
                </a:lnTo>
                <a:lnTo>
                  <a:pt x="2264902" y="1010093"/>
                </a:lnTo>
                <a:lnTo>
                  <a:pt x="0" y="1020724"/>
                </a:lnTo>
                <a:cubicBezTo>
                  <a:pt x="56" y="680483"/>
                  <a:pt x="111" y="340241"/>
                  <a:pt x="167" y="0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noFill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B3014545-78D6-4DF9-AE82-3E40B3D016D5}"/>
              </a:ext>
            </a:extLst>
          </p:cNvPr>
          <p:cNvSpPr/>
          <p:nvPr/>
        </p:nvSpPr>
        <p:spPr>
          <a:xfrm>
            <a:off x="4485770" y="1874637"/>
            <a:ext cx="1255407" cy="49895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V-NODE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4359B700-CDEA-48D5-B23B-05A7AA0D64BA}"/>
              </a:ext>
            </a:extLst>
          </p:cNvPr>
          <p:cNvCxnSpPr>
            <a:stCxn id="13" idx="6"/>
            <a:endCxn id="50" idx="2"/>
          </p:cNvCxnSpPr>
          <p:nvPr/>
        </p:nvCxnSpPr>
        <p:spPr>
          <a:xfrm>
            <a:off x="3630753" y="2124115"/>
            <a:ext cx="855017" cy="0"/>
          </a:xfrm>
          <a:prstGeom prst="straightConnector1">
            <a:avLst/>
          </a:prstGeom>
          <a:ln w="1905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3235EA77-8984-41D7-8615-B449C65DCC5F}"/>
              </a:ext>
            </a:extLst>
          </p:cNvPr>
          <p:cNvCxnSpPr/>
          <p:nvPr/>
        </p:nvCxnSpPr>
        <p:spPr>
          <a:xfrm>
            <a:off x="1907704" y="3359549"/>
            <a:ext cx="601235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6E1FF962-2CE2-49EB-B9B5-26C63E7D1AAE}"/>
              </a:ext>
            </a:extLst>
          </p:cNvPr>
          <p:cNvSpPr txBox="1"/>
          <p:nvPr/>
        </p:nvSpPr>
        <p:spPr>
          <a:xfrm>
            <a:off x="1139695" y="3214117"/>
            <a:ext cx="887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写内存</a:t>
            </a:r>
          </a:p>
        </p:txBody>
      </p:sp>
      <p:sp>
        <p:nvSpPr>
          <p:cNvPr id="46" name="流程图: 接点 45">
            <a:extLst>
              <a:ext uri="{FF2B5EF4-FFF2-40B4-BE49-F238E27FC236}">
                <a16:creationId xmlns:a16="http://schemas.microsoft.com/office/drawing/2014/main" id="{EC8C9910-E038-43CE-92E9-6AD5941AED12}"/>
              </a:ext>
            </a:extLst>
          </p:cNvPr>
          <p:cNvSpPr/>
          <p:nvPr/>
        </p:nvSpPr>
        <p:spPr>
          <a:xfrm>
            <a:off x="812254" y="3207413"/>
            <a:ext cx="323147" cy="32314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012780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4776AF-E63F-4623-B019-CC080B4E3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MMAP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91B5D8-7702-4AD4-8254-E2230CC40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71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02DCAD-2645-4D5F-9740-F44EECC85FE7}"/>
              </a:ext>
            </a:extLst>
          </p:cNvPr>
          <p:cNvSpPr/>
          <p:nvPr/>
        </p:nvSpPr>
        <p:spPr>
          <a:xfrm>
            <a:off x="2112434" y="2761129"/>
            <a:ext cx="1800200" cy="93697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627F04-F8B1-452F-B9A7-31934153E3CC}"/>
              </a:ext>
            </a:extLst>
          </p:cNvPr>
          <p:cNvSpPr txBox="1"/>
          <p:nvPr/>
        </p:nvSpPr>
        <p:spPr>
          <a:xfrm>
            <a:off x="2112434" y="2770669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用户地址空间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8EE294A-778B-40ED-AFD2-0A15E34E1001}"/>
              </a:ext>
            </a:extLst>
          </p:cNvPr>
          <p:cNvSpPr txBox="1"/>
          <p:nvPr/>
        </p:nvSpPr>
        <p:spPr>
          <a:xfrm>
            <a:off x="2085426" y="1557320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内核地址空间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8F757B-693C-4960-A997-CA177A52EDB4}"/>
              </a:ext>
            </a:extLst>
          </p:cNvPr>
          <p:cNvSpPr/>
          <p:nvPr/>
        </p:nvSpPr>
        <p:spPr>
          <a:xfrm>
            <a:off x="4522729" y="3090610"/>
            <a:ext cx="288032" cy="304271"/>
          </a:xfrm>
          <a:prstGeom prst="rect">
            <a:avLst/>
          </a:prstGeom>
          <a:pattFill prst="dkHorz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91865F2-A451-40B9-95E4-5C2770DFAED3}"/>
              </a:ext>
            </a:extLst>
          </p:cNvPr>
          <p:cNvSpPr/>
          <p:nvPr/>
        </p:nvSpPr>
        <p:spPr>
          <a:xfrm>
            <a:off x="4808917" y="3090610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6B53FEF-FAAE-4B06-8037-FC68F7C7EA0F}"/>
              </a:ext>
            </a:extLst>
          </p:cNvPr>
          <p:cNvSpPr/>
          <p:nvPr/>
        </p:nvSpPr>
        <p:spPr>
          <a:xfrm>
            <a:off x="5095105" y="3090611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A14B6BC-EAF6-4B26-8BD0-D168479F31CA}"/>
              </a:ext>
            </a:extLst>
          </p:cNvPr>
          <p:cNvSpPr/>
          <p:nvPr/>
        </p:nvSpPr>
        <p:spPr>
          <a:xfrm>
            <a:off x="5381293" y="3090610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0895F4E-220F-4E2C-B997-A8AE46A82423}"/>
              </a:ext>
            </a:extLst>
          </p:cNvPr>
          <p:cNvSpPr/>
          <p:nvPr/>
        </p:nvSpPr>
        <p:spPr>
          <a:xfrm>
            <a:off x="2550633" y="1874637"/>
            <a:ext cx="1080120" cy="49895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VMA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042D226-2C1A-459C-92A0-AC68B3756C68}"/>
              </a:ext>
            </a:extLst>
          </p:cNvPr>
          <p:cNvSpPr/>
          <p:nvPr/>
        </p:nvSpPr>
        <p:spPr>
          <a:xfrm>
            <a:off x="4393188" y="2667338"/>
            <a:ext cx="1440160" cy="854556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32C084B-7DED-4FB3-9765-8948619E2EC5}"/>
              </a:ext>
            </a:extLst>
          </p:cNvPr>
          <p:cNvSpPr txBox="1"/>
          <p:nvPr/>
        </p:nvSpPr>
        <p:spPr>
          <a:xfrm>
            <a:off x="4393188" y="2667338"/>
            <a:ext cx="1347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页缓存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A569659-3B6A-48F4-AC23-44D7474B0DDC}"/>
              </a:ext>
            </a:extLst>
          </p:cNvPr>
          <p:cNvSpPr/>
          <p:nvPr/>
        </p:nvSpPr>
        <p:spPr>
          <a:xfrm>
            <a:off x="2364923" y="3207414"/>
            <a:ext cx="288032" cy="304271"/>
          </a:xfrm>
          <a:prstGeom prst="rect">
            <a:avLst/>
          </a:prstGeom>
          <a:pattFill prst="dkHorz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D11488A-727C-4BBC-B487-216DCBDBF1B9}"/>
              </a:ext>
            </a:extLst>
          </p:cNvPr>
          <p:cNvSpPr/>
          <p:nvPr/>
        </p:nvSpPr>
        <p:spPr>
          <a:xfrm>
            <a:off x="2655800" y="3207414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2E09E83-3955-405F-AB96-A975327FCD5B}"/>
              </a:ext>
            </a:extLst>
          </p:cNvPr>
          <p:cNvSpPr/>
          <p:nvPr/>
        </p:nvSpPr>
        <p:spPr>
          <a:xfrm>
            <a:off x="2946677" y="3207415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A0C99F8-9BB6-4C63-BBB3-2DC43D0DF8B9}"/>
              </a:ext>
            </a:extLst>
          </p:cNvPr>
          <p:cNvSpPr/>
          <p:nvPr/>
        </p:nvSpPr>
        <p:spPr>
          <a:xfrm>
            <a:off x="3237554" y="3207414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72B7EFC-5F08-44F3-AAE8-C20AD738DCD4}"/>
              </a:ext>
            </a:extLst>
          </p:cNvPr>
          <p:cNvSpPr/>
          <p:nvPr/>
        </p:nvSpPr>
        <p:spPr>
          <a:xfrm>
            <a:off x="3223487" y="4385022"/>
            <a:ext cx="3004697" cy="947047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2AE0165-02E4-49CB-8A65-B57402A57187}"/>
              </a:ext>
            </a:extLst>
          </p:cNvPr>
          <p:cNvSpPr txBox="1"/>
          <p:nvPr/>
        </p:nvSpPr>
        <p:spPr>
          <a:xfrm>
            <a:off x="3189627" y="5024292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物理内存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C94B011-9C83-403D-AA34-8FB6709B37FC}"/>
              </a:ext>
            </a:extLst>
          </p:cNvPr>
          <p:cNvSpPr/>
          <p:nvPr/>
        </p:nvSpPr>
        <p:spPr>
          <a:xfrm>
            <a:off x="3529682" y="4631411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E5B6470-6467-4A66-B5F7-923027FC60B2}"/>
              </a:ext>
            </a:extLst>
          </p:cNvPr>
          <p:cNvSpPr/>
          <p:nvPr/>
        </p:nvSpPr>
        <p:spPr>
          <a:xfrm>
            <a:off x="3815870" y="4631411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2EA78CC-1338-4653-A5C5-E11A7031B19E}"/>
              </a:ext>
            </a:extLst>
          </p:cNvPr>
          <p:cNvSpPr/>
          <p:nvPr/>
        </p:nvSpPr>
        <p:spPr>
          <a:xfrm>
            <a:off x="4102058" y="4631412"/>
            <a:ext cx="288032" cy="304271"/>
          </a:xfrm>
          <a:prstGeom prst="rect">
            <a:avLst/>
          </a:prstGeom>
          <a:pattFill prst="dkHorz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032A6F5-D2DC-4F85-9BAD-9593694CBF3B}"/>
              </a:ext>
            </a:extLst>
          </p:cNvPr>
          <p:cNvSpPr/>
          <p:nvPr/>
        </p:nvSpPr>
        <p:spPr>
          <a:xfrm>
            <a:off x="4388246" y="4631411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E75B30D6-86A9-4167-9C16-7D89DAF6861E}"/>
              </a:ext>
            </a:extLst>
          </p:cNvPr>
          <p:cNvCxnSpPr>
            <a:cxnSpLocks/>
          </p:cNvCxnSpPr>
          <p:nvPr/>
        </p:nvCxnSpPr>
        <p:spPr>
          <a:xfrm>
            <a:off x="2364923" y="3511685"/>
            <a:ext cx="1741284" cy="1116861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C8B273ED-58D1-40A7-9B31-0CD8EE5D01D6}"/>
              </a:ext>
            </a:extLst>
          </p:cNvPr>
          <p:cNvCxnSpPr>
            <a:cxnSpLocks/>
          </p:cNvCxnSpPr>
          <p:nvPr/>
        </p:nvCxnSpPr>
        <p:spPr>
          <a:xfrm>
            <a:off x="3519498" y="3505253"/>
            <a:ext cx="1744695" cy="1119726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F6CBDE68-2AE5-4E06-9F55-2EE5340A557D}"/>
              </a:ext>
            </a:extLst>
          </p:cNvPr>
          <p:cNvSpPr/>
          <p:nvPr/>
        </p:nvSpPr>
        <p:spPr>
          <a:xfrm>
            <a:off x="4676278" y="4629587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5C603B7-0AF7-42FA-812F-55661747B9C5}"/>
              </a:ext>
            </a:extLst>
          </p:cNvPr>
          <p:cNvSpPr/>
          <p:nvPr/>
        </p:nvSpPr>
        <p:spPr>
          <a:xfrm>
            <a:off x="4967155" y="4629587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1BA1468-5F1A-4E93-BAA3-BDAA2AC6E91A}"/>
              </a:ext>
            </a:extLst>
          </p:cNvPr>
          <p:cNvSpPr/>
          <p:nvPr/>
        </p:nvSpPr>
        <p:spPr>
          <a:xfrm>
            <a:off x="5258032" y="4629588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D50870D-71A5-4702-8822-65B56BB8F82E}"/>
              </a:ext>
            </a:extLst>
          </p:cNvPr>
          <p:cNvSpPr/>
          <p:nvPr/>
        </p:nvSpPr>
        <p:spPr>
          <a:xfrm>
            <a:off x="5548909" y="4629587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864F8F63-91D1-4984-B48E-CBF1EEA63AB2}"/>
              </a:ext>
            </a:extLst>
          </p:cNvPr>
          <p:cNvCxnSpPr>
            <a:cxnSpLocks/>
          </p:cNvCxnSpPr>
          <p:nvPr/>
        </p:nvCxnSpPr>
        <p:spPr>
          <a:xfrm flipH="1">
            <a:off x="4102059" y="3397746"/>
            <a:ext cx="419749" cy="1230800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D6F4925E-336B-42B8-B04C-B8A3EB25CB18}"/>
              </a:ext>
            </a:extLst>
          </p:cNvPr>
          <p:cNvCxnSpPr>
            <a:cxnSpLocks/>
          </p:cNvCxnSpPr>
          <p:nvPr/>
        </p:nvCxnSpPr>
        <p:spPr>
          <a:xfrm flipH="1">
            <a:off x="5248654" y="3398425"/>
            <a:ext cx="418827" cy="1237357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11ABEABF-C894-4D05-8537-8C5183401A5B}"/>
              </a:ext>
            </a:extLst>
          </p:cNvPr>
          <p:cNvSpPr/>
          <p:nvPr/>
        </p:nvSpPr>
        <p:spPr>
          <a:xfrm>
            <a:off x="6660726" y="2738927"/>
            <a:ext cx="1800200" cy="93697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DDBC15F-45E5-4A45-B88E-EDDE837ADE92}"/>
              </a:ext>
            </a:extLst>
          </p:cNvPr>
          <p:cNvSpPr txBox="1"/>
          <p:nvPr/>
        </p:nvSpPr>
        <p:spPr>
          <a:xfrm>
            <a:off x="6660726" y="2748467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磁盘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6DE5BE0-7484-4DFB-8C45-E606BEE8C3C1}"/>
              </a:ext>
            </a:extLst>
          </p:cNvPr>
          <p:cNvSpPr/>
          <p:nvPr/>
        </p:nvSpPr>
        <p:spPr>
          <a:xfrm>
            <a:off x="6913215" y="3185212"/>
            <a:ext cx="288032" cy="304271"/>
          </a:xfrm>
          <a:prstGeom prst="rect">
            <a:avLst/>
          </a:prstGeom>
          <a:pattFill prst="dkHorz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93E0530-2463-4D6C-9020-A32576F66B6D}"/>
              </a:ext>
            </a:extLst>
          </p:cNvPr>
          <p:cNvSpPr/>
          <p:nvPr/>
        </p:nvSpPr>
        <p:spPr>
          <a:xfrm>
            <a:off x="7204092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B6691E9-87BE-4A3E-84C6-BC39BB9F53B5}"/>
              </a:ext>
            </a:extLst>
          </p:cNvPr>
          <p:cNvSpPr/>
          <p:nvPr/>
        </p:nvSpPr>
        <p:spPr>
          <a:xfrm>
            <a:off x="7494969" y="3185213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08CAB8D-8DD3-470C-B64A-00BB86E9FA31}"/>
              </a:ext>
            </a:extLst>
          </p:cNvPr>
          <p:cNvSpPr/>
          <p:nvPr/>
        </p:nvSpPr>
        <p:spPr>
          <a:xfrm>
            <a:off x="7785846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88BB074C-28EF-4944-9FF8-D78B007CEC77}"/>
              </a:ext>
            </a:extLst>
          </p:cNvPr>
          <p:cNvSpPr/>
          <p:nvPr/>
        </p:nvSpPr>
        <p:spPr>
          <a:xfrm>
            <a:off x="2109423" y="1562547"/>
            <a:ext cx="3830729" cy="2132267"/>
          </a:xfrm>
          <a:custGeom>
            <a:avLst/>
            <a:gdLst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26582 w 4072270"/>
              <a:gd name="connsiteY5" fmla="*/ 1010093 h 2131828"/>
              <a:gd name="connsiteX6" fmla="*/ 0 w 4072270"/>
              <a:gd name="connsiteY6" fmla="*/ 0 h 2131828"/>
              <a:gd name="connsiteX0" fmla="*/ 10867 w 4083137"/>
              <a:gd name="connsiteY0" fmla="*/ 0 h 2131828"/>
              <a:gd name="connsiteX1" fmla="*/ 4083137 w 4083137"/>
              <a:gd name="connsiteY1" fmla="*/ 0 h 2131828"/>
              <a:gd name="connsiteX2" fmla="*/ 4083137 w 4083137"/>
              <a:gd name="connsiteY2" fmla="*/ 2131828 h 2131828"/>
              <a:gd name="connsiteX3" fmla="*/ 2275602 w 4083137"/>
              <a:gd name="connsiteY3" fmla="*/ 2131828 h 2131828"/>
              <a:gd name="connsiteX4" fmla="*/ 2275602 w 4083137"/>
              <a:gd name="connsiteY4" fmla="*/ 1010093 h 2131828"/>
              <a:gd name="connsiteX5" fmla="*/ 0 w 4083137"/>
              <a:gd name="connsiteY5" fmla="*/ 1010093 h 2131828"/>
              <a:gd name="connsiteX6" fmla="*/ 10867 w 4083137"/>
              <a:gd name="connsiteY6" fmla="*/ 0 h 2131828"/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15883 w 4072270"/>
              <a:gd name="connsiteY5" fmla="*/ 1004778 h 2131828"/>
              <a:gd name="connsiteX6" fmla="*/ 0 w 4072270"/>
              <a:gd name="connsiteY6" fmla="*/ 0 h 2131828"/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10533 w 4072270"/>
              <a:gd name="connsiteY5" fmla="*/ 1020724 h 2131828"/>
              <a:gd name="connsiteX6" fmla="*/ 0 w 4072270"/>
              <a:gd name="connsiteY6" fmla="*/ 0 h 2131828"/>
              <a:gd name="connsiteX0" fmla="*/ 167 w 4072437"/>
              <a:gd name="connsiteY0" fmla="*/ 0 h 2131828"/>
              <a:gd name="connsiteX1" fmla="*/ 4072437 w 4072437"/>
              <a:gd name="connsiteY1" fmla="*/ 0 h 2131828"/>
              <a:gd name="connsiteX2" fmla="*/ 4072437 w 4072437"/>
              <a:gd name="connsiteY2" fmla="*/ 2131828 h 2131828"/>
              <a:gd name="connsiteX3" fmla="*/ 2264902 w 4072437"/>
              <a:gd name="connsiteY3" fmla="*/ 2131828 h 2131828"/>
              <a:gd name="connsiteX4" fmla="*/ 2264902 w 4072437"/>
              <a:gd name="connsiteY4" fmla="*/ 1010093 h 2131828"/>
              <a:gd name="connsiteX5" fmla="*/ 0 w 4072437"/>
              <a:gd name="connsiteY5" fmla="*/ 1020724 h 2131828"/>
              <a:gd name="connsiteX6" fmla="*/ 167 w 4072437"/>
              <a:gd name="connsiteY6" fmla="*/ 0 h 2131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2437" h="2131828">
                <a:moveTo>
                  <a:pt x="167" y="0"/>
                </a:moveTo>
                <a:lnTo>
                  <a:pt x="4072437" y="0"/>
                </a:lnTo>
                <a:lnTo>
                  <a:pt x="4072437" y="2131828"/>
                </a:lnTo>
                <a:lnTo>
                  <a:pt x="2264902" y="2131828"/>
                </a:lnTo>
                <a:lnTo>
                  <a:pt x="2264902" y="1010093"/>
                </a:lnTo>
                <a:lnTo>
                  <a:pt x="0" y="1020724"/>
                </a:lnTo>
                <a:cubicBezTo>
                  <a:pt x="56" y="680483"/>
                  <a:pt x="111" y="340241"/>
                  <a:pt x="167" y="0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noFill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B3014545-78D6-4DF9-AE82-3E40B3D016D5}"/>
              </a:ext>
            </a:extLst>
          </p:cNvPr>
          <p:cNvSpPr/>
          <p:nvPr/>
        </p:nvSpPr>
        <p:spPr>
          <a:xfrm>
            <a:off x="4485770" y="1874637"/>
            <a:ext cx="1255407" cy="49895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V-NODE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4359B700-CDEA-48D5-B23B-05A7AA0D64BA}"/>
              </a:ext>
            </a:extLst>
          </p:cNvPr>
          <p:cNvCxnSpPr>
            <a:stCxn id="13" idx="6"/>
            <a:endCxn id="50" idx="2"/>
          </p:cNvCxnSpPr>
          <p:nvPr/>
        </p:nvCxnSpPr>
        <p:spPr>
          <a:xfrm>
            <a:off x="3630753" y="2124115"/>
            <a:ext cx="855017" cy="0"/>
          </a:xfrm>
          <a:prstGeom prst="straightConnector1">
            <a:avLst/>
          </a:prstGeom>
          <a:ln w="1905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3235EA77-8984-41D7-8615-B449C65DCC5F}"/>
              </a:ext>
            </a:extLst>
          </p:cNvPr>
          <p:cNvCxnSpPr/>
          <p:nvPr/>
        </p:nvCxnSpPr>
        <p:spPr>
          <a:xfrm>
            <a:off x="1907704" y="3359549"/>
            <a:ext cx="601235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D66EDDEF-053F-47C1-9F65-1CA789FCCC63}"/>
              </a:ext>
            </a:extLst>
          </p:cNvPr>
          <p:cNvCxnSpPr/>
          <p:nvPr/>
        </p:nvCxnSpPr>
        <p:spPr>
          <a:xfrm>
            <a:off x="6012160" y="3289548"/>
            <a:ext cx="54104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C0FBB5C9-1AF3-4651-BADF-8B0E5CAB5154}"/>
              </a:ext>
            </a:extLst>
          </p:cNvPr>
          <p:cNvSpPr txBox="1"/>
          <p:nvPr/>
        </p:nvSpPr>
        <p:spPr>
          <a:xfrm>
            <a:off x="5940152" y="2534198"/>
            <a:ext cx="7953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close </a:t>
            </a:r>
            <a:r>
              <a:rPr lang="zh-CN" altLang="en-US" sz="1400" dirty="0"/>
              <a:t>或 </a:t>
            </a:r>
            <a:r>
              <a:rPr lang="en-US" altLang="zh-CN" sz="1400" dirty="0" err="1"/>
              <a:t>msync</a:t>
            </a:r>
            <a:endParaRPr lang="zh-CN" altLang="en-US" sz="14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4D96D19D-D934-463A-8A9B-4BD0A8AB69C4}"/>
              </a:ext>
            </a:extLst>
          </p:cNvPr>
          <p:cNvSpPr txBox="1"/>
          <p:nvPr/>
        </p:nvSpPr>
        <p:spPr>
          <a:xfrm>
            <a:off x="1139695" y="3214117"/>
            <a:ext cx="887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写内存</a:t>
            </a:r>
          </a:p>
        </p:txBody>
      </p:sp>
      <p:sp>
        <p:nvSpPr>
          <p:cNvPr id="48" name="流程图: 接点 47">
            <a:extLst>
              <a:ext uri="{FF2B5EF4-FFF2-40B4-BE49-F238E27FC236}">
                <a16:creationId xmlns:a16="http://schemas.microsoft.com/office/drawing/2014/main" id="{061812D9-1158-471D-866D-BD0741C35E4B}"/>
              </a:ext>
            </a:extLst>
          </p:cNvPr>
          <p:cNvSpPr/>
          <p:nvPr/>
        </p:nvSpPr>
        <p:spPr>
          <a:xfrm>
            <a:off x="6119186" y="2241468"/>
            <a:ext cx="323147" cy="32314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069254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A8696C-3ECC-428B-B487-49AF19BC8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MMAP </a:t>
            </a:r>
            <a:r>
              <a:rPr lang="zh-CN" altLang="en-US" dirty="0"/>
              <a:t>的优化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F53CCA-70DA-43AE-ABCC-79D93311F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Prefault</a:t>
            </a:r>
            <a:endParaRPr lang="en-US" altLang="zh-CN" dirty="0"/>
          </a:p>
          <a:p>
            <a:pPr lvl="1"/>
            <a:r>
              <a:rPr lang="zh-CN" altLang="en-US" dirty="0"/>
              <a:t>每次 </a:t>
            </a:r>
            <a:r>
              <a:rPr lang="en-US" altLang="zh-CN" dirty="0"/>
              <a:t>page fault </a:t>
            </a:r>
            <a:r>
              <a:rPr lang="zh-CN" altLang="en-US" dirty="0"/>
              <a:t>载入连续的多个页，减少 </a:t>
            </a:r>
            <a:r>
              <a:rPr lang="en-US" altLang="zh-CN" dirty="0"/>
              <a:t>fault </a:t>
            </a:r>
            <a:r>
              <a:rPr lang="zh-CN" altLang="en-US" dirty="0"/>
              <a:t>次数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dirty="0"/>
              <a:t>MAP_POPULATE</a:t>
            </a:r>
          </a:p>
          <a:p>
            <a:pPr lvl="1"/>
            <a:r>
              <a:rPr lang="zh-CN" altLang="en-US" dirty="0"/>
              <a:t>通过一个包含 </a:t>
            </a:r>
            <a:r>
              <a:rPr lang="en-US" altLang="zh-CN" dirty="0"/>
              <a:t>MAP_POPULATE </a:t>
            </a:r>
            <a:r>
              <a:rPr lang="zh-CN" altLang="en-US" dirty="0"/>
              <a:t>的 </a:t>
            </a:r>
            <a:r>
              <a:rPr lang="en-US" altLang="zh-CN" dirty="0"/>
              <a:t>flags </a:t>
            </a:r>
            <a:r>
              <a:rPr lang="zh-CN" altLang="en-US" dirty="0"/>
              <a:t>参数，可以在调用 </a:t>
            </a:r>
            <a:r>
              <a:rPr lang="en-US" altLang="zh-CN" dirty="0" err="1"/>
              <a:t>mmap</a:t>
            </a:r>
            <a:r>
              <a:rPr lang="en-US" altLang="zh-CN" dirty="0"/>
              <a:t> </a:t>
            </a:r>
            <a:r>
              <a:rPr lang="zh-CN" altLang="en-US" dirty="0"/>
              <a:t>时就预取所有的页，此后访问不会 </a:t>
            </a:r>
            <a:r>
              <a:rPr lang="en-US" altLang="zh-CN" dirty="0"/>
              <a:t>fault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787DBD-4266-4AE7-B3AB-8B08D4533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475056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A25E27-D97A-D744-89F5-34581B975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思考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6FDDBE-62B1-A94C-9D77-3A472179F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问：</a:t>
            </a:r>
            <a:r>
              <a:rPr kumimoji="1" lang="en-US" altLang="zh-CN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mmap</a:t>
            </a:r>
            <a:r>
              <a:rPr kumimoji="1" lang="zh-CN" altLang="en-US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匿名映射与文件映射的区别是什么？</a:t>
            </a:r>
            <a:endParaRPr kumimoji="1" lang="en-US" altLang="zh-CN" sz="240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1"/>
            <a:r>
              <a:rPr kumimoji="1" lang="zh-CN" altLang="en-US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没有</a:t>
            </a:r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backup</a:t>
            </a:r>
            <a:r>
              <a:rPr kumimoji="1" lang="zh-CN" altLang="en-US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 </a:t>
            </a:r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file</a:t>
            </a:r>
            <a:r>
              <a:rPr kumimoji="1" lang="zh-CN" altLang="en-US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，内存的初始值从哪里来？</a:t>
            </a:r>
            <a:endParaRPr kumimoji="1" lang="en-US" altLang="zh-CN" sz="200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r>
              <a:rPr kumimoji="1" lang="zh-CN" altLang="en-US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问：如果</a:t>
            </a:r>
            <a:r>
              <a:rPr kumimoji="1" lang="en-US" altLang="zh-CN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OS</a:t>
            </a:r>
            <a:r>
              <a:rPr kumimoji="1" lang="zh-CN" altLang="en-US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仅采用立即映射，还需要</a:t>
            </a:r>
            <a:r>
              <a:rPr kumimoji="1" lang="en-US" altLang="zh-CN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VMA</a:t>
            </a:r>
            <a:r>
              <a:rPr kumimoji="1" lang="zh-CN" altLang="en-US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么？</a:t>
            </a:r>
            <a:endParaRPr kumimoji="1" lang="en-US" altLang="zh-CN" sz="240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1"/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VMA</a:t>
            </a:r>
            <a:r>
              <a:rPr kumimoji="1" lang="zh-CN" altLang="en-US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记录的信息和页表记录的信息有何不同？</a:t>
            </a:r>
            <a:endParaRPr kumimoji="1" lang="en-US" altLang="zh-CN" sz="2000" dirty="0"/>
          </a:p>
          <a:p>
            <a:r>
              <a:rPr kumimoji="1" lang="zh-CN" altLang="en-US" sz="2400" dirty="0"/>
              <a:t>问：</a:t>
            </a:r>
            <a:r>
              <a:rPr kumimoji="1" lang="en-US" altLang="zh-CN" sz="2400" dirty="0"/>
              <a:t>demand-paging</a:t>
            </a:r>
            <a:r>
              <a:rPr kumimoji="1" lang="zh-CN" altLang="en-US" sz="2400" dirty="0"/>
              <a:t>是否可通过网络来实现？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如果都通过网络，本地是否还需要磁盘？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82D9B9-15BD-F84A-9ACD-8251DF5E5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66949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4E491A-F27D-6643-80E0-06F48660F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435280" cy="900442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/>
              <a:t>小知识：</a:t>
            </a:r>
            <a:r>
              <a:rPr kumimoji="1" lang="en-US" altLang="zh-CN" dirty="0"/>
              <a:t>OS</a:t>
            </a:r>
            <a:r>
              <a:rPr kumimoji="1" lang="zh-CN" altLang="en-US" dirty="0"/>
              <a:t>可向应用提供灵活的内存管理</a:t>
            </a:r>
            <a:r>
              <a:rPr kumimoji="1" lang="en-US" altLang="zh-CN" dirty="0"/>
              <a:t>API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0074B0-7D54-CB43-A2C4-E8723E631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63461"/>
          </a:xfrm>
        </p:spPr>
        <p:txBody>
          <a:bodyPr>
            <a:normAutofit/>
          </a:bodyPr>
          <a:lstStyle/>
          <a:p>
            <a:r>
              <a:rPr kumimoji="1" lang="en-US" altLang="zh-CN" sz="2400" dirty="0" err="1"/>
              <a:t>madvise</a:t>
            </a:r>
            <a:endParaRPr kumimoji="1" lang="en-US" altLang="zh-CN" sz="2400" dirty="0"/>
          </a:p>
          <a:p>
            <a:pPr lvl="1"/>
            <a:r>
              <a:rPr kumimoji="1" lang="en-US" altLang="zh-CN" sz="2000" dirty="0">
                <a:solidFill>
                  <a:schemeClr val="tx1"/>
                </a:solidFill>
              </a:rPr>
              <a:t>int </a:t>
            </a:r>
            <a:r>
              <a:rPr kumimoji="1" lang="en-US" altLang="zh-CN" sz="2000" dirty="0" err="1">
                <a:solidFill>
                  <a:schemeClr val="tx1"/>
                </a:solidFill>
              </a:rPr>
              <a:t>madvise</a:t>
            </a:r>
            <a:r>
              <a:rPr kumimoji="1" lang="en-US" altLang="zh-CN" sz="2000" dirty="0">
                <a:solidFill>
                  <a:schemeClr val="tx1"/>
                </a:solidFill>
              </a:rPr>
              <a:t>(void *</a:t>
            </a:r>
            <a:r>
              <a:rPr kumimoji="1" lang="en-US" altLang="zh-CN" sz="2000" dirty="0" err="1">
                <a:solidFill>
                  <a:schemeClr val="tx1"/>
                </a:solidFill>
              </a:rPr>
              <a:t>addr</a:t>
            </a:r>
            <a:r>
              <a:rPr kumimoji="1" lang="en-US" altLang="zh-CN" sz="2000" dirty="0">
                <a:solidFill>
                  <a:schemeClr val="tx1"/>
                </a:solidFill>
              </a:rPr>
              <a:t>, </a:t>
            </a:r>
            <a:r>
              <a:rPr kumimoji="1" lang="en-US" altLang="zh-CN" sz="2000" dirty="0" err="1">
                <a:solidFill>
                  <a:schemeClr val="tx1"/>
                </a:solidFill>
              </a:rPr>
              <a:t>size_t</a:t>
            </a:r>
            <a:r>
              <a:rPr kumimoji="1" lang="en-US" altLang="zh-CN" sz="2000" dirty="0">
                <a:solidFill>
                  <a:schemeClr val="tx1"/>
                </a:solidFill>
              </a:rPr>
              <a:t> length, int advice)</a:t>
            </a:r>
          </a:p>
          <a:p>
            <a:pPr lvl="1"/>
            <a:r>
              <a:rPr kumimoji="1" lang="zh-CN" altLang="en-US" sz="2000" dirty="0"/>
              <a:t>将用户态的一些语义信息发给内核以便于优化</a:t>
            </a:r>
            <a:endParaRPr kumimoji="1" lang="en-US" altLang="zh-CN" sz="2000" dirty="0"/>
          </a:p>
          <a:p>
            <a:pPr lvl="2"/>
            <a:r>
              <a:rPr lang="zh-CN" altLang="en-US" sz="1800" dirty="0"/>
              <a:t>例如：将</a:t>
            </a:r>
            <a:r>
              <a:rPr lang="en-US" altLang="zh-CN" sz="1800" dirty="0" err="1"/>
              <a:t>madvise</a:t>
            </a:r>
            <a:r>
              <a:rPr lang="zh-CN" altLang="en-US" sz="1800" dirty="0"/>
              <a:t>和</a:t>
            </a:r>
            <a:r>
              <a:rPr lang="en-US" altLang="zh-CN" sz="1800" dirty="0"/>
              <a:t>mmap</a:t>
            </a:r>
            <a:r>
              <a:rPr lang="zh-CN" altLang="en-US" sz="1800" dirty="0"/>
              <a:t>搭配，在使用数据前告诉内核这一段数据需要使用，</a:t>
            </a:r>
            <a:r>
              <a:rPr lang="zh-CN" altLang="en-US" sz="1800" b="1" dirty="0">
                <a:solidFill>
                  <a:schemeClr val="accent1"/>
                </a:solidFill>
              </a:rPr>
              <a:t>建议</a:t>
            </a:r>
            <a:r>
              <a:rPr lang="en-US" altLang="zh-CN" sz="1800" dirty="0"/>
              <a:t>OS</a:t>
            </a:r>
            <a:r>
              <a:rPr lang="zh-CN" altLang="en-US" sz="1800" dirty="0"/>
              <a:t>提前分配物理页，减少缺页异常开销</a:t>
            </a:r>
            <a:endParaRPr kumimoji="1" lang="en-US" altLang="zh-CN" sz="1600" dirty="0"/>
          </a:p>
          <a:p>
            <a:pPr lvl="0"/>
            <a:r>
              <a:rPr kumimoji="1" lang="en-US" altLang="zh-CN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mprotect</a:t>
            </a:r>
            <a:endParaRPr kumimoji="1" lang="en-US" altLang="zh-CN" sz="200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1"/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int mprotect(void *</a:t>
            </a:r>
            <a:r>
              <a:rPr kumimoji="1" lang="en-US" altLang="zh-CN" sz="2000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addr</a:t>
            </a:r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, </a:t>
            </a:r>
            <a:r>
              <a:rPr kumimoji="1" lang="en-US" altLang="zh-CN" sz="2000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size_t</a:t>
            </a:r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 </a:t>
            </a:r>
            <a:r>
              <a:rPr kumimoji="1" lang="en-US" altLang="zh-CN" sz="2000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len</a:t>
            </a:r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, int </a:t>
            </a:r>
            <a:r>
              <a:rPr kumimoji="1" lang="en-US" altLang="zh-CN" sz="2000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prot</a:t>
            </a:r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);</a:t>
            </a:r>
          </a:p>
          <a:p>
            <a:pPr lvl="1"/>
            <a:r>
              <a:rPr kumimoji="1" lang="zh-CN" altLang="en-US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改变一段内存的权限</a:t>
            </a:r>
            <a:endParaRPr kumimoji="1" lang="en-US" altLang="zh-CN" sz="200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2"/>
            <a:r>
              <a:rPr kumimoji="1" lang="zh-CN" altLang="en-US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例如：</a:t>
            </a:r>
            <a:r>
              <a:rPr kumimoji="1" lang="en-US" altLang="zh-CN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JIT</a:t>
            </a:r>
            <a:r>
              <a:rPr kumimoji="1" lang="zh-CN" altLang="en-US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动态生成的二进制代码，需将内存由</a:t>
            </a:r>
            <a:r>
              <a:rPr kumimoji="1" lang="en-US" altLang="zh-CN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"</a:t>
            </a:r>
            <a:r>
              <a:rPr kumimoji="1" lang="zh-CN" altLang="en-US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可写</a:t>
            </a:r>
            <a:r>
              <a:rPr kumimoji="1" lang="en-US" altLang="zh-CN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"</a:t>
            </a:r>
            <a:r>
              <a:rPr kumimoji="1" lang="zh-CN" altLang="en-US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改</a:t>
            </a:r>
            <a:r>
              <a:rPr kumimoji="1" lang="en-US" altLang="zh-CN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"</a:t>
            </a:r>
            <a:r>
              <a:rPr kumimoji="1" lang="zh-CN" altLang="en-US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为可执行</a:t>
            </a:r>
            <a:r>
              <a:rPr kumimoji="1" lang="en-US" altLang="zh-CN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"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68D50E-8107-3C4D-94F0-BEB8FEB2C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159566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B9024A-72C6-3242-B102-716094E0C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可将物理内存看做是虚拟地址空间的</a:t>
            </a:r>
            <a:r>
              <a:rPr kumimoji="1" lang="en-US" altLang="zh-CN" dirty="0"/>
              <a:t>Cache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0C04AE-AF7E-5F4B-A300-70232DF1C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情景</a:t>
            </a:r>
            <a:r>
              <a:rPr kumimoji="1" lang="en-US" altLang="zh-CN" sz="2400" dirty="0"/>
              <a:t>1:</a:t>
            </a:r>
          </a:p>
          <a:p>
            <a:pPr lvl="1"/>
            <a:r>
              <a:rPr kumimoji="1" lang="zh-CN" altLang="en-US" sz="2000" dirty="0"/>
              <a:t>两个应用程序各自需要使用 </a:t>
            </a:r>
            <a:r>
              <a:rPr kumimoji="1" lang="en-US" altLang="zh-CN" sz="2000" dirty="0"/>
              <a:t>3GB </a:t>
            </a:r>
            <a:r>
              <a:rPr kumimoji="1" lang="zh-CN" altLang="en-US" sz="2000" dirty="0"/>
              <a:t>的物理内存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机器实际上总共只有 </a:t>
            </a:r>
            <a:r>
              <a:rPr kumimoji="1" lang="en-US" altLang="zh-CN" sz="2000" dirty="0"/>
              <a:t>4GB </a:t>
            </a:r>
            <a:r>
              <a:rPr kumimoji="1" lang="zh-CN" altLang="en-US" sz="2000" dirty="0"/>
              <a:t>的物理内存</a:t>
            </a:r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r>
              <a:rPr kumimoji="1" lang="zh-CN" altLang="en-US" sz="2400" dirty="0"/>
              <a:t>情景</a:t>
            </a:r>
            <a:r>
              <a:rPr kumimoji="1" lang="en-US" altLang="zh-CN" sz="2400" dirty="0"/>
              <a:t>2:</a:t>
            </a:r>
          </a:p>
          <a:p>
            <a:pPr lvl="1"/>
            <a:r>
              <a:rPr kumimoji="1" lang="zh-CN" altLang="en-US" sz="2000" dirty="0"/>
              <a:t>一个应用程序申请预先分配足够大的（虚拟）内存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实际上其中大部分的虚拟页最终都不会用到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DCED4D-073F-BC45-B8C3-BBCB09685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718747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0F3F26-DD44-8E42-90F0-3315C1C40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换页机制（</a:t>
            </a:r>
            <a:r>
              <a:rPr kumimoji="1" lang="en-US" altLang="zh-CN" dirty="0"/>
              <a:t>Swapping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9AF3CD-FC6F-EA43-9972-8A501FCE5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换页的基本思想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用磁盘作为物理内存的补充，且对上层应用透明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应用对虚拟内存的使用，不受物理内存大小限制</a:t>
            </a:r>
            <a:endParaRPr kumimoji="1" lang="en-US" altLang="zh-CN" sz="2000" dirty="0"/>
          </a:p>
          <a:p>
            <a:r>
              <a:rPr kumimoji="1" lang="zh-CN" altLang="en-US" sz="2400" dirty="0"/>
              <a:t>如何实现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磁盘上划分专门的</a:t>
            </a:r>
            <a:r>
              <a:rPr kumimoji="1" lang="en-US" altLang="zh-CN" sz="2000" dirty="0"/>
              <a:t>Swap</a:t>
            </a:r>
            <a:r>
              <a:rPr kumimoji="1" lang="zh-CN" altLang="en-US" sz="2000" dirty="0"/>
              <a:t>分区，或专门的</a:t>
            </a:r>
            <a:r>
              <a:rPr kumimoji="1" lang="en-US" altLang="zh-CN" sz="2000" dirty="0"/>
              <a:t>Swap</a:t>
            </a:r>
            <a:r>
              <a:rPr kumimoji="1" lang="zh-CN" altLang="en-US" sz="2000" dirty="0"/>
              <a:t>文件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在处理缺页异常时，触发物理内存页的换入换出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B49A0C-3E3F-A14C-A5BD-E7E71611B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889623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E84600-E16E-C045-9A09-89F57BF83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简单的换页示例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DDE630-238C-8C43-BF7B-3D35A4131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77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B296E06-1FD1-F24E-9986-592A5E4CB4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561356"/>
            <a:ext cx="8686800" cy="347113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5B7F1AB-2E32-9F4A-8F67-CCE9E63C3D8A}"/>
              </a:ext>
            </a:extLst>
          </p:cNvPr>
          <p:cNvSpPr txBox="1"/>
          <p:nvPr/>
        </p:nvSpPr>
        <p:spPr>
          <a:xfrm>
            <a:off x="1306766" y="1253006"/>
            <a:ext cx="31290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DA5148E-6EE6-984A-8222-8227551802BD}"/>
              </a:ext>
            </a:extLst>
          </p:cNvPr>
          <p:cNvSpPr txBox="1"/>
          <p:nvPr/>
        </p:nvSpPr>
        <p:spPr>
          <a:xfrm>
            <a:off x="4354022" y="1253006"/>
            <a:ext cx="31290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423EB8C-D644-8C48-B8C5-298B97C9A699}"/>
              </a:ext>
            </a:extLst>
          </p:cNvPr>
          <p:cNvSpPr txBox="1"/>
          <p:nvPr/>
        </p:nvSpPr>
        <p:spPr>
          <a:xfrm>
            <a:off x="7620000" y="1253006"/>
            <a:ext cx="31290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3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895174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0AD820-8ACC-4F29-8BBC-415F09ED9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Page Faults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E98264-EEC9-49DF-A78D-9D3550F36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1163959"/>
          </a:xfrm>
        </p:spPr>
        <p:txBody>
          <a:bodyPr>
            <a:noAutofit/>
          </a:bodyPr>
          <a:lstStyle/>
          <a:p>
            <a:r>
              <a:rPr lang="zh-CN" altLang="en-US" sz="2000" dirty="0">
                <a:latin typeface="+mn-ea"/>
                <a:ea typeface="+mn-ea"/>
              </a:rPr>
              <a:t>换页（</a:t>
            </a:r>
            <a:r>
              <a:rPr lang="en-US" altLang="zh-CN" sz="2000" dirty="0">
                <a:latin typeface="+mn-ea"/>
                <a:ea typeface="+mn-ea"/>
              </a:rPr>
              <a:t>Swapping</a:t>
            </a:r>
            <a:r>
              <a:rPr lang="zh-CN" altLang="en-US" sz="2000" dirty="0">
                <a:latin typeface="+mn-ea"/>
                <a:ea typeface="+mn-ea"/>
              </a:rPr>
              <a:t>）</a:t>
            </a:r>
            <a:endParaRPr lang="en-US" altLang="zh-CN" sz="2000" dirty="0">
              <a:latin typeface="+mn-ea"/>
              <a:ea typeface="+mn-ea"/>
            </a:endParaRPr>
          </a:p>
          <a:p>
            <a:r>
              <a:rPr lang="zh-CN" altLang="en-US" sz="2000" dirty="0">
                <a:latin typeface="+mn-ea"/>
                <a:ea typeface="+mn-ea"/>
              </a:rPr>
              <a:t>页面分配（</a:t>
            </a:r>
            <a:r>
              <a:rPr lang="en-US" altLang="zh-CN" sz="2000" dirty="0">
                <a:latin typeface="+mn-ea"/>
                <a:ea typeface="+mn-ea"/>
              </a:rPr>
              <a:t>Paging</a:t>
            </a:r>
            <a:r>
              <a:rPr lang="zh-CN" altLang="en-US" sz="2000" dirty="0">
                <a:latin typeface="+mn-ea"/>
                <a:ea typeface="+mn-ea"/>
              </a:rPr>
              <a:t>）</a:t>
            </a:r>
            <a:endParaRPr lang="en-US" altLang="zh-CN" sz="2000" dirty="0">
              <a:latin typeface="+mn-ea"/>
              <a:ea typeface="+mn-ea"/>
            </a:endParaRPr>
          </a:p>
          <a:p>
            <a:r>
              <a:rPr lang="zh-CN" altLang="en-US" sz="2000" dirty="0">
                <a:latin typeface="+mn-ea"/>
                <a:ea typeface="+mn-ea"/>
              </a:rPr>
              <a:t>页面按需分配（</a:t>
            </a:r>
            <a:r>
              <a:rPr lang="en-US" altLang="zh-CN" sz="2000" dirty="0">
                <a:latin typeface="+mn-ea"/>
                <a:ea typeface="+mn-ea"/>
              </a:rPr>
              <a:t>Demand paging</a:t>
            </a:r>
            <a:r>
              <a:rPr lang="zh-CN" altLang="en-US" sz="2000" dirty="0">
                <a:latin typeface="+mn-ea"/>
                <a:ea typeface="+mn-ea"/>
              </a:rPr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342BD0-C706-48E1-A677-F87E91BF4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78</a:t>
            </a:fld>
            <a:endParaRPr lang="zh-CN" altLang="en-US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B47AFF1D-C197-476C-8AEA-AA580FFC7D0F}"/>
              </a:ext>
            </a:extLst>
          </p:cNvPr>
          <p:cNvGrpSpPr>
            <a:grpSpLocks/>
          </p:cNvGrpSpPr>
          <p:nvPr/>
        </p:nvGrpSpPr>
        <p:grpSpPr bwMode="auto">
          <a:xfrm>
            <a:off x="827584" y="3086369"/>
            <a:ext cx="7175500" cy="2514864"/>
            <a:chOff x="144" y="2133"/>
            <a:chExt cx="5424" cy="1901"/>
          </a:xfrm>
        </p:grpSpPr>
        <p:sp>
          <p:nvSpPr>
            <p:cNvPr id="7" name="AutoShape 5">
              <a:extLst>
                <a:ext uri="{FF2B5EF4-FFF2-40B4-BE49-F238E27FC236}">
                  <a16:creationId xmlns:a16="http://schemas.microsoft.com/office/drawing/2014/main" id="{D7650DD9-C0BA-4AAF-BB85-C6624F841ED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3" y="2981"/>
              <a:ext cx="431" cy="403"/>
            </a:xfrm>
            <a:prstGeom prst="roundRect">
              <a:avLst>
                <a:gd name="adj" fmla="val 38986"/>
              </a:avLst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" name="AutoShape 6">
              <a:extLst>
                <a:ext uri="{FF2B5EF4-FFF2-40B4-BE49-F238E27FC236}">
                  <a16:creationId xmlns:a16="http://schemas.microsoft.com/office/drawing/2014/main" id="{6CBA5194-AAE4-4A54-B5B5-88756DD8B6B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2952"/>
              <a:ext cx="431" cy="403"/>
            </a:xfrm>
            <a:prstGeom prst="roundRect">
              <a:avLst>
                <a:gd name="adj" fmla="val 38986"/>
              </a:avLst>
            </a:prstGeom>
            <a:solidFill>
              <a:srgbClr val="FF0000">
                <a:alpha val="50195"/>
              </a:srgbClr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CPU</a:t>
              </a:r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9FEA89EC-6C3E-4011-83A0-7196F13DA95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02" y="2463"/>
              <a:ext cx="633" cy="1238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A770831F-7076-4EB2-BFCE-3052B4F3A73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73" y="2434"/>
              <a:ext cx="633" cy="1238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7E52E1EA-ABBC-4C2B-BA5B-4DDE70A1ECA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74" y="2492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" name="Rectangle 10">
              <a:extLst>
                <a:ext uri="{FF2B5EF4-FFF2-40B4-BE49-F238E27FC236}">
                  <a16:creationId xmlns:a16="http://schemas.microsoft.com/office/drawing/2014/main" id="{6A96FA87-C31B-487D-919D-E0870FE093B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74" y="2578"/>
              <a:ext cx="346" cy="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6BAECCC5-B98E-46C2-9BC0-4261CE43445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74" y="2665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4" name="Rectangle 12">
              <a:extLst>
                <a:ext uri="{FF2B5EF4-FFF2-40B4-BE49-F238E27FC236}">
                  <a16:creationId xmlns:a16="http://schemas.microsoft.com/office/drawing/2014/main" id="{B82F25C0-D706-46AB-82D7-C34DAB81A30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74" y="2751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5" name="Rectangle 13">
              <a:extLst>
                <a:ext uri="{FF2B5EF4-FFF2-40B4-BE49-F238E27FC236}">
                  <a16:creationId xmlns:a16="http://schemas.microsoft.com/office/drawing/2014/main" id="{42DBD02E-82E2-4518-978E-00F4BB61405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74" y="2837"/>
              <a:ext cx="346" cy="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34C2A196-95B0-4719-BE59-72E3BCB09CC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74" y="3010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91A91E44-DE19-4430-AEFB-B23889442FD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74" y="2924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" name="Rectangle 16">
              <a:extLst>
                <a:ext uri="{FF2B5EF4-FFF2-40B4-BE49-F238E27FC236}">
                  <a16:creationId xmlns:a16="http://schemas.microsoft.com/office/drawing/2014/main" id="{83AC5F2C-6ACF-4452-9013-15D970C087D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74" y="3096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9" name="Rectangle 17">
              <a:extLst>
                <a:ext uri="{FF2B5EF4-FFF2-40B4-BE49-F238E27FC236}">
                  <a16:creationId xmlns:a16="http://schemas.microsoft.com/office/drawing/2014/main" id="{F9A37572-80FD-4CD5-A4F4-60FF6902990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74" y="3182"/>
              <a:ext cx="346" cy="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" name="Rectangle 18">
              <a:extLst>
                <a:ext uri="{FF2B5EF4-FFF2-40B4-BE49-F238E27FC236}">
                  <a16:creationId xmlns:a16="http://schemas.microsoft.com/office/drawing/2014/main" id="{09295A9B-B904-48C7-BB3F-342DCCA80A9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74" y="3269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6A9D3E0E-1F0A-4CE3-B669-AFFACAEA0A8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74" y="3355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" name="Rectangle 20">
              <a:extLst>
                <a:ext uri="{FF2B5EF4-FFF2-40B4-BE49-F238E27FC236}">
                  <a16:creationId xmlns:a16="http://schemas.microsoft.com/office/drawing/2014/main" id="{8B5B20A6-6DF1-4B93-AFC8-D79777ED4F6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74" y="3528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3" name="Rectangle 21">
              <a:extLst>
                <a:ext uri="{FF2B5EF4-FFF2-40B4-BE49-F238E27FC236}">
                  <a16:creationId xmlns:a16="http://schemas.microsoft.com/office/drawing/2014/main" id="{8D653B2A-4244-4271-A3FC-FE5A2DF0C42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74" y="3441"/>
              <a:ext cx="346" cy="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" name="Text Box 22">
              <a:extLst>
                <a:ext uri="{FF2B5EF4-FFF2-40B4-BE49-F238E27FC236}">
                  <a16:creationId xmlns:a16="http://schemas.microsoft.com/office/drawing/2014/main" id="{5793990C-62EB-4F7C-93E6-6B67C11571A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228" y="2266"/>
              <a:ext cx="343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zh-CN" altLang="en-US" sz="1167" b="1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内存</a:t>
              </a:r>
              <a:endParaRPr lang="en-US" altLang="zh-CN" sz="1167" b="1" dirty="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2B26900E-39CA-4300-A264-F2389DE8FE4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37" y="2751"/>
              <a:ext cx="460" cy="892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6" name="Rectangle 24">
              <a:extLst>
                <a:ext uri="{FF2B5EF4-FFF2-40B4-BE49-F238E27FC236}">
                  <a16:creationId xmlns:a16="http://schemas.microsoft.com/office/drawing/2014/main" id="{0069C924-02ED-4D4A-9DDC-4AF089AD41A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08" y="2722"/>
              <a:ext cx="460" cy="892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7" name="Rectangle 25">
              <a:extLst>
                <a:ext uri="{FF2B5EF4-FFF2-40B4-BE49-F238E27FC236}">
                  <a16:creationId xmlns:a16="http://schemas.microsoft.com/office/drawing/2014/main" id="{C5DCF1B6-47B0-4A60-867B-57640B83BE8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09" y="2780"/>
              <a:ext cx="202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8" name="Rectangle 26">
              <a:extLst>
                <a:ext uri="{FF2B5EF4-FFF2-40B4-BE49-F238E27FC236}">
                  <a16:creationId xmlns:a16="http://schemas.microsoft.com/office/drawing/2014/main" id="{87D9F324-C795-429C-9B61-95B715A7166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09" y="2866"/>
              <a:ext cx="202" cy="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9" name="Rectangle 27">
              <a:extLst>
                <a:ext uri="{FF2B5EF4-FFF2-40B4-BE49-F238E27FC236}">
                  <a16:creationId xmlns:a16="http://schemas.microsoft.com/office/drawing/2014/main" id="{1836630A-BC5B-4490-A39A-2B4748981B1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09" y="2953"/>
              <a:ext cx="202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0" name="Rectangle 28">
              <a:extLst>
                <a:ext uri="{FF2B5EF4-FFF2-40B4-BE49-F238E27FC236}">
                  <a16:creationId xmlns:a16="http://schemas.microsoft.com/office/drawing/2014/main" id="{E5D7749C-6534-417D-9677-44D7B6782D0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09" y="3039"/>
              <a:ext cx="202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CA3C7557-2F8E-4C20-9536-71345848191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09" y="3125"/>
              <a:ext cx="202" cy="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" name="Rectangle 30">
              <a:extLst>
                <a:ext uri="{FF2B5EF4-FFF2-40B4-BE49-F238E27FC236}">
                  <a16:creationId xmlns:a16="http://schemas.microsoft.com/office/drawing/2014/main" id="{2EA0B574-5ED7-4DAF-A320-79D47DA6892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09" y="3298"/>
              <a:ext cx="202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50E12659-9ED3-48EB-BD93-9450483F9D7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09" y="3212"/>
              <a:ext cx="202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4" name="Rectangle 32">
              <a:extLst>
                <a:ext uri="{FF2B5EF4-FFF2-40B4-BE49-F238E27FC236}">
                  <a16:creationId xmlns:a16="http://schemas.microsoft.com/office/drawing/2014/main" id="{A2AD98D1-18D8-4F2A-8914-55941BADC54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09" y="3384"/>
              <a:ext cx="202" cy="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5" name="Rectangle 33">
              <a:extLst>
                <a:ext uri="{FF2B5EF4-FFF2-40B4-BE49-F238E27FC236}">
                  <a16:creationId xmlns:a16="http://schemas.microsoft.com/office/drawing/2014/main" id="{0AEB591E-F1E0-4136-B4BD-7F9F967BB57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09" y="3471"/>
              <a:ext cx="202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6" name="Text Box 34">
              <a:extLst>
                <a:ext uri="{FF2B5EF4-FFF2-40B4-BE49-F238E27FC236}">
                  <a16:creationId xmlns:a16="http://schemas.microsoft.com/office/drawing/2014/main" id="{3CEB8592-162E-45CE-ACBB-7D53C942052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67" y="2553"/>
              <a:ext cx="343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zh-CN" altLang="en-US" sz="1167" b="1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页表</a:t>
              </a:r>
              <a:endParaRPr lang="en-US" altLang="zh-CN" sz="1167" b="1" dirty="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37" name="Line 35">
              <a:extLst>
                <a:ext uri="{FF2B5EF4-FFF2-40B4-BE49-F238E27FC236}">
                  <a16:creationId xmlns:a16="http://schemas.microsoft.com/office/drawing/2014/main" id="{0BBDBEA5-505D-4D85-B2A2-D5A94A0809C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321" y="2995"/>
              <a:ext cx="953" cy="418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8" name="Line 36">
              <a:extLst>
                <a:ext uri="{FF2B5EF4-FFF2-40B4-BE49-F238E27FC236}">
                  <a16:creationId xmlns:a16="http://schemas.microsoft.com/office/drawing/2014/main" id="{85B10936-19C6-45DF-B6C2-1E28BEB5CB4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324" y="2895"/>
              <a:ext cx="950" cy="432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39" name="Line 37">
              <a:extLst>
                <a:ext uri="{FF2B5EF4-FFF2-40B4-BE49-F238E27FC236}">
                  <a16:creationId xmlns:a16="http://schemas.microsoft.com/office/drawing/2014/main" id="{58528839-5E85-4976-8D7A-9FAA4D9F1F4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209" y="3384"/>
              <a:ext cx="202" cy="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40" name="Line 38">
              <a:extLst>
                <a:ext uri="{FF2B5EF4-FFF2-40B4-BE49-F238E27FC236}">
                  <a16:creationId xmlns:a16="http://schemas.microsoft.com/office/drawing/2014/main" id="{2648BEA9-1945-4AAF-83F1-4F32DCF2DCC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1209" y="3384"/>
              <a:ext cx="202" cy="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41" name="Line 39">
              <a:extLst>
                <a:ext uri="{FF2B5EF4-FFF2-40B4-BE49-F238E27FC236}">
                  <a16:creationId xmlns:a16="http://schemas.microsoft.com/office/drawing/2014/main" id="{9D2EDE68-8C31-4073-BAA5-01FEA1E06BC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209" y="3125"/>
              <a:ext cx="202" cy="8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42" name="Line 40">
              <a:extLst>
                <a:ext uri="{FF2B5EF4-FFF2-40B4-BE49-F238E27FC236}">
                  <a16:creationId xmlns:a16="http://schemas.microsoft.com/office/drawing/2014/main" id="{8C4D0752-330D-4886-B72B-6CB240C2849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1209" y="3125"/>
              <a:ext cx="202" cy="8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43" name="Rectangle 41">
              <a:extLst>
                <a:ext uri="{FF2B5EF4-FFF2-40B4-BE49-F238E27FC236}">
                  <a16:creationId xmlns:a16="http://schemas.microsoft.com/office/drawing/2014/main" id="{7114E753-1C2F-4B84-83DB-C1E4B4C52B1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26" y="3730"/>
              <a:ext cx="489" cy="144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" name="Oval 42">
              <a:extLst>
                <a:ext uri="{FF2B5EF4-FFF2-40B4-BE49-F238E27FC236}">
                  <a16:creationId xmlns:a16="http://schemas.microsoft.com/office/drawing/2014/main" id="{CC7F410B-9EE8-4B75-96D2-A7655C4C8EF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26" y="3672"/>
              <a:ext cx="489" cy="115"/>
            </a:xfrm>
            <a:prstGeom prst="ellipse">
              <a:avLst/>
            </a:prstGeom>
            <a:solidFill>
              <a:srgbClr val="FF0000">
                <a:alpha val="50195"/>
              </a:srgbClr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5" name="Line 43">
              <a:extLst>
                <a:ext uri="{FF2B5EF4-FFF2-40B4-BE49-F238E27FC236}">
                  <a16:creationId xmlns:a16="http://schemas.microsoft.com/office/drawing/2014/main" id="{43DFF333-350A-4474-9BBC-14C5E0AEDEF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26" y="3730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46" name="Line 44">
              <a:extLst>
                <a:ext uri="{FF2B5EF4-FFF2-40B4-BE49-F238E27FC236}">
                  <a16:creationId xmlns:a16="http://schemas.microsoft.com/office/drawing/2014/main" id="{E4D486A3-0EAA-409B-8489-763F51D6C9C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015" y="3730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47" name="Freeform 45">
              <a:extLst>
                <a:ext uri="{FF2B5EF4-FFF2-40B4-BE49-F238E27FC236}">
                  <a16:creationId xmlns:a16="http://schemas.microsoft.com/office/drawing/2014/main" id="{93172BEC-2A3A-43DE-9B3C-377514833F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526" y="3874"/>
              <a:ext cx="489" cy="50"/>
            </a:xfrm>
            <a:custGeom>
              <a:avLst/>
              <a:gdLst>
                <a:gd name="T0" fmla="*/ 0 w 816"/>
                <a:gd name="T1" fmla="*/ 0 h 84"/>
                <a:gd name="T2" fmla="*/ 1 w 816"/>
                <a:gd name="T3" fmla="*/ 1 h 84"/>
                <a:gd name="T4" fmla="*/ 1 w 816"/>
                <a:gd name="T5" fmla="*/ 1 h 84"/>
                <a:gd name="T6" fmla="*/ 1 w 816"/>
                <a:gd name="T7" fmla="*/ 1 h 84"/>
                <a:gd name="T8" fmla="*/ 1 w 816"/>
                <a:gd name="T9" fmla="*/ 0 h 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6"/>
                <a:gd name="T16" fmla="*/ 0 h 84"/>
                <a:gd name="T17" fmla="*/ 816 w 816"/>
                <a:gd name="T18" fmla="*/ 84 h 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6" h="84">
                  <a:moveTo>
                    <a:pt x="0" y="0"/>
                  </a:moveTo>
                  <a:cubicBezTo>
                    <a:pt x="25" y="10"/>
                    <a:pt x="81" y="46"/>
                    <a:pt x="150" y="60"/>
                  </a:cubicBezTo>
                  <a:cubicBezTo>
                    <a:pt x="219" y="74"/>
                    <a:pt x="326" y="84"/>
                    <a:pt x="414" y="84"/>
                  </a:cubicBezTo>
                  <a:cubicBezTo>
                    <a:pt x="502" y="84"/>
                    <a:pt x="611" y="74"/>
                    <a:pt x="678" y="60"/>
                  </a:cubicBezTo>
                  <a:cubicBezTo>
                    <a:pt x="745" y="46"/>
                    <a:pt x="787" y="12"/>
                    <a:pt x="816" y="0"/>
                  </a:cubicBezTo>
                </a:path>
              </a:pathLst>
            </a:custGeom>
            <a:solidFill>
              <a:srgbClr val="FF0000">
                <a:alpha val="50195"/>
              </a:srgbClr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48" name="Text Box 46">
              <a:extLst>
                <a:ext uri="{FF2B5EF4-FFF2-40B4-BE49-F238E27FC236}">
                  <a16:creationId xmlns:a16="http://schemas.microsoft.com/office/drawing/2014/main" id="{95AE610D-9535-4657-B5BE-6C40C9E969D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618" y="3759"/>
              <a:ext cx="343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zh-CN" altLang="en-US" sz="1167" b="1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磁盘</a:t>
              </a:r>
              <a:endParaRPr lang="en-US" altLang="zh-CN" sz="1167" b="1" dirty="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49" name="Freeform 47">
              <a:extLst>
                <a:ext uri="{FF2B5EF4-FFF2-40B4-BE49-F238E27FC236}">
                  <a16:creationId xmlns:a16="http://schemas.microsoft.com/office/drawing/2014/main" id="{DA8C2ABF-F441-4084-B539-77E89889565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313" y="3172"/>
              <a:ext cx="490" cy="500"/>
            </a:xfrm>
            <a:custGeom>
              <a:avLst/>
              <a:gdLst>
                <a:gd name="T0" fmla="*/ 0 w 817"/>
                <a:gd name="T1" fmla="*/ 0 h 834"/>
                <a:gd name="T2" fmla="*/ 1 w 817"/>
                <a:gd name="T3" fmla="*/ 1 h 834"/>
                <a:gd name="T4" fmla="*/ 1 w 817"/>
                <a:gd name="T5" fmla="*/ 1 h 834"/>
                <a:gd name="T6" fmla="*/ 1 w 817"/>
                <a:gd name="T7" fmla="*/ 1 h 834"/>
                <a:gd name="T8" fmla="*/ 1 w 817"/>
                <a:gd name="T9" fmla="*/ 1 h 8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7"/>
                <a:gd name="T16" fmla="*/ 0 h 834"/>
                <a:gd name="T17" fmla="*/ 817 w 817"/>
                <a:gd name="T18" fmla="*/ 834 h 8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7" h="834">
                  <a:moveTo>
                    <a:pt x="0" y="0"/>
                  </a:moveTo>
                  <a:cubicBezTo>
                    <a:pt x="58" y="7"/>
                    <a:pt x="243" y="9"/>
                    <a:pt x="348" y="42"/>
                  </a:cubicBezTo>
                  <a:cubicBezTo>
                    <a:pt x="453" y="75"/>
                    <a:pt x="557" y="121"/>
                    <a:pt x="630" y="198"/>
                  </a:cubicBezTo>
                  <a:cubicBezTo>
                    <a:pt x="703" y="275"/>
                    <a:pt x="755" y="398"/>
                    <a:pt x="786" y="504"/>
                  </a:cubicBezTo>
                  <a:cubicBezTo>
                    <a:pt x="817" y="610"/>
                    <a:pt x="810" y="765"/>
                    <a:pt x="816" y="834"/>
                  </a:cubicBez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50" name="Freeform 48">
              <a:extLst>
                <a:ext uri="{FF2B5EF4-FFF2-40B4-BE49-F238E27FC236}">
                  <a16:creationId xmlns:a16="http://schemas.microsoft.com/office/drawing/2014/main" id="{EEAC51CF-A12B-4C2B-A5BF-071C4710DB3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310" y="3427"/>
              <a:ext cx="417" cy="245"/>
            </a:xfrm>
            <a:custGeom>
              <a:avLst/>
              <a:gdLst>
                <a:gd name="T0" fmla="*/ 0 w 817"/>
                <a:gd name="T1" fmla="*/ 0 h 834"/>
                <a:gd name="T2" fmla="*/ 1 w 817"/>
                <a:gd name="T3" fmla="*/ 0 h 834"/>
                <a:gd name="T4" fmla="*/ 1 w 817"/>
                <a:gd name="T5" fmla="*/ 0 h 834"/>
                <a:gd name="T6" fmla="*/ 1 w 817"/>
                <a:gd name="T7" fmla="*/ 0 h 834"/>
                <a:gd name="T8" fmla="*/ 1 w 817"/>
                <a:gd name="T9" fmla="*/ 0 h 8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7"/>
                <a:gd name="T16" fmla="*/ 0 h 834"/>
                <a:gd name="T17" fmla="*/ 817 w 817"/>
                <a:gd name="T18" fmla="*/ 834 h 8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7" h="834">
                  <a:moveTo>
                    <a:pt x="0" y="0"/>
                  </a:moveTo>
                  <a:cubicBezTo>
                    <a:pt x="58" y="7"/>
                    <a:pt x="243" y="9"/>
                    <a:pt x="348" y="42"/>
                  </a:cubicBezTo>
                  <a:cubicBezTo>
                    <a:pt x="453" y="75"/>
                    <a:pt x="557" y="121"/>
                    <a:pt x="630" y="198"/>
                  </a:cubicBezTo>
                  <a:cubicBezTo>
                    <a:pt x="703" y="275"/>
                    <a:pt x="755" y="398"/>
                    <a:pt x="786" y="504"/>
                  </a:cubicBezTo>
                  <a:cubicBezTo>
                    <a:pt x="817" y="610"/>
                    <a:pt x="810" y="765"/>
                    <a:pt x="816" y="834"/>
                  </a:cubicBez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51" name="Text Box 49">
              <a:extLst>
                <a:ext uri="{FF2B5EF4-FFF2-40B4-BE49-F238E27FC236}">
                  <a16:creationId xmlns:a16="http://schemas.microsoft.com/office/drawing/2014/main" id="{65E3D8AE-514A-4F56-A0B2-6DAF394D866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91" y="3372"/>
              <a:ext cx="571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 defTabSz="76197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1167" b="1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虚拟地址</a:t>
              </a:r>
              <a:endParaRPr lang="en-US" altLang="zh-CN" sz="1167" b="1" dirty="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52" name="Text Box 50">
              <a:extLst>
                <a:ext uri="{FF2B5EF4-FFF2-40B4-BE49-F238E27FC236}">
                  <a16:creationId xmlns:a16="http://schemas.microsoft.com/office/drawing/2014/main" id="{2F822431-56D9-4F74-9A62-D917B0026F3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469" y="2895"/>
              <a:ext cx="571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 defTabSz="76197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1167" b="1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物理地址</a:t>
              </a:r>
              <a:endParaRPr lang="en-US" altLang="zh-CN" sz="1167" b="1" dirty="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53" name="AutoShape 51">
              <a:extLst>
                <a:ext uri="{FF2B5EF4-FFF2-40B4-BE49-F238E27FC236}">
                  <a16:creationId xmlns:a16="http://schemas.microsoft.com/office/drawing/2014/main" id="{CEE05E13-8E2C-4DEE-9706-4C4EE7F8314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06" y="3077"/>
              <a:ext cx="431" cy="403"/>
            </a:xfrm>
            <a:prstGeom prst="roundRect">
              <a:avLst>
                <a:gd name="adj" fmla="val 38986"/>
              </a:avLst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4" name="AutoShape 52">
              <a:extLst>
                <a:ext uri="{FF2B5EF4-FFF2-40B4-BE49-F238E27FC236}">
                  <a16:creationId xmlns:a16="http://schemas.microsoft.com/office/drawing/2014/main" id="{F178B811-F7F1-4F87-A00B-CD2B63053AC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77" y="3048"/>
              <a:ext cx="431" cy="403"/>
            </a:xfrm>
            <a:prstGeom prst="roundRect">
              <a:avLst>
                <a:gd name="adj" fmla="val 38986"/>
              </a:avLst>
            </a:prstGeom>
            <a:solidFill>
              <a:srgbClr val="FF0000">
                <a:alpha val="50195"/>
              </a:srgbClr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en-US" altLang="zh-CN" sz="1167" b="1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CPU</a:t>
              </a:r>
            </a:p>
          </p:txBody>
        </p:sp>
        <p:sp>
          <p:nvSpPr>
            <p:cNvPr id="55" name="Rectangle 53">
              <a:extLst>
                <a:ext uri="{FF2B5EF4-FFF2-40B4-BE49-F238E27FC236}">
                  <a16:creationId xmlns:a16="http://schemas.microsoft.com/office/drawing/2014/main" id="{F90C6D55-4E05-4D52-82F9-1F6E847D226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35" y="2559"/>
              <a:ext cx="633" cy="1238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6" name="Rectangle 54">
              <a:extLst>
                <a:ext uri="{FF2B5EF4-FFF2-40B4-BE49-F238E27FC236}">
                  <a16:creationId xmlns:a16="http://schemas.microsoft.com/office/drawing/2014/main" id="{FD42BB77-A775-41FF-B822-0267F348972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06" y="2530"/>
              <a:ext cx="633" cy="1238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7" name="Rectangle 55">
              <a:extLst>
                <a:ext uri="{FF2B5EF4-FFF2-40B4-BE49-F238E27FC236}">
                  <a16:creationId xmlns:a16="http://schemas.microsoft.com/office/drawing/2014/main" id="{C458BBBC-BD07-440B-A777-B02304BE8EE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07" y="2588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8" name="Rectangle 56">
              <a:extLst>
                <a:ext uri="{FF2B5EF4-FFF2-40B4-BE49-F238E27FC236}">
                  <a16:creationId xmlns:a16="http://schemas.microsoft.com/office/drawing/2014/main" id="{465849EC-CA23-4F5D-9838-03CD849634E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07" y="2674"/>
              <a:ext cx="346" cy="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9" name="Rectangle 57">
              <a:extLst>
                <a:ext uri="{FF2B5EF4-FFF2-40B4-BE49-F238E27FC236}">
                  <a16:creationId xmlns:a16="http://schemas.microsoft.com/office/drawing/2014/main" id="{C4B7E11D-8A7D-4B96-A793-12BCD3D7376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07" y="2761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0" name="Rectangle 58">
              <a:extLst>
                <a:ext uri="{FF2B5EF4-FFF2-40B4-BE49-F238E27FC236}">
                  <a16:creationId xmlns:a16="http://schemas.microsoft.com/office/drawing/2014/main" id="{BA4B3850-C198-4F90-A81C-1C59920BB01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07" y="2847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1" name="Rectangle 59">
              <a:extLst>
                <a:ext uri="{FF2B5EF4-FFF2-40B4-BE49-F238E27FC236}">
                  <a16:creationId xmlns:a16="http://schemas.microsoft.com/office/drawing/2014/main" id="{569C2A56-DA7E-427A-91CC-EB03B49502C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07" y="2933"/>
              <a:ext cx="346" cy="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2" name="Rectangle 60">
              <a:extLst>
                <a:ext uri="{FF2B5EF4-FFF2-40B4-BE49-F238E27FC236}">
                  <a16:creationId xmlns:a16="http://schemas.microsoft.com/office/drawing/2014/main" id="{C607F340-A587-4109-8ED5-BCBF98C2CAF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07" y="3106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3" name="Rectangle 61">
              <a:extLst>
                <a:ext uri="{FF2B5EF4-FFF2-40B4-BE49-F238E27FC236}">
                  <a16:creationId xmlns:a16="http://schemas.microsoft.com/office/drawing/2014/main" id="{DA19CBC1-B449-443D-AC60-07728A0EFD6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07" y="3020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4" name="Rectangle 62">
              <a:extLst>
                <a:ext uri="{FF2B5EF4-FFF2-40B4-BE49-F238E27FC236}">
                  <a16:creationId xmlns:a16="http://schemas.microsoft.com/office/drawing/2014/main" id="{CEF79459-A96A-4869-B2BA-909CE36CCA3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07" y="3192"/>
              <a:ext cx="346" cy="86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5" name="Rectangle 63">
              <a:extLst>
                <a:ext uri="{FF2B5EF4-FFF2-40B4-BE49-F238E27FC236}">
                  <a16:creationId xmlns:a16="http://schemas.microsoft.com/office/drawing/2014/main" id="{BD94FB46-33D1-4E4A-AC33-94B4D48CC64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07" y="3278"/>
              <a:ext cx="346" cy="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6" name="Rectangle 64">
              <a:extLst>
                <a:ext uri="{FF2B5EF4-FFF2-40B4-BE49-F238E27FC236}">
                  <a16:creationId xmlns:a16="http://schemas.microsoft.com/office/drawing/2014/main" id="{4646D426-979C-47C5-844A-75412FDFE74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07" y="3365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7" name="Rectangle 65">
              <a:extLst>
                <a:ext uri="{FF2B5EF4-FFF2-40B4-BE49-F238E27FC236}">
                  <a16:creationId xmlns:a16="http://schemas.microsoft.com/office/drawing/2014/main" id="{8D27C90B-DC81-49C9-94D1-BF9FA41C526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07" y="3451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8" name="Rectangle 66">
              <a:extLst>
                <a:ext uri="{FF2B5EF4-FFF2-40B4-BE49-F238E27FC236}">
                  <a16:creationId xmlns:a16="http://schemas.microsoft.com/office/drawing/2014/main" id="{5C122A0E-ED4D-4E73-B16C-FC9A66E71CD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07" y="3624"/>
              <a:ext cx="346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9" name="Rectangle 67">
              <a:extLst>
                <a:ext uri="{FF2B5EF4-FFF2-40B4-BE49-F238E27FC236}">
                  <a16:creationId xmlns:a16="http://schemas.microsoft.com/office/drawing/2014/main" id="{8BDD99D0-CD4F-47E3-A30C-68C4DD99CDD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07" y="3537"/>
              <a:ext cx="346" cy="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0" name="Text Box 68">
              <a:extLst>
                <a:ext uri="{FF2B5EF4-FFF2-40B4-BE49-F238E27FC236}">
                  <a16:creationId xmlns:a16="http://schemas.microsoft.com/office/drawing/2014/main" id="{84054C1B-8242-4578-A997-F4BA0D88C98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077" y="2361"/>
              <a:ext cx="343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zh-CN" altLang="en-US" sz="1167" b="1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内存</a:t>
              </a:r>
              <a:endParaRPr lang="en-US" altLang="zh-CN" sz="1167" b="1" dirty="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71" name="Rectangle 69">
              <a:extLst>
                <a:ext uri="{FF2B5EF4-FFF2-40B4-BE49-F238E27FC236}">
                  <a16:creationId xmlns:a16="http://schemas.microsoft.com/office/drawing/2014/main" id="{0390F4D4-5E29-4D74-B59A-2FC0792C36F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70" y="2847"/>
              <a:ext cx="460" cy="892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2" name="Rectangle 70">
              <a:extLst>
                <a:ext uri="{FF2B5EF4-FFF2-40B4-BE49-F238E27FC236}">
                  <a16:creationId xmlns:a16="http://schemas.microsoft.com/office/drawing/2014/main" id="{1C20D806-7800-4775-86D3-E432B4B8A5F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41" y="2818"/>
              <a:ext cx="460" cy="892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3" name="Rectangle 71">
              <a:extLst>
                <a:ext uri="{FF2B5EF4-FFF2-40B4-BE49-F238E27FC236}">
                  <a16:creationId xmlns:a16="http://schemas.microsoft.com/office/drawing/2014/main" id="{CED5E908-65D5-4B25-A29B-4F12C34CE43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42" y="2876"/>
              <a:ext cx="202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4" name="Rectangle 72">
              <a:extLst>
                <a:ext uri="{FF2B5EF4-FFF2-40B4-BE49-F238E27FC236}">
                  <a16:creationId xmlns:a16="http://schemas.microsoft.com/office/drawing/2014/main" id="{4A7DB9BA-CA29-4F86-97B9-A184C20C113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42" y="2962"/>
              <a:ext cx="202" cy="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" name="Rectangle 73">
              <a:extLst>
                <a:ext uri="{FF2B5EF4-FFF2-40B4-BE49-F238E27FC236}">
                  <a16:creationId xmlns:a16="http://schemas.microsoft.com/office/drawing/2014/main" id="{80E03E71-9367-43C4-BF35-787290F9AFD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42" y="3049"/>
              <a:ext cx="202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" name="Rectangle 74">
              <a:extLst>
                <a:ext uri="{FF2B5EF4-FFF2-40B4-BE49-F238E27FC236}">
                  <a16:creationId xmlns:a16="http://schemas.microsoft.com/office/drawing/2014/main" id="{A9A045AA-233B-427E-8E91-10A808501C3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42" y="3135"/>
              <a:ext cx="202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7" name="Rectangle 75">
              <a:extLst>
                <a:ext uri="{FF2B5EF4-FFF2-40B4-BE49-F238E27FC236}">
                  <a16:creationId xmlns:a16="http://schemas.microsoft.com/office/drawing/2014/main" id="{AFE4A860-B7A7-4CF3-9DB2-87ED5175115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42" y="3221"/>
              <a:ext cx="202" cy="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8" name="Rectangle 76">
              <a:extLst>
                <a:ext uri="{FF2B5EF4-FFF2-40B4-BE49-F238E27FC236}">
                  <a16:creationId xmlns:a16="http://schemas.microsoft.com/office/drawing/2014/main" id="{316F896E-2EC2-4624-9DA5-4F8D2D3376C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42" y="3394"/>
              <a:ext cx="202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9" name="Rectangle 77">
              <a:extLst>
                <a:ext uri="{FF2B5EF4-FFF2-40B4-BE49-F238E27FC236}">
                  <a16:creationId xmlns:a16="http://schemas.microsoft.com/office/drawing/2014/main" id="{1DA9BEC0-C350-4D3B-9F5C-3CD296CDEB1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42" y="3308"/>
              <a:ext cx="202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0" name="Rectangle 78">
              <a:extLst>
                <a:ext uri="{FF2B5EF4-FFF2-40B4-BE49-F238E27FC236}">
                  <a16:creationId xmlns:a16="http://schemas.microsoft.com/office/drawing/2014/main" id="{3B2615F1-00A4-4405-86D7-B451A362C5E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42" y="3480"/>
              <a:ext cx="202" cy="8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1" name="Rectangle 79">
              <a:extLst>
                <a:ext uri="{FF2B5EF4-FFF2-40B4-BE49-F238E27FC236}">
                  <a16:creationId xmlns:a16="http://schemas.microsoft.com/office/drawing/2014/main" id="{8567EF0C-EFF1-462C-B2A7-C1EFDEDF828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42" y="3567"/>
              <a:ext cx="202" cy="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5406" tIns="37042" rIns="75406" bIns="37042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" name="Text Box 80">
              <a:extLst>
                <a:ext uri="{FF2B5EF4-FFF2-40B4-BE49-F238E27FC236}">
                  <a16:creationId xmlns:a16="http://schemas.microsoft.com/office/drawing/2014/main" id="{A203504E-98ED-4710-9141-0B60D8B8CAA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879" y="2640"/>
              <a:ext cx="343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zh-CN" altLang="en-US" sz="1167" b="1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页表</a:t>
              </a:r>
              <a:endParaRPr lang="en-US" altLang="zh-CN" sz="1167" b="1" dirty="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83" name="Line 81">
              <a:extLst>
                <a:ext uri="{FF2B5EF4-FFF2-40B4-BE49-F238E27FC236}">
                  <a16:creationId xmlns:a16="http://schemas.microsoft.com/office/drawing/2014/main" id="{0ED0728D-892C-4D45-B35D-E7DAC576F2C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154" y="3091"/>
              <a:ext cx="953" cy="418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84" name="Line 82">
              <a:extLst>
                <a:ext uri="{FF2B5EF4-FFF2-40B4-BE49-F238E27FC236}">
                  <a16:creationId xmlns:a16="http://schemas.microsoft.com/office/drawing/2014/main" id="{B444EFF4-F47A-4C6A-B243-92620152036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157" y="2991"/>
              <a:ext cx="950" cy="432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85" name="Line 83">
              <a:extLst>
                <a:ext uri="{FF2B5EF4-FFF2-40B4-BE49-F238E27FC236}">
                  <a16:creationId xmlns:a16="http://schemas.microsoft.com/office/drawing/2014/main" id="{21BB59A5-AAB9-4827-B3A6-F48FD2FC5FD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042" y="3221"/>
              <a:ext cx="202" cy="8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86" name="Line 84">
              <a:extLst>
                <a:ext uri="{FF2B5EF4-FFF2-40B4-BE49-F238E27FC236}">
                  <a16:creationId xmlns:a16="http://schemas.microsoft.com/office/drawing/2014/main" id="{56218724-63F3-48F1-BF18-C9815935138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4042" y="3221"/>
              <a:ext cx="202" cy="8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87" name="Rectangle 85">
              <a:extLst>
                <a:ext uri="{FF2B5EF4-FFF2-40B4-BE49-F238E27FC236}">
                  <a16:creationId xmlns:a16="http://schemas.microsoft.com/office/drawing/2014/main" id="{717ACE80-3193-4A95-8B6E-9733633E020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59" y="3826"/>
              <a:ext cx="489" cy="144"/>
            </a:xfrm>
            <a:prstGeom prst="rect">
              <a:avLst/>
            </a:prstGeom>
            <a:solidFill>
              <a:srgbClr val="FF0000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8" name="Oval 86">
              <a:extLst>
                <a:ext uri="{FF2B5EF4-FFF2-40B4-BE49-F238E27FC236}">
                  <a16:creationId xmlns:a16="http://schemas.microsoft.com/office/drawing/2014/main" id="{8E27A70F-FE0D-4FF7-A4F5-6AE63FF4B2E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59" y="3768"/>
              <a:ext cx="489" cy="115"/>
            </a:xfrm>
            <a:prstGeom prst="ellipse">
              <a:avLst/>
            </a:prstGeom>
            <a:solidFill>
              <a:srgbClr val="FF0000">
                <a:alpha val="50195"/>
              </a:srgbClr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  <a:buNone/>
              </a:pPr>
              <a:endParaRPr lang="zh-CN" altLang="en-US" sz="1667" b="1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9" name="Line 87">
              <a:extLst>
                <a:ext uri="{FF2B5EF4-FFF2-40B4-BE49-F238E27FC236}">
                  <a16:creationId xmlns:a16="http://schemas.microsoft.com/office/drawing/2014/main" id="{292DE40E-3090-4767-A106-63301DE73CB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359" y="3826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90" name="Line 88">
              <a:extLst>
                <a:ext uri="{FF2B5EF4-FFF2-40B4-BE49-F238E27FC236}">
                  <a16:creationId xmlns:a16="http://schemas.microsoft.com/office/drawing/2014/main" id="{8B876B03-30F3-49CD-9164-51E7C0877E1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848" y="3826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91" name="Freeform 89">
              <a:extLst>
                <a:ext uri="{FF2B5EF4-FFF2-40B4-BE49-F238E27FC236}">
                  <a16:creationId xmlns:a16="http://schemas.microsoft.com/office/drawing/2014/main" id="{0965170C-B0A6-4B10-B54E-FEF1A5FC452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359" y="3970"/>
              <a:ext cx="489" cy="50"/>
            </a:xfrm>
            <a:custGeom>
              <a:avLst/>
              <a:gdLst>
                <a:gd name="T0" fmla="*/ 0 w 816"/>
                <a:gd name="T1" fmla="*/ 0 h 84"/>
                <a:gd name="T2" fmla="*/ 1 w 816"/>
                <a:gd name="T3" fmla="*/ 1 h 84"/>
                <a:gd name="T4" fmla="*/ 1 w 816"/>
                <a:gd name="T5" fmla="*/ 1 h 84"/>
                <a:gd name="T6" fmla="*/ 1 w 816"/>
                <a:gd name="T7" fmla="*/ 1 h 84"/>
                <a:gd name="T8" fmla="*/ 1 w 816"/>
                <a:gd name="T9" fmla="*/ 0 h 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6"/>
                <a:gd name="T16" fmla="*/ 0 h 84"/>
                <a:gd name="T17" fmla="*/ 816 w 816"/>
                <a:gd name="T18" fmla="*/ 84 h 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6" h="84">
                  <a:moveTo>
                    <a:pt x="0" y="0"/>
                  </a:moveTo>
                  <a:cubicBezTo>
                    <a:pt x="25" y="10"/>
                    <a:pt x="81" y="46"/>
                    <a:pt x="150" y="60"/>
                  </a:cubicBezTo>
                  <a:cubicBezTo>
                    <a:pt x="219" y="74"/>
                    <a:pt x="326" y="84"/>
                    <a:pt x="414" y="84"/>
                  </a:cubicBezTo>
                  <a:cubicBezTo>
                    <a:pt x="502" y="84"/>
                    <a:pt x="611" y="74"/>
                    <a:pt x="678" y="60"/>
                  </a:cubicBezTo>
                  <a:cubicBezTo>
                    <a:pt x="745" y="46"/>
                    <a:pt x="787" y="12"/>
                    <a:pt x="816" y="0"/>
                  </a:cubicBezTo>
                </a:path>
              </a:pathLst>
            </a:custGeom>
            <a:solidFill>
              <a:srgbClr val="FF0000">
                <a:alpha val="50195"/>
              </a:srgbClr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92" name="Text Box 90">
              <a:extLst>
                <a:ext uri="{FF2B5EF4-FFF2-40B4-BE49-F238E27FC236}">
                  <a16:creationId xmlns:a16="http://schemas.microsoft.com/office/drawing/2014/main" id="{C071517A-E09A-42C4-8677-3424BAE7DA2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451" y="3855"/>
              <a:ext cx="343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buNone/>
              </a:pPr>
              <a:r>
                <a:rPr lang="zh-CN" altLang="en-US" sz="1167" b="1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磁盘</a:t>
              </a:r>
              <a:endParaRPr lang="en-US" altLang="zh-CN" sz="1167" b="1" dirty="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93" name="Freeform 91">
              <a:extLst>
                <a:ext uri="{FF2B5EF4-FFF2-40B4-BE49-F238E27FC236}">
                  <a16:creationId xmlns:a16="http://schemas.microsoft.com/office/drawing/2014/main" id="{67B6D3BF-D7E7-4AFF-B4EE-8203131AA2F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146" y="3268"/>
              <a:ext cx="490" cy="500"/>
            </a:xfrm>
            <a:custGeom>
              <a:avLst/>
              <a:gdLst>
                <a:gd name="T0" fmla="*/ 0 w 817"/>
                <a:gd name="T1" fmla="*/ 0 h 834"/>
                <a:gd name="T2" fmla="*/ 1 w 817"/>
                <a:gd name="T3" fmla="*/ 1 h 834"/>
                <a:gd name="T4" fmla="*/ 1 w 817"/>
                <a:gd name="T5" fmla="*/ 1 h 834"/>
                <a:gd name="T6" fmla="*/ 1 w 817"/>
                <a:gd name="T7" fmla="*/ 1 h 834"/>
                <a:gd name="T8" fmla="*/ 1 w 817"/>
                <a:gd name="T9" fmla="*/ 1 h 8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7"/>
                <a:gd name="T16" fmla="*/ 0 h 834"/>
                <a:gd name="T17" fmla="*/ 817 w 817"/>
                <a:gd name="T18" fmla="*/ 834 h 8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7" h="834">
                  <a:moveTo>
                    <a:pt x="0" y="0"/>
                  </a:moveTo>
                  <a:cubicBezTo>
                    <a:pt x="58" y="7"/>
                    <a:pt x="243" y="9"/>
                    <a:pt x="348" y="42"/>
                  </a:cubicBezTo>
                  <a:cubicBezTo>
                    <a:pt x="453" y="75"/>
                    <a:pt x="557" y="121"/>
                    <a:pt x="630" y="198"/>
                  </a:cubicBezTo>
                  <a:cubicBezTo>
                    <a:pt x="703" y="275"/>
                    <a:pt x="755" y="398"/>
                    <a:pt x="786" y="504"/>
                  </a:cubicBezTo>
                  <a:cubicBezTo>
                    <a:pt x="817" y="610"/>
                    <a:pt x="810" y="765"/>
                    <a:pt x="816" y="834"/>
                  </a:cubicBez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94" name="Text Box 92">
              <a:extLst>
                <a:ext uri="{FF2B5EF4-FFF2-40B4-BE49-F238E27FC236}">
                  <a16:creationId xmlns:a16="http://schemas.microsoft.com/office/drawing/2014/main" id="{66F21368-9810-492C-978B-9D06AB46EA5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238" y="3478"/>
              <a:ext cx="571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 defTabSz="76197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1167" b="1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虚拟地址</a:t>
              </a:r>
              <a:endParaRPr lang="en-US" altLang="zh-CN" sz="1167" b="1" dirty="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95" name="Text Box 93">
              <a:extLst>
                <a:ext uri="{FF2B5EF4-FFF2-40B4-BE49-F238E27FC236}">
                  <a16:creationId xmlns:a16="http://schemas.microsoft.com/office/drawing/2014/main" id="{4B48A526-A0E2-45ED-9E2C-3C43FDBAA85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316" y="2951"/>
              <a:ext cx="571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5406" tIns="37042" rIns="75406" bIns="37042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 defTabSz="761970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1167" b="1" dirty="0">
                  <a:solidFill>
                    <a:srgbClr val="000000"/>
                  </a:solidFill>
                  <a:latin typeface="Helvetica" pitchFamily="2" charset="0"/>
                  <a:ea typeface="宋体" panose="02010600030101010101" pitchFamily="2" charset="-122"/>
                </a:rPr>
                <a:t>物理地址</a:t>
              </a:r>
              <a:endParaRPr lang="en-US" altLang="zh-CN" sz="1167" b="1" dirty="0">
                <a:solidFill>
                  <a:srgbClr val="000000"/>
                </a:solidFill>
                <a:latin typeface="Helvetica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96" name="Line 94">
              <a:extLst>
                <a:ext uri="{FF2B5EF4-FFF2-40B4-BE49-F238E27FC236}">
                  <a16:creationId xmlns:a16="http://schemas.microsoft.com/office/drawing/2014/main" id="{39BE3B5A-985A-4EC0-AFEF-622785582E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3216"/>
              <a:ext cx="960" cy="303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97" name="Text Box 95">
              <a:extLst>
                <a:ext uri="{FF2B5EF4-FFF2-40B4-BE49-F238E27FC236}">
                  <a16:creationId xmlns:a16="http://schemas.microsoft.com/office/drawing/2014/main" id="{3E9E2C6C-6259-48B5-BCF1-02B407A144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5" y="2133"/>
              <a:ext cx="1093" cy="2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75406" tIns="37042" rIns="75406" bIns="37042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800" b="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Fault </a:t>
              </a:r>
              <a:r>
                <a:rPr lang="zh-CN" altLang="en-US" sz="1800" b="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发生前</a:t>
              </a:r>
              <a:endParaRPr lang="en-US" altLang="zh-CN" sz="1800" b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98" name="Text Box 96">
              <a:extLst>
                <a:ext uri="{FF2B5EF4-FFF2-40B4-BE49-F238E27FC236}">
                  <a16:creationId xmlns:a16="http://schemas.microsoft.com/office/drawing/2014/main" id="{FB443D11-8D93-4386-BBAF-8508C83FEF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8" y="2137"/>
              <a:ext cx="1093" cy="2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75406" tIns="37042" rIns="75406" bIns="37042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1pPr>
              <a:lvl2pPr marL="742950" indent="-28575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2pPr>
              <a:lvl3pPr marL="11430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3pPr>
              <a:lvl4pPr marL="16002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4pPr>
              <a:lvl5pPr marL="2057400" indent="-228600"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  <a:ea typeface="宋体" pitchFamily="2" charset="-122"/>
                </a:defRPr>
              </a:lvl9pPr>
            </a:lstStyle>
            <a:p>
              <a:pPr defTabSz="761970" eaLnBrk="0" fontAlgn="base" hangingPunct="0">
                <a:lnSpc>
                  <a:spcPct val="90000"/>
                </a:lnSpc>
                <a:spcBef>
                  <a:spcPct val="30000"/>
                </a:spcBef>
                <a:spcAft>
                  <a:spcPct val="0"/>
                </a:spcAft>
                <a:defRPr/>
              </a:pPr>
              <a:r>
                <a:rPr lang="en-US" altLang="zh-CN" sz="1800" b="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Fault </a:t>
              </a:r>
              <a:r>
                <a:rPr lang="zh-CN" altLang="en-US" sz="1800" b="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  <a:ea typeface="+mn-ea"/>
                </a:rPr>
                <a:t>发生后</a:t>
              </a:r>
              <a:endParaRPr lang="en-US" altLang="zh-CN" sz="1800" b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99" name="Line 97">
              <a:extLst>
                <a:ext uri="{FF2B5EF4-FFF2-40B4-BE49-F238E27FC236}">
                  <a16:creationId xmlns:a16="http://schemas.microsoft.com/office/drawing/2014/main" id="{CBE5A60A-061E-420F-95BC-B1894FA1C85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576" y="3211"/>
              <a:ext cx="633" cy="23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  <p:sp>
          <p:nvSpPr>
            <p:cNvPr id="100" name="Line 98">
              <a:extLst>
                <a:ext uri="{FF2B5EF4-FFF2-40B4-BE49-F238E27FC236}">
                  <a16:creationId xmlns:a16="http://schemas.microsoft.com/office/drawing/2014/main" id="{6DB4613A-F055-43B7-B255-E6F252A4812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3399" y="3321"/>
              <a:ext cx="633" cy="23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75406" tIns="37042" rIns="75406" bIns="37042" anchor="ctr"/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667" b="1">
                <a:solidFill>
                  <a:srgbClr val="000000"/>
                </a:solidFill>
                <a:latin typeface="Comic Sans MS" panose="030F0902030302020204" pitchFamily="66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317569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20AEBA-E447-A249-BC05-BAF456028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OS</a:t>
            </a:r>
            <a:r>
              <a:rPr kumimoji="1" lang="zh-CN" altLang="en-US" dirty="0"/>
              <a:t>内存管理中的更多机制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E6ADC6-EE17-4B40-A1A0-C3ABF04BE3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2AEF73-2272-A24A-BB94-6D7FB572C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72348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B3FA88-1827-444B-8643-579B3B58C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共享内存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AAB910-AE4F-3E4C-B087-920ABE744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基本功能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节约内存，如共享库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进程通信，传递数据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4333D9-C67E-0243-9E9C-0D6C593C2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80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C14E0F7-F9DD-1E40-801A-CADD0A9590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662"/>
          <a:stretch/>
        </p:blipFill>
        <p:spPr>
          <a:xfrm>
            <a:off x="4928560" y="1292353"/>
            <a:ext cx="3779912" cy="378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21425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B3FA88-1827-444B-8643-579B3B58C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写时拷贝（</a:t>
            </a:r>
            <a:r>
              <a:rPr kumimoji="1" lang="en-US" altLang="zh-CN" dirty="0"/>
              <a:t>copy-on-write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AAB910-AE4F-3E4C-B087-920ABE744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实现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修改页表项权限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在缺页时拷贝、恢复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典型场景</a:t>
            </a:r>
            <a:r>
              <a:rPr kumimoji="1" lang="en-US" altLang="zh-CN" dirty="0"/>
              <a:t>fork</a:t>
            </a:r>
          </a:p>
          <a:p>
            <a:pPr lvl="1"/>
            <a:r>
              <a:rPr kumimoji="1" lang="zh-CN" altLang="en-US" dirty="0"/>
              <a:t>节约物理内存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性能加速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4333D9-C67E-0243-9E9C-0D6C593C2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81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C14E0F7-F9DD-1E40-801A-CADD0A9590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50"/>
          <a:stretch/>
        </p:blipFill>
        <p:spPr>
          <a:xfrm>
            <a:off x="4644008" y="1333501"/>
            <a:ext cx="4283968" cy="378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63863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628242-FBEB-E24D-9B5E-1750508B1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内存去重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B67917-9698-3745-8410-BCBDD687C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memory</a:t>
            </a:r>
            <a:r>
              <a:rPr kumimoji="1" lang="zh-CN" altLang="en-US" dirty="0"/>
              <a:t> </a:t>
            </a:r>
            <a:r>
              <a:rPr kumimoji="1" lang="en-US" altLang="zh-CN" dirty="0"/>
              <a:t>deduplication</a:t>
            </a:r>
          </a:p>
          <a:p>
            <a:pPr lvl="1"/>
            <a:r>
              <a:rPr kumimoji="1" lang="zh-CN" altLang="en-US" dirty="0"/>
              <a:t>基于写时拷贝机制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在内存中扫描发现具有相同内容的物理页面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执行去重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操作系统发起，对用户态透明</a:t>
            </a:r>
            <a:endParaRPr kumimoji="1" lang="en-US" altLang="zh-CN" dirty="0"/>
          </a:p>
          <a:p>
            <a:r>
              <a:rPr kumimoji="1" lang="zh-CN" altLang="en-US" dirty="0"/>
              <a:t>典型案例：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 </a:t>
            </a:r>
            <a:r>
              <a:rPr kumimoji="1" lang="en-US" altLang="zh-CN" dirty="0"/>
              <a:t>KSM</a:t>
            </a:r>
          </a:p>
          <a:p>
            <a:pPr lvl="1"/>
            <a:r>
              <a:rPr kumimoji="1" lang="en-US" altLang="zh-CN" dirty="0"/>
              <a:t>kernel same-page merging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A2445E-7C8B-FE4C-AB69-ED0DEBAA4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652172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64E508-8AD4-CC4F-98D4-423C231B7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内存压缩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916690-848D-784E-AE44-E5A8F233C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基本思想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当内存资源不充足的时候， 选择将一些“最近不太会使用”的内存页进行数据压缩，从而释放出空闲内存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91F6A1-9A8F-664F-89B2-0562F45F4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04949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64E508-8AD4-CC4F-98D4-423C231B7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内存压缩案例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916690-848D-784E-AE44-E5A8F233C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zh-CN" dirty="0"/>
              <a:t>Windows 10</a:t>
            </a:r>
          </a:p>
          <a:p>
            <a:pPr lvl="1"/>
            <a:r>
              <a:rPr kumimoji="1" lang="zh-CN" altLang="en-US" dirty="0"/>
              <a:t>压缩后的数据仍然存放在内存中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当访问被压缩的数据时，操作系统将其解压即可</a:t>
            </a:r>
            <a:endParaRPr kumimoji="1" lang="en-US" altLang="zh-CN" dirty="0"/>
          </a:p>
          <a:p>
            <a:pPr lvl="1"/>
            <a:r>
              <a:rPr kumimoji="1" lang="zh-CN" altLang="en-US" dirty="0">
                <a:solidFill>
                  <a:srgbClr val="C00000"/>
                </a:solidFill>
              </a:rPr>
              <a:t>思考：对比交换内存页到磁盘，压缩的优点和缺点有哪些？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r>
              <a:rPr kumimoji="1" lang="en-US" altLang="zh-CN" dirty="0">
                <a:solidFill>
                  <a:schemeClr val="tx1"/>
                </a:solidFill>
              </a:rPr>
              <a:t>Linux</a:t>
            </a:r>
          </a:p>
          <a:p>
            <a:pPr lvl="1"/>
            <a:r>
              <a:rPr kumimoji="1" lang="en-US" altLang="zh-CN" dirty="0" err="1">
                <a:solidFill>
                  <a:schemeClr val="tx1"/>
                </a:solidFill>
              </a:rPr>
              <a:t>zswap</a:t>
            </a:r>
            <a:r>
              <a:rPr kumimoji="1" lang="zh-CN" altLang="en-US" dirty="0">
                <a:solidFill>
                  <a:schemeClr val="tx1"/>
                </a:solidFill>
              </a:rPr>
              <a:t>：换页过程中磁盘的缓存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r>
              <a:rPr kumimoji="1" lang="zh-CN" altLang="en-US" dirty="0">
                <a:solidFill>
                  <a:schemeClr val="tx1"/>
                </a:solidFill>
              </a:rPr>
              <a:t>将准备换出的数据压缩并先写入 </a:t>
            </a:r>
            <a:r>
              <a:rPr kumimoji="1" lang="en-US" altLang="zh-CN" dirty="0" err="1">
                <a:solidFill>
                  <a:schemeClr val="tx1"/>
                </a:solidFill>
              </a:rPr>
              <a:t>zswap</a:t>
            </a:r>
            <a:r>
              <a:rPr kumimoji="1" lang="en-US" altLang="zh-CN" dirty="0">
                <a:solidFill>
                  <a:schemeClr val="tx1"/>
                </a:solidFill>
              </a:rPr>
              <a:t> </a:t>
            </a:r>
            <a:r>
              <a:rPr kumimoji="1" lang="zh-CN" altLang="en-US" dirty="0">
                <a:solidFill>
                  <a:schemeClr val="tx1"/>
                </a:solidFill>
              </a:rPr>
              <a:t>区域 （内存）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r>
              <a:rPr kumimoji="1" lang="zh-CN" altLang="en-US" dirty="0">
                <a:solidFill>
                  <a:schemeClr val="tx1"/>
                </a:solidFill>
              </a:rPr>
              <a:t>好处：减少甚至避免磁盘</a:t>
            </a:r>
            <a:r>
              <a:rPr kumimoji="1" lang="en-US" altLang="zh-CN" dirty="0">
                <a:solidFill>
                  <a:schemeClr val="tx1"/>
                </a:solidFill>
              </a:rPr>
              <a:t>I/O</a:t>
            </a:r>
            <a:r>
              <a:rPr kumimoji="1" lang="zh-CN" altLang="en-US" dirty="0">
                <a:solidFill>
                  <a:schemeClr val="tx1"/>
                </a:solidFill>
              </a:rPr>
              <a:t>；增加设备寿命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endParaRPr kumimoji="1" lang="en-US" altLang="zh-CN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91F6A1-9A8F-664F-89B2-0562F45F4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208756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2F3159-BEBD-7E48-A94C-3258A562E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大页：再次回顾</a:t>
            </a:r>
            <a:r>
              <a:rPr kumimoji="1" lang="en-US" altLang="zh-CN" dirty="0"/>
              <a:t>4</a:t>
            </a:r>
            <a:r>
              <a:rPr kumimoji="1" lang="zh-CN" altLang="en-US" dirty="0"/>
              <a:t>级页表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9C6E22-140C-3240-B82F-B4044AE68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85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A200698-3ED8-464D-A6AC-3B7175635C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060949"/>
            <a:ext cx="7177142" cy="4544512"/>
          </a:xfrm>
          <a:prstGeom prst="rect">
            <a:avLst/>
          </a:prstGeom>
        </p:spPr>
      </p:pic>
      <p:sp>
        <p:nvSpPr>
          <p:cNvPr id="6" name="圆角矩形 5">
            <a:extLst>
              <a:ext uri="{FF2B5EF4-FFF2-40B4-BE49-F238E27FC236}">
                <a16:creationId xmlns:a16="http://schemas.microsoft.com/office/drawing/2014/main" id="{487A42F4-14A3-F44F-BB85-E7CB985AC6BA}"/>
              </a:ext>
            </a:extLst>
          </p:cNvPr>
          <p:cNvSpPr/>
          <p:nvPr/>
        </p:nvSpPr>
        <p:spPr>
          <a:xfrm>
            <a:off x="2339752" y="3219318"/>
            <a:ext cx="4824536" cy="1726413"/>
          </a:xfrm>
          <a:prstGeom prst="roundRect">
            <a:avLst>
              <a:gd name="adj" fmla="val 32075"/>
            </a:avLst>
          </a:prstGeom>
          <a:noFill/>
          <a:ln w="508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6168562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2EF521-1B62-174D-B0CF-BEE77DC56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大页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F27AF0-D2B0-324B-B803-58F8D0167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在</a:t>
            </a:r>
            <a:r>
              <a:rPr kumimoji="1" lang="en-US" altLang="zh-CN" dirty="0"/>
              <a:t>4</a:t>
            </a:r>
            <a:r>
              <a:rPr kumimoji="1" lang="zh-CN" altLang="en-US" dirty="0"/>
              <a:t>级页表中，某些页表项只保留两级或三级页表</a:t>
            </a:r>
            <a:endParaRPr kumimoji="1" lang="en-US" altLang="zh-CN" dirty="0"/>
          </a:p>
          <a:p>
            <a:r>
              <a:rPr kumimoji="1" lang="en-US" altLang="zh-CN" dirty="0"/>
              <a:t>L2</a:t>
            </a:r>
            <a:r>
              <a:rPr kumimoji="1" lang="zh-CN" altLang="en-US" dirty="0"/>
              <a:t>页表项的第</a:t>
            </a:r>
            <a:r>
              <a:rPr kumimoji="1" lang="en-US" altLang="zh-CN" dirty="0"/>
              <a:t>1</a:t>
            </a:r>
            <a:r>
              <a:rPr kumimoji="1" lang="zh-CN" altLang="en-US" dirty="0"/>
              <a:t>位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标识着该页表项中存储的物理地址（页号）是指向 </a:t>
            </a:r>
            <a:r>
              <a:rPr kumimoji="1" lang="en-US" altLang="zh-CN" dirty="0"/>
              <a:t>L3 </a:t>
            </a:r>
            <a:r>
              <a:rPr kumimoji="1" lang="zh-CN" altLang="en-US" dirty="0"/>
              <a:t>页表页（该位是 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）还是指向一个 </a:t>
            </a:r>
            <a:r>
              <a:rPr kumimoji="1" lang="en-US" altLang="zh-CN" dirty="0">
                <a:solidFill>
                  <a:srgbClr val="C00000"/>
                </a:solidFill>
              </a:rPr>
              <a:t>2M </a:t>
            </a:r>
            <a:r>
              <a:rPr kumimoji="1" lang="zh-CN" altLang="en-US" dirty="0">
                <a:solidFill>
                  <a:srgbClr val="C00000"/>
                </a:solidFill>
              </a:rPr>
              <a:t>的物理页</a:t>
            </a:r>
            <a:r>
              <a:rPr kumimoji="1" lang="zh-CN" altLang="en-US" dirty="0"/>
              <a:t>（该位是 </a:t>
            </a:r>
            <a:r>
              <a:rPr kumimoji="1" lang="en-US" altLang="zh-CN" dirty="0"/>
              <a:t>0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en-US" altLang="zh-CN" dirty="0"/>
              <a:t>L1</a:t>
            </a:r>
            <a:r>
              <a:rPr kumimoji="1" lang="zh-CN" altLang="en-US" dirty="0"/>
              <a:t>页表项的第</a:t>
            </a:r>
            <a:r>
              <a:rPr kumimoji="1" lang="en-US" altLang="zh-CN" dirty="0"/>
              <a:t>1</a:t>
            </a:r>
            <a:r>
              <a:rPr kumimoji="1" lang="zh-CN" altLang="en-US" dirty="0"/>
              <a:t>位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类似地，可以指向一个 </a:t>
            </a:r>
            <a:r>
              <a:rPr kumimoji="1" lang="en-US" altLang="zh-CN" dirty="0">
                <a:solidFill>
                  <a:srgbClr val="C00000"/>
                </a:solidFill>
              </a:rPr>
              <a:t>1G </a:t>
            </a:r>
            <a:r>
              <a:rPr kumimoji="1" lang="zh-CN" altLang="en-US" dirty="0">
                <a:solidFill>
                  <a:srgbClr val="C00000"/>
                </a:solidFill>
              </a:rPr>
              <a:t>的物理页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284C8B-1E53-F249-A44B-D9E8E6D9C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234743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2F3159-BEBD-7E48-A94C-3258A562E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大页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9C6E22-140C-3240-B82F-B4044AE68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87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A200698-3ED8-464D-A6AC-3B7175635C3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12" r="16891" b="19784"/>
          <a:stretch/>
        </p:blipFill>
        <p:spPr>
          <a:xfrm>
            <a:off x="683568" y="1556951"/>
            <a:ext cx="6687845" cy="1656184"/>
          </a:xfrm>
          <a:prstGeom prst="rect">
            <a:avLst/>
          </a:prstGeom>
        </p:spPr>
      </p:pic>
      <p:cxnSp>
        <p:nvCxnSpPr>
          <p:cNvPr id="8" name="肘形连接符 7">
            <a:extLst>
              <a:ext uri="{FF2B5EF4-FFF2-40B4-BE49-F238E27FC236}">
                <a16:creationId xmlns:a16="http://schemas.microsoft.com/office/drawing/2014/main" id="{494B66F3-7D8D-6F44-8F33-EA1726820787}"/>
              </a:ext>
            </a:extLst>
          </p:cNvPr>
          <p:cNvCxnSpPr/>
          <p:nvPr/>
        </p:nvCxnSpPr>
        <p:spPr>
          <a:xfrm>
            <a:off x="7308304" y="2569468"/>
            <a:ext cx="1216152" cy="1106424"/>
          </a:xfrm>
          <a:prstGeom prst="bentConnector3">
            <a:avLst>
              <a:gd name="adj1" fmla="val 10124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折角形 11">
            <a:extLst>
              <a:ext uri="{FF2B5EF4-FFF2-40B4-BE49-F238E27FC236}">
                <a16:creationId xmlns:a16="http://schemas.microsoft.com/office/drawing/2014/main" id="{6FC42FE6-86A2-B84F-89F5-EC4080DBEA19}"/>
              </a:ext>
            </a:extLst>
          </p:cNvPr>
          <p:cNvSpPr/>
          <p:nvPr/>
        </p:nvSpPr>
        <p:spPr>
          <a:xfrm>
            <a:off x="8244408" y="3649588"/>
            <a:ext cx="576064" cy="648072"/>
          </a:xfrm>
          <a:prstGeom prst="foldedCorne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cxnSp>
        <p:nvCxnSpPr>
          <p:cNvPr id="13" name="肘形连接符 12">
            <a:extLst>
              <a:ext uri="{FF2B5EF4-FFF2-40B4-BE49-F238E27FC236}">
                <a16:creationId xmlns:a16="http://schemas.microsoft.com/office/drawing/2014/main" id="{529CB310-937E-2F43-A0C2-352FCDA53745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23896" y="3071604"/>
            <a:ext cx="925516" cy="283064"/>
          </a:xfrm>
          <a:prstGeom prst="bentConnector3">
            <a:avLst>
              <a:gd name="adj1" fmla="val 33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折角形 22">
            <a:extLst>
              <a:ext uri="{FF2B5EF4-FFF2-40B4-BE49-F238E27FC236}">
                <a16:creationId xmlns:a16="http://schemas.microsoft.com/office/drawing/2014/main" id="{3BB05777-DE0C-0049-ADE8-F06E461F606C}"/>
              </a:ext>
            </a:extLst>
          </p:cNvPr>
          <p:cNvSpPr/>
          <p:nvPr/>
        </p:nvSpPr>
        <p:spPr>
          <a:xfrm>
            <a:off x="5945122" y="3640778"/>
            <a:ext cx="859126" cy="1034418"/>
          </a:xfrm>
          <a:prstGeom prst="foldedCorne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2M</a:t>
            </a:r>
            <a:endParaRPr kumimoji="1" lang="zh-CN" altLang="en-US" dirty="0"/>
          </a:p>
        </p:txBody>
      </p:sp>
      <p:cxnSp>
        <p:nvCxnSpPr>
          <p:cNvPr id="24" name="肘形连接符 23">
            <a:extLst>
              <a:ext uri="{FF2B5EF4-FFF2-40B4-BE49-F238E27FC236}">
                <a16:creationId xmlns:a16="http://schemas.microsoft.com/office/drawing/2014/main" id="{6437E2A2-873F-984F-B7EB-57F7D2743CFA}"/>
              </a:ext>
            </a:extLst>
          </p:cNvPr>
          <p:cNvCxnSpPr>
            <a:cxnSpLocks/>
          </p:cNvCxnSpPr>
          <p:nvPr/>
        </p:nvCxnSpPr>
        <p:spPr>
          <a:xfrm rot="16200000" flipH="1">
            <a:off x="4035279" y="2846166"/>
            <a:ext cx="1388273" cy="271177"/>
          </a:xfrm>
          <a:prstGeom prst="bentConnector3">
            <a:avLst>
              <a:gd name="adj1" fmla="val 79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折角形 27">
            <a:extLst>
              <a:ext uri="{FF2B5EF4-FFF2-40B4-BE49-F238E27FC236}">
                <a16:creationId xmlns:a16="http://schemas.microsoft.com/office/drawing/2014/main" id="{717A98F6-AA0F-7045-A07F-53E25B4F9E77}"/>
              </a:ext>
            </a:extLst>
          </p:cNvPr>
          <p:cNvSpPr/>
          <p:nvPr/>
        </p:nvSpPr>
        <p:spPr>
          <a:xfrm>
            <a:off x="4365916" y="3649588"/>
            <a:ext cx="1075150" cy="1512168"/>
          </a:xfrm>
          <a:prstGeom prst="foldedCorne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1G</a:t>
            </a:r>
            <a:endParaRPr kumimoji="1"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232ADFD-3E14-364C-A762-19C431D25C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885" y="3812016"/>
            <a:ext cx="3682752" cy="135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05847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165B9A-4063-F747-97FA-A2D09F7C3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大页的利弊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CB407D-F95B-C145-867A-EBFC4C1E7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400" dirty="0"/>
              <a:t>好处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减少</a:t>
            </a:r>
            <a:r>
              <a:rPr kumimoji="1" lang="en-US" altLang="zh-CN" sz="2000" dirty="0"/>
              <a:t>TLB</a:t>
            </a:r>
            <a:r>
              <a:rPr kumimoji="1" lang="zh-CN" altLang="en-US" sz="2000" dirty="0"/>
              <a:t>缓存项的使用，提高 </a:t>
            </a:r>
            <a:r>
              <a:rPr kumimoji="1" lang="en-US" altLang="zh-CN" sz="2000" dirty="0"/>
              <a:t>TLB </a:t>
            </a:r>
            <a:r>
              <a:rPr kumimoji="1" lang="zh-CN" altLang="en-US" sz="2000" dirty="0"/>
              <a:t>命中率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减少页表的级数，提升遍历页表的效率</a:t>
            </a:r>
            <a:endParaRPr kumimoji="1" lang="en-US" altLang="zh-CN" sz="2000" dirty="0"/>
          </a:p>
          <a:p>
            <a:r>
              <a:rPr kumimoji="1" lang="zh-CN" altLang="en-US" sz="2400" dirty="0"/>
              <a:t>案例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提供</a:t>
            </a:r>
            <a:r>
              <a:rPr kumimoji="1" lang="en-US" altLang="zh-CN" sz="2000" dirty="0"/>
              <a:t>API</a:t>
            </a:r>
            <a:r>
              <a:rPr kumimoji="1" lang="zh-CN" altLang="en-US" sz="2000" dirty="0"/>
              <a:t>允许应用程序进行显示的大页分配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透明大页（</a:t>
            </a:r>
            <a:r>
              <a:rPr kumimoji="1" lang="en-US" altLang="zh-CN" sz="2000" dirty="0"/>
              <a:t>Transparent Huge Pages) </a:t>
            </a:r>
            <a:r>
              <a:rPr kumimoji="1" lang="zh-CN" altLang="en-US" sz="2000" dirty="0"/>
              <a:t>机制</a:t>
            </a:r>
            <a:endParaRPr kumimoji="1" lang="en-US" altLang="zh-CN" sz="2000" dirty="0"/>
          </a:p>
          <a:p>
            <a:r>
              <a:rPr kumimoji="1" lang="zh-CN" altLang="en-US" sz="2400" dirty="0"/>
              <a:t>弊端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未使用整个大页而造成物理内存资源浪费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增加管理内存的复杂度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5B16B9-F136-A341-AD43-917A67386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12648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844E9E-16DA-1343-BB5F-71E02E11D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AARCH64</a:t>
            </a:r>
            <a:r>
              <a:rPr kumimoji="1" lang="zh-CN" altLang="en-US" dirty="0"/>
              <a:t>支持多种最小页面大小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096F52-C8F8-B14E-BB7A-403AC142D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0297"/>
            <a:ext cx="8229600" cy="4381499"/>
          </a:xfrm>
        </p:spPr>
        <p:txBody>
          <a:bodyPr>
            <a:normAutofit/>
          </a:bodyPr>
          <a:lstStyle/>
          <a:p>
            <a:r>
              <a:rPr kumimoji="1" lang="en-US" altLang="zh-CN" sz="2400" dirty="0"/>
              <a:t>x86_64</a:t>
            </a:r>
            <a:r>
              <a:rPr kumimoji="1" lang="zh-CN" altLang="en-US" sz="2400" dirty="0"/>
              <a:t>：</a:t>
            </a:r>
            <a:r>
              <a:rPr kumimoji="1" lang="en-US" altLang="zh-CN" sz="2400" dirty="0"/>
              <a:t>4K</a:t>
            </a:r>
          </a:p>
          <a:p>
            <a:r>
              <a:rPr kumimoji="1" lang="en-US" altLang="zh-CN" sz="2400" dirty="0"/>
              <a:t>AARCH64</a:t>
            </a:r>
          </a:p>
          <a:p>
            <a:pPr lvl="1"/>
            <a:r>
              <a:rPr kumimoji="1" lang="en-US" altLang="zh-CN" sz="2000" dirty="0"/>
              <a:t>TCR_EL1</a:t>
            </a:r>
            <a:r>
              <a:rPr kumimoji="1" lang="zh-CN" altLang="en-US" sz="2000" dirty="0"/>
              <a:t>可以配置</a:t>
            </a:r>
            <a:r>
              <a:rPr kumimoji="1" lang="en-US" altLang="zh-CN" sz="2000" dirty="0"/>
              <a:t>3</a:t>
            </a:r>
            <a:r>
              <a:rPr kumimoji="1" lang="zh-CN" altLang="en-US" sz="2000" dirty="0"/>
              <a:t>种：</a:t>
            </a:r>
            <a:r>
              <a:rPr kumimoji="1" lang="en-US" altLang="zh-CN" sz="2000" dirty="0"/>
              <a:t>4K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16K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64K</a:t>
            </a:r>
          </a:p>
          <a:p>
            <a:pPr lvl="1"/>
            <a:r>
              <a:rPr kumimoji="1" lang="en-US" altLang="zh-CN" sz="2000" dirty="0"/>
              <a:t>4K</a:t>
            </a:r>
            <a:r>
              <a:rPr kumimoji="1" lang="zh-CN" altLang="en-US" sz="2000" dirty="0"/>
              <a:t>   </a:t>
            </a:r>
            <a:r>
              <a:rPr kumimoji="1" lang="en-US" altLang="zh-CN" sz="2000" dirty="0"/>
              <a:t>+ </a:t>
            </a:r>
            <a:r>
              <a:rPr kumimoji="1" lang="zh-CN" altLang="en-US" sz="2000" dirty="0"/>
              <a:t>大页：</a:t>
            </a:r>
            <a:r>
              <a:rPr kumimoji="1" lang="en-US" altLang="zh-CN" sz="2000" dirty="0"/>
              <a:t>2M/1G</a:t>
            </a:r>
          </a:p>
          <a:p>
            <a:pPr lvl="1"/>
            <a:r>
              <a:rPr kumimoji="1" lang="en-US" altLang="zh-CN" sz="2000" dirty="0"/>
              <a:t>16K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 大页：</a:t>
            </a:r>
            <a:r>
              <a:rPr kumimoji="1" lang="en-US" altLang="zh-CN" sz="2000" dirty="0"/>
              <a:t>32M</a:t>
            </a:r>
            <a:r>
              <a:rPr kumimoji="1" lang="zh-CN" altLang="en-US" sz="2000" dirty="0"/>
              <a:t>（</a:t>
            </a:r>
            <a:r>
              <a:rPr kumimoji="1" lang="zh-CN" altLang="en-US" sz="2000" dirty="0">
                <a:solidFill>
                  <a:srgbClr val="C00000"/>
                </a:solidFill>
              </a:rPr>
              <a:t>思考为什么是</a:t>
            </a:r>
            <a:r>
              <a:rPr kumimoji="1" lang="en-US" altLang="zh-CN" sz="2000" dirty="0">
                <a:solidFill>
                  <a:srgbClr val="C00000"/>
                </a:solidFill>
              </a:rPr>
              <a:t>32M</a:t>
            </a:r>
            <a:r>
              <a:rPr kumimoji="1" lang="zh-CN" altLang="en-US" sz="2000" dirty="0">
                <a:solidFill>
                  <a:srgbClr val="C00000"/>
                </a:solidFill>
              </a:rPr>
              <a:t>？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只有</a:t>
            </a:r>
            <a:r>
              <a:rPr kumimoji="1" lang="en-US" altLang="zh-CN" sz="1800" dirty="0"/>
              <a:t>L2</a:t>
            </a:r>
            <a:r>
              <a:rPr kumimoji="1" lang="zh-CN" altLang="en-US" sz="1800" dirty="0"/>
              <a:t>页表项支持大页</a:t>
            </a:r>
            <a:endParaRPr kumimoji="1" lang="en-US" altLang="zh-CN" sz="1800" dirty="0"/>
          </a:p>
          <a:p>
            <a:pPr lvl="1"/>
            <a:r>
              <a:rPr kumimoji="1" lang="en-US" altLang="zh-CN" sz="2000" dirty="0"/>
              <a:t>64K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 大页：</a:t>
            </a:r>
            <a:r>
              <a:rPr kumimoji="1" lang="en-US" altLang="zh-CN" sz="2000" dirty="0"/>
              <a:t>512M</a:t>
            </a:r>
          </a:p>
          <a:p>
            <a:pPr lvl="2"/>
            <a:r>
              <a:rPr kumimoji="1" lang="zh-CN" altLang="en-US" sz="1800" dirty="0"/>
              <a:t>只有</a:t>
            </a:r>
            <a:r>
              <a:rPr kumimoji="1" lang="en-US" altLang="zh-CN" sz="1800" dirty="0"/>
              <a:t>L2</a:t>
            </a:r>
            <a:r>
              <a:rPr kumimoji="1" lang="zh-CN" altLang="en-US" sz="1800" dirty="0"/>
              <a:t>页表项支持大页 （</a:t>
            </a:r>
            <a:r>
              <a:rPr kumimoji="1" lang="en-US" altLang="zh-CN" sz="1800" dirty="0"/>
              <a:t>ARMv8.2</a:t>
            </a:r>
            <a:r>
              <a:rPr kumimoji="1" lang="zh-CN" altLang="en-US" sz="1800" dirty="0"/>
              <a:t>之前）</a:t>
            </a:r>
            <a:endParaRPr kumimoji="1" lang="en-US" altLang="zh-CN" sz="1800" dirty="0"/>
          </a:p>
          <a:p>
            <a:pPr lvl="1"/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B7D884-8D38-0541-815B-8505A1952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835140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1CB21C-FC96-D343-AD39-A50AAC694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思考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54CB87-6CF3-C646-86A6-EEA6F1C86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4267732"/>
          </a:xfrm>
        </p:spPr>
        <p:txBody>
          <a:bodyPr>
            <a:normAutofit/>
          </a:bodyPr>
          <a:lstStyle/>
          <a:p>
            <a:r>
              <a:rPr kumimoji="1" lang="zh-CN" altLang="en-US" sz="2000" dirty="0"/>
              <a:t>什么情况适合使用大页？</a:t>
            </a:r>
            <a:endParaRPr kumimoji="1" lang="en-US" altLang="zh-CN" sz="2000" dirty="0"/>
          </a:p>
          <a:p>
            <a:r>
              <a:rPr kumimoji="1" lang="zh-CN" altLang="en-US" sz="2000" dirty="0"/>
              <a:t>在物理内存足够大的今天，虚拟内存是否还有存在的必要？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如果不使用虚拟内存抽象，恢复到只用物理内存寻址，会带来哪些改变？哪些场景适合？</a:t>
            </a:r>
          </a:p>
          <a:p>
            <a:r>
              <a:rPr kumimoji="1" lang="zh-CN" altLang="en-US" sz="2000" dirty="0"/>
              <a:t>如果不依靠 </a:t>
            </a:r>
            <a:r>
              <a:rPr kumimoji="1" lang="en-US" altLang="zh-CN" sz="2000" dirty="0"/>
              <a:t>MMU</a:t>
            </a:r>
            <a:r>
              <a:rPr kumimoji="1" lang="zh-CN" altLang="en-US" sz="2000" dirty="0"/>
              <a:t>，是否有可以替换虚拟内存的方法？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基于高级语言实现多个同一个地址空间内运行实例的隔离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基于编译器插桩实现多个运行实例的隔离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更多可参考 </a:t>
            </a:r>
            <a:r>
              <a:rPr kumimoji="1" lang="en-US" altLang="zh-CN" sz="1800" dirty="0"/>
              <a:t>Software Fault Isolation</a:t>
            </a:r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41B43E-F7F3-844A-905E-BB0B73C2B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726257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b="1" dirty="0"/>
              <a:t>小结：虚拟内存机制的优势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128493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>
            <a:extLst>
              <a:ext uri="{FF2B5EF4-FFF2-40B4-BE49-F238E27FC236}">
                <a16:creationId xmlns:a16="http://schemas.microsoft.com/office/drawing/2014/main" id="{894B94B3-BE7D-AA45-B413-A5601EAB6C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7544" y="337220"/>
            <a:ext cx="6667500" cy="731573"/>
          </a:xfrm>
        </p:spPr>
        <p:txBody>
          <a:bodyPr/>
          <a:lstStyle/>
          <a:p>
            <a:pPr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虚拟内存机制的优势</a:t>
            </a:r>
            <a:endParaRPr lang="en-GB" altLang="zh-CN" dirty="0">
              <a:ea typeface="宋体" panose="02010600030101010101" pitchFamily="2" charset="-122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D7FDDE60-DEF0-4947-BD48-5FD53C0C95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7847" y="1255572"/>
            <a:ext cx="6985000" cy="4122208"/>
          </a:xfrm>
        </p:spPr>
        <p:txBody>
          <a:bodyPr>
            <a:normAutofit/>
          </a:bodyPr>
          <a:lstStyle/>
          <a:p>
            <a:pPr>
              <a:lnSpc>
                <a:spcPct val="83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400" dirty="0">
                <a:latin typeface="+mn-ea"/>
              </a:rPr>
              <a:t>高效使用物理内存</a:t>
            </a:r>
            <a:endParaRPr lang="en-GB" altLang="zh-CN" sz="2400" dirty="0">
              <a:latin typeface="+mn-ea"/>
              <a:ea typeface="+mn-ea"/>
            </a:endParaRPr>
          </a:p>
          <a:p>
            <a:pPr lvl="1"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000" dirty="0">
                <a:latin typeface="+mn-ea"/>
                <a:ea typeface="+mn-ea"/>
              </a:rPr>
              <a:t>使用 </a:t>
            </a:r>
            <a:r>
              <a:rPr lang="en" altLang="zh-CN" sz="2000" dirty="0">
                <a:latin typeface="+mn-ea"/>
                <a:ea typeface="+mn-ea"/>
              </a:rPr>
              <a:t>DRAM </a:t>
            </a:r>
            <a:r>
              <a:rPr lang="zh-CN" altLang="en-US" sz="2000" dirty="0">
                <a:latin typeface="+mn-ea"/>
                <a:ea typeface="+mn-ea"/>
              </a:rPr>
              <a:t>作为虚拟地址空间的缓存</a:t>
            </a:r>
            <a:endParaRPr lang="en-GB" altLang="zh-CN" sz="2000" dirty="0">
              <a:latin typeface="+mn-ea"/>
              <a:ea typeface="+mn-ea"/>
            </a:endParaRPr>
          </a:p>
          <a:p>
            <a:pPr marL="0" indent="0">
              <a:buNone/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endParaRPr lang="en-GB" altLang="zh-CN" sz="600" dirty="0">
              <a:latin typeface="+mn-ea"/>
              <a:ea typeface="+mn-ea"/>
            </a:endParaRPr>
          </a:p>
          <a:p>
            <a:pPr>
              <a:lnSpc>
                <a:spcPct val="83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GB" sz="2400" dirty="0">
                <a:latin typeface="+mn-ea"/>
                <a:ea typeface="+mn-ea"/>
              </a:rPr>
              <a:t>简化内存管理</a:t>
            </a:r>
            <a:endParaRPr lang="en-GB" altLang="zh-CN" sz="2400" dirty="0">
              <a:latin typeface="+mn-ea"/>
              <a:ea typeface="+mn-ea"/>
            </a:endParaRPr>
          </a:p>
          <a:p>
            <a:pPr lvl="1"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GB" sz="2000" dirty="0">
                <a:latin typeface="+mn-ea"/>
                <a:ea typeface="+mn-ea"/>
              </a:rPr>
              <a:t>每个</a:t>
            </a:r>
            <a:r>
              <a:rPr lang="zh-CN" altLang="en-US" sz="2000" dirty="0">
                <a:latin typeface="+mn-ea"/>
                <a:ea typeface="+mn-ea"/>
              </a:rPr>
              <a:t>进程看到的是统一的线性地址空间</a:t>
            </a:r>
            <a:endParaRPr lang="en-GB" altLang="zh-CN" sz="2000" dirty="0">
              <a:latin typeface="+mn-ea"/>
              <a:ea typeface="+mn-ea"/>
            </a:endParaRPr>
          </a:p>
          <a:p>
            <a:pPr marL="0" indent="0">
              <a:lnSpc>
                <a:spcPct val="88000"/>
              </a:lnSpc>
              <a:buNone/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endParaRPr lang="en-GB" altLang="zh-CN" sz="600" dirty="0">
              <a:latin typeface="+mn-ea"/>
              <a:ea typeface="+mn-ea"/>
            </a:endParaRPr>
          </a:p>
          <a:p>
            <a:pPr>
              <a:lnSpc>
                <a:spcPct val="83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400" dirty="0">
                <a:latin typeface="+mn-ea"/>
                <a:ea typeface="+mn-ea"/>
              </a:rPr>
              <a:t>更强的</a:t>
            </a:r>
            <a:r>
              <a:rPr lang="zh-CN" altLang="en-GB" sz="2400" dirty="0">
                <a:latin typeface="+mn-ea"/>
                <a:ea typeface="+mn-ea"/>
              </a:rPr>
              <a:t>隔离</a:t>
            </a:r>
            <a:r>
              <a:rPr lang="zh-CN" altLang="en-US" sz="2400" dirty="0">
                <a:latin typeface="+mn-ea"/>
                <a:ea typeface="+mn-ea"/>
              </a:rPr>
              <a:t>与更细的权限控制</a:t>
            </a:r>
            <a:endParaRPr lang="en-GB" altLang="zh-CN" sz="2400" dirty="0">
              <a:latin typeface="+mn-ea"/>
              <a:ea typeface="+mn-ea"/>
            </a:endParaRPr>
          </a:p>
          <a:p>
            <a:pPr lvl="1"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GB" sz="2000" dirty="0">
                <a:latin typeface="+mn-ea"/>
                <a:ea typeface="+mn-ea"/>
              </a:rPr>
              <a:t>一个进程</a:t>
            </a:r>
            <a:r>
              <a:rPr lang="zh-CN" altLang="en-US" sz="2000" dirty="0">
                <a:latin typeface="+mn-ea"/>
                <a:ea typeface="+mn-ea"/>
              </a:rPr>
              <a:t>不能访问属于其他进程的内存</a:t>
            </a:r>
            <a:r>
              <a:rPr lang="en-GB" altLang="zh-CN" sz="2000" dirty="0">
                <a:latin typeface="+mn-ea"/>
                <a:ea typeface="+mn-ea"/>
              </a:rPr>
              <a:t>	</a:t>
            </a:r>
          </a:p>
          <a:p>
            <a:pPr lvl="1"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000" dirty="0">
                <a:latin typeface="+mn-ea"/>
                <a:ea typeface="+mn-ea"/>
              </a:rPr>
              <a:t>用户程序不能够访问特权更高的内核信息</a:t>
            </a:r>
            <a:endParaRPr lang="en-US" altLang="zh-CN" sz="2000" dirty="0">
              <a:latin typeface="+mn-ea"/>
              <a:ea typeface="+mn-ea"/>
            </a:endParaRPr>
          </a:p>
          <a:p>
            <a:pPr lvl="1"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000" dirty="0">
                <a:latin typeface="+mn-ea"/>
                <a:ea typeface="+mn-ea"/>
              </a:rPr>
              <a:t>不同内存页的读、写、执行权限可以不同</a:t>
            </a:r>
            <a:endParaRPr lang="en-GB" altLang="zh-CN" sz="20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0116153"/>
      </p:ext>
    </p:extLst>
  </p:cSld>
  <p:clrMapOvr>
    <a:masterClrMapping/>
  </p:clrMapOvr>
  <p:transition spd="med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1">
            <a:extLst>
              <a:ext uri="{FF2B5EF4-FFF2-40B4-BE49-F238E27FC236}">
                <a16:creationId xmlns:a16="http://schemas.microsoft.com/office/drawing/2014/main" id="{B14A3D75-2795-DB4F-8B28-D42EA854E6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8989" y="297656"/>
            <a:ext cx="6902979" cy="818886"/>
          </a:xfrm>
        </p:spPr>
        <p:txBody>
          <a:bodyPr>
            <a:normAutofit fontScale="90000"/>
          </a:bodyPr>
          <a:lstStyle/>
          <a:p>
            <a:pPr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每个进程拥有独立的虚拟地址空间</a:t>
            </a:r>
            <a:endParaRPr lang="en-GB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65AF2E9A-B820-D941-8C49-A2F8B0067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890" y="1180982"/>
            <a:ext cx="2324364" cy="406135"/>
          </a:xfrm>
          <a:prstGeom prst="rect">
            <a:avLst/>
          </a:prstGeom>
          <a:solidFill>
            <a:srgbClr val="F1C7C7"/>
          </a:solidFill>
          <a:ln w="3240">
            <a:solidFill>
              <a:schemeClr val="tx1"/>
            </a:solidFill>
            <a:miter lim="800000"/>
            <a:headEnd/>
            <a:tailEnd/>
          </a:ln>
        </p:spPr>
        <p:txBody>
          <a:bodyPr wrap="none" lIns="75000" tIns="39000" rIns="75000" bIns="390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用户</a:t>
            </a:r>
            <a:r>
              <a:rPr lang="zh-CN" altLang="en-GB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不可访问</a:t>
            </a: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的空间</a:t>
            </a:r>
            <a:endParaRPr lang="en-GB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6508DE43-E90D-F942-9E72-2DE9A0773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890" y="2599149"/>
            <a:ext cx="2324364" cy="558271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</p:spPr>
        <p:txBody>
          <a:bodyPr wrap="none" lIns="75000" tIns="39000" rIns="75000" bIns="390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共享库（</a:t>
            </a:r>
            <a:r>
              <a:rPr lang="en-US" altLang="zh-CN" sz="1333" b="1" dirty="0" err="1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mmap</a:t>
            </a: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）</a:t>
            </a:r>
            <a:endParaRPr lang="en-GB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71CE50B2-D5C5-5B41-BF72-AE7C29E04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890" y="3145896"/>
            <a:ext cx="2324364" cy="418042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667" b="1">
              <a:solidFill>
                <a:srgbClr val="00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8" name="Rectangle 17">
            <a:extLst>
              <a:ext uri="{FF2B5EF4-FFF2-40B4-BE49-F238E27FC236}">
                <a16:creationId xmlns:a16="http://schemas.microsoft.com/office/drawing/2014/main" id="{DC7CF5A6-6272-1149-AD34-0B8A07AC8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890" y="3562615"/>
            <a:ext cx="2324364" cy="558271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</p:spPr>
        <p:txBody>
          <a:bodyPr wrap="none" lIns="75000" tIns="39000" rIns="75000" bIns="390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堆</a:t>
            </a:r>
            <a:r>
              <a:rPr lang="en-GB" altLang="zh-CN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 </a:t>
            </a: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（</a:t>
            </a:r>
            <a:r>
              <a:rPr lang="en-US" altLang="zh-CN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malloc</a:t>
            </a: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）</a:t>
            </a:r>
            <a:endParaRPr lang="en-GB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B616056C-B25D-5847-8F9E-90C1FB537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890" y="1841118"/>
            <a:ext cx="2324364" cy="755386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667" b="1">
              <a:solidFill>
                <a:srgbClr val="000000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0" name="Line 19">
            <a:extLst>
              <a:ext uri="{FF2B5EF4-FFF2-40B4-BE49-F238E27FC236}">
                <a16:creationId xmlns:a16="http://schemas.microsoft.com/office/drawing/2014/main" id="{09F9C126-B07B-A74D-AC32-EAA631920D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01441" y="3234532"/>
            <a:ext cx="1323" cy="320146"/>
          </a:xfrm>
          <a:prstGeom prst="line">
            <a:avLst/>
          </a:prstGeom>
          <a:noFill/>
          <a:ln w="324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1" name="Rectangle 20">
            <a:extLst>
              <a:ext uri="{FF2B5EF4-FFF2-40B4-BE49-F238E27FC236}">
                <a16:creationId xmlns:a16="http://schemas.microsoft.com/office/drawing/2014/main" id="{B9DE4179-2FEE-CD42-896C-407CB657E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890" y="1561982"/>
            <a:ext cx="2324364" cy="469635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</p:spPr>
        <p:txBody>
          <a:bodyPr wrap="none" lIns="75000" tIns="39000" rIns="75000" bIns="390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栈 （运行时创建）</a:t>
            </a:r>
            <a:endParaRPr lang="en-GB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</p:txBody>
      </p:sp>
      <p:sp>
        <p:nvSpPr>
          <p:cNvPr id="12" name="Line 21">
            <a:extLst>
              <a:ext uri="{FF2B5EF4-FFF2-40B4-BE49-F238E27FC236}">
                <a16:creationId xmlns:a16="http://schemas.microsoft.com/office/drawing/2014/main" id="{28E3C15C-5D4F-2F44-93BE-D63466E43A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01441" y="2411295"/>
            <a:ext cx="1323" cy="193146"/>
          </a:xfrm>
          <a:prstGeom prst="line">
            <a:avLst/>
          </a:prstGeom>
          <a:noFill/>
          <a:ln w="324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3" name="Line 22">
            <a:extLst>
              <a:ext uri="{FF2B5EF4-FFF2-40B4-BE49-F238E27FC236}">
                <a16:creationId xmlns:a16="http://schemas.microsoft.com/office/drawing/2014/main" id="{2CDF1F02-9387-CC4C-AB19-D8D193A1B57C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1441" y="2031617"/>
            <a:ext cx="1323" cy="190500"/>
          </a:xfrm>
          <a:prstGeom prst="line">
            <a:avLst/>
          </a:prstGeom>
          <a:noFill/>
          <a:ln w="324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4" name="Rectangle 23">
            <a:extLst>
              <a:ext uri="{FF2B5EF4-FFF2-40B4-BE49-F238E27FC236}">
                <a16:creationId xmlns:a16="http://schemas.microsoft.com/office/drawing/2014/main" id="{3C70B303-430B-2A47-897B-271975F5F0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890" y="5197741"/>
            <a:ext cx="2324364" cy="330729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msgothic" charset="0"/>
                <a:cs typeface="msgothic" charset="0"/>
              </a:rPr>
              <a:t>Unused</a:t>
            </a:r>
          </a:p>
        </p:txBody>
      </p:sp>
      <p:sp>
        <p:nvSpPr>
          <p:cNvPr id="15" name="Text Box 24">
            <a:extLst>
              <a:ext uri="{FF2B5EF4-FFF2-40B4-BE49-F238E27FC236}">
                <a16:creationId xmlns:a16="http://schemas.microsoft.com/office/drawing/2014/main" id="{E28CFA04-0359-7845-AA79-EC0D85D10A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8024" y="5378980"/>
            <a:ext cx="383901" cy="229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US" altLang="zh-CN" sz="1000" b="1" dirty="0">
                <a:solidFill>
                  <a:srgbClr val="000000"/>
                </a:solidFill>
                <a:latin typeface="+mn-ea"/>
                <a:cs typeface="msgothic"/>
              </a:rPr>
              <a:t>0x</a:t>
            </a:r>
            <a:r>
              <a:rPr lang="en-GB" altLang="zh-CN" sz="1000" b="1" dirty="0">
                <a:solidFill>
                  <a:srgbClr val="000000"/>
                </a:solidFill>
                <a:latin typeface="+mn-ea"/>
                <a:cs typeface="msgothic"/>
              </a:rPr>
              <a:t>0</a:t>
            </a:r>
          </a:p>
        </p:txBody>
      </p:sp>
      <p:sp>
        <p:nvSpPr>
          <p:cNvPr id="16" name="Text Box 25">
            <a:extLst>
              <a:ext uri="{FF2B5EF4-FFF2-40B4-BE49-F238E27FC236}">
                <a16:creationId xmlns:a16="http://schemas.microsoft.com/office/drawing/2014/main" id="{2F2E2E7D-CB93-F04D-9AC0-89DFE18A4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5910" y="1886097"/>
            <a:ext cx="1198578" cy="47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75000" tIns="39000" rIns="75000" bIns="390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US" altLang="zh-CN" sz="1333" b="1" dirty="0">
                <a:solidFill>
                  <a:srgbClr val="000000"/>
                </a:solidFill>
                <a:latin typeface="Courier New" panose="02070309020205020404" pitchFamily="49" charset="0"/>
                <a:cs typeface="msgothic"/>
              </a:rPr>
              <a:t>%</a:t>
            </a:r>
            <a:r>
              <a:rPr lang="en-GB" altLang="zh-CN" sz="1333" b="1" dirty="0">
                <a:solidFill>
                  <a:srgbClr val="000000"/>
                </a:solidFill>
                <a:latin typeface="Courier New" panose="02070309020205020404" pitchFamily="49" charset="0"/>
                <a:cs typeface="msgothic"/>
              </a:rPr>
              <a:t>SP</a:t>
            </a:r>
            <a:r>
              <a:rPr lang="en-GB" altLang="zh-CN" sz="1333" b="1" dirty="0">
                <a:solidFill>
                  <a:srgbClr val="000000"/>
                </a:solidFill>
                <a:latin typeface="Calibri" panose="020F0502020204030204" pitchFamily="34" charset="0"/>
                <a:cs typeface="msgothic"/>
              </a:rPr>
              <a:t> </a:t>
            </a:r>
          </a:p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 dirty="0">
                <a:solidFill>
                  <a:srgbClr val="000000"/>
                </a:solidFill>
                <a:latin typeface="Calibri" panose="020F0502020204030204" pitchFamily="34" charset="0"/>
                <a:cs typeface="msgothic"/>
              </a:rPr>
              <a:t>(stack</a:t>
            </a: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cs typeface="msgothic"/>
              </a:rPr>
              <a:t> </a:t>
            </a:r>
            <a:r>
              <a:rPr lang="en-GB" altLang="zh-CN" sz="1333" b="1" dirty="0">
                <a:solidFill>
                  <a:srgbClr val="000000"/>
                </a:solidFill>
                <a:latin typeface="Calibri" panose="020F0502020204030204" pitchFamily="34" charset="0"/>
                <a:cs typeface="msgothic"/>
              </a:rPr>
              <a:t>pointer)</a:t>
            </a:r>
          </a:p>
        </p:txBody>
      </p:sp>
      <p:sp>
        <p:nvSpPr>
          <p:cNvPr id="17" name="Line 26">
            <a:extLst>
              <a:ext uri="{FF2B5EF4-FFF2-40B4-BE49-F238E27FC236}">
                <a16:creationId xmlns:a16="http://schemas.microsoft.com/office/drawing/2014/main" id="{269B83DB-CB4A-B04B-967C-0919726C4E0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510587" y="2030295"/>
            <a:ext cx="320146" cy="0"/>
          </a:xfrm>
          <a:prstGeom prst="line">
            <a:avLst/>
          </a:prstGeom>
          <a:noFill/>
          <a:ln w="3240">
            <a:solidFill>
              <a:srgbClr val="000066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18" name="Text Box 27">
            <a:extLst>
              <a:ext uri="{FF2B5EF4-FFF2-40B4-BE49-F238E27FC236}">
                <a16:creationId xmlns:a16="http://schemas.microsoft.com/office/drawing/2014/main" id="{20C942E2-59D8-A24A-A7C9-84C0553006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0816" y="1057300"/>
            <a:ext cx="866404" cy="48079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内核</a:t>
            </a: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地址</a:t>
            </a:r>
            <a:endParaRPr lang="en-US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非法地址</a:t>
            </a:r>
            <a:endParaRPr lang="en-GB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</p:txBody>
      </p:sp>
      <p:sp>
        <p:nvSpPr>
          <p:cNvPr id="19" name="Line 28">
            <a:extLst>
              <a:ext uri="{FF2B5EF4-FFF2-40B4-BE49-F238E27FC236}">
                <a16:creationId xmlns:a16="http://schemas.microsoft.com/office/drawing/2014/main" id="{9BAAE857-30FA-E145-BB6F-559A823AE1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23816" y="1177013"/>
            <a:ext cx="1323" cy="383646"/>
          </a:xfrm>
          <a:prstGeom prst="line">
            <a:avLst/>
          </a:prstGeom>
          <a:noFill/>
          <a:ln w="324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0" name="Text Box 29">
            <a:extLst>
              <a:ext uri="{FF2B5EF4-FFF2-40B4-BE49-F238E27FC236}">
                <a16:creationId xmlns:a16="http://schemas.microsoft.com/office/drawing/2014/main" id="{75A4C2FE-5DD7-5844-A70B-0E4A71FCF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889" y="3414448"/>
            <a:ext cx="459241" cy="274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ourier New" panose="02070309020205020404" pitchFamily="49" charset="0"/>
                <a:ea typeface="msgothic"/>
                <a:cs typeface="msgothic"/>
              </a:rPr>
              <a:t>brk</a:t>
            </a:r>
          </a:p>
        </p:txBody>
      </p:sp>
      <p:sp>
        <p:nvSpPr>
          <p:cNvPr id="21" name="Line 30">
            <a:extLst>
              <a:ext uri="{FF2B5EF4-FFF2-40B4-BE49-F238E27FC236}">
                <a16:creationId xmlns:a16="http://schemas.microsoft.com/office/drawing/2014/main" id="{4B0D83EA-039D-2C46-BDBE-2EAFD103325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490743" y="3554678"/>
            <a:ext cx="275167" cy="0"/>
          </a:xfrm>
          <a:prstGeom prst="line">
            <a:avLst/>
          </a:prstGeom>
          <a:noFill/>
          <a:ln w="3240">
            <a:solidFill>
              <a:srgbClr val="000066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667" b="1">
              <a:solidFill>
                <a:srgbClr val="000000"/>
              </a:solidFill>
              <a:latin typeface="Comic Sans MS" panose="030F09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3" name="Text Box 32">
            <a:extLst>
              <a:ext uri="{FF2B5EF4-FFF2-40B4-BE49-F238E27FC236}">
                <a16:creationId xmlns:a16="http://schemas.microsoft.com/office/drawing/2014/main" id="{1544BB3D-7E36-5544-AE85-9A21669550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7254" y="5092645"/>
            <a:ext cx="776636" cy="223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000" b="1" dirty="0">
                <a:solidFill>
                  <a:srgbClr val="000000"/>
                </a:solidFill>
                <a:latin typeface="+mn-ea"/>
                <a:cs typeface="msgothic"/>
              </a:rPr>
              <a:t>0x400000</a:t>
            </a:r>
          </a:p>
        </p:txBody>
      </p:sp>
      <p:sp>
        <p:nvSpPr>
          <p:cNvPr id="24" name="Rectangle 34">
            <a:extLst>
              <a:ext uri="{FF2B5EF4-FFF2-40B4-BE49-F238E27FC236}">
                <a16:creationId xmlns:a16="http://schemas.microsoft.com/office/drawing/2014/main" id="{941FA5F5-5985-5947-9699-5C5BE6AA41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890" y="4118240"/>
            <a:ext cx="2324364" cy="5582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5000" tIns="39000" rIns="75000" bIns="390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zh-CN" altLang="en-GB" sz="1333" b="1" dirty="0">
                <a:solidFill>
                  <a:srgbClr val="000000"/>
                </a:solidFill>
                <a:latin typeface="Calibri" pitchFamily="34" charset="0"/>
                <a:ea typeface="msgothic" charset="0"/>
                <a:cs typeface="msgothic" charset="0"/>
              </a:rPr>
              <a:t>读写</a:t>
            </a:r>
            <a:r>
              <a:rPr lang="zh-CN" altLang="en-US" sz="1333" b="1" dirty="0">
                <a:solidFill>
                  <a:srgbClr val="000000"/>
                </a:solidFill>
                <a:latin typeface="Calibri" pitchFamily="34" charset="0"/>
                <a:ea typeface="msgothic" charset="0"/>
                <a:cs typeface="msgothic" charset="0"/>
              </a:rPr>
              <a:t>段</a:t>
            </a:r>
            <a:endParaRPr lang="en-GB" sz="1333" b="1" dirty="0">
              <a:solidFill>
                <a:srgbClr val="000000"/>
              </a:solidFill>
              <a:latin typeface="Calibri" pitchFamily="34" charset="0"/>
              <a:ea typeface="msgothic" charset="0"/>
              <a:cs typeface="msgothic" charset="0"/>
            </a:endParaRPr>
          </a:p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zh-CN" altLang="en-US" sz="1333" b="1" dirty="0">
                <a:solidFill>
                  <a:srgbClr val="000000"/>
                </a:solidFill>
                <a:latin typeface="Calibri" pitchFamily="34" charset="0"/>
                <a:ea typeface="msgothic" charset="0"/>
                <a:cs typeface="msgothic" charset="0"/>
              </a:rPr>
              <a:t>（</a:t>
            </a: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msgothic" charset="0"/>
                <a:cs typeface="msgothic" charset="0"/>
              </a:rPr>
              <a:t>.</a:t>
            </a:r>
            <a:r>
              <a:rPr lang="en-GB" sz="1333" b="1" dirty="0">
                <a:solidFill>
                  <a:srgbClr val="000000"/>
                </a:solidFill>
                <a:latin typeface="Courier New" pitchFamily="49" charset="0"/>
                <a:ea typeface="msgothic" charset="0"/>
                <a:cs typeface="msgothic" charset="0"/>
              </a:rPr>
              <a:t>data</a:t>
            </a: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msgothic" charset="0"/>
                <a:cs typeface="msgothic" charset="0"/>
              </a:rPr>
              <a:t>, .</a:t>
            </a:r>
            <a:r>
              <a:rPr lang="en-GB" sz="1333" b="1" dirty="0" err="1">
                <a:solidFill>
                  <a:srgbClr val="000000"/>
                </a:solidFill>
                <a:latin typeface="Courier New" pitchFamily="49" charset="0"/>
                <a:ea typeface="msgothic" charset="0"/>
                <a:cs typeface="msgothic" charset="0"/>
              </a:rPr>
              <a:t>bss</a:t>
            </a:r>
            <a:r>
              <a:rPr lang="zh-CN" altLang="en-US" sz="1333" b="1" dirty="0">
                <a:solidFill>
                  <a:srgbClr val="000000"/>
                </a:solidFill>
                <a:latin typeface="Calibri" pitchFamily="34" charset="0"/>
                <a:ea typeface="msgothic" charset="0"/>
                <a:cs typeface="msgothic" charset="0"/>
              </a:rPr>
              <a:t>）</a:t>
            </a:r>
            <a:endParaRPr lang="en-GB" sz="1333" b="1" dirty="0">
              <a:solidFill>
                <a:srgbClr val="000000"/>
              </a:solidFill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25" name="Rectangle 35">
            <a:extLst>
              <a:ext uri="{FF2B5EF4-FFF2-40B4-BE49-F238E27FC236}">
                <a16:creationId xmlns:a16="http://schemas.microsoft.com/office/drawing/2014/main" id="{3052F793-5C6C-7643-8DBB-DF5D6CFBB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890" y="4639470"/>
            <a:ext cx="2324364" cy="558271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</p:spPr>
        <p:txBody>
          <a:bodyPr wrap="none" lIns="75000" tIns="39000" rIns="75000" bIns="390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只读</a:t>
            </a: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段</a:t>
            </a:r>
            <a:endParaRPr lang="en-GB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（</a:t>
            </a:r>
            <a:r>
              <a:rPr lang="en-GB" altLang="zh-CN" sz="1333" b="1" dirty="0">
                <a:solidFill>
                  <a:srgbClr val="000000"/>
                </a:solidFill>
                <a:latin typeface="Courier New" panose="02070309020205020404" pitchFamily="49" charset="0"/>
                <a:ea typeface="msgothic"/>
                <a:cs typeface="msgothic"/>
              </a:rPr>
              <a:t>.</a:t>
            </a:r>
            <a:r>
              <a:rPr lang="en-GB" altLang="zh-CN" sz="1333" b="1" dirty="0" err="1">
                <a:solidFill>
                  <a:srgbClr val="000000"/>
                </a:solidFill>
                <a:latin typeface="Courier New" panose="02070309020205020404" pitchFamily="49" charset="0"/>
                <a:ea typeface="msgothic"/>
                <a:cs typeface="msgothic"/>
              </a:rPr>
              <a:t>init</a:t>
            </a:r>
            <a:r>
              <a:rPr lang="en-GB" altLang="zh-CN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, .</a:t>
            </a:r>
            <a:r>
              <a:rPr lang="en-GB" altLang="zh-CN" sz="1333" b="1" dirty="0">
                <a:solidFill>
                  <a:srgbClr val="000000"/>
                </a:solidFill>
                <a:latin typeface="Courier New" panose="02070309020205020404" pitchFamily="49" charset="0"/>
                <a:ea typeface="msgothic"/>
                <a:cs typeface="msgothic"/>
              </a:rPr>
              <a:t>text</a:t>
            </a:r>
            <a:r>
              <a:rPr lang="en-GB" altLang="zh-CN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, </a:t>
            </a:r>
            <a:r>
              <a:rPr lang="en-GB" altLang="zh-CN" sz="1333" b="1" dirty="0">
                <a:solidFill>
                  <a:srgbClr val="000000"/>
                </a:solidFill>
                <a:latin typeface="Courier New" panose="02070309020205020404" pitchFamily="49" charset="0"/>
                <a:ea typeface="msgothic"/>
                <a:cs typeface="msgothic"/>
              </a:rPr>
              <a:t>.</a:t>
            </a:r>
            <a:r>
              <a:rPr lang="en-GB" altLang="zh-CN" sz="1333" b="1" dirty="0" err="1">
                <a:solidFill>
                  <a:srgbClr val="000000"/>
                </a:solidFill>
                <a:latin typeface="Courier New" panose="02070309020205020404" pitchFamily="49" charset="0"/>
                <a:ea typeface="msgothic"/>
                <a:cs typeface="msgothic"/>
              </a:rPr>
              <a:t>rodata</a:t>
            </a: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）</a:t>
            </a:r>
            <a:endParaRPr lang="en-GB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</p:txBody>
      </p:sp>
      <p:sp>
        <p:nvSpPr>
          <p:cNvPr id="26" name="AutoShape 36">
            <a:extLst>
              <a:ext uri="{FF2B5EF4-FFF2-40B4-BE49-F238E27FC236}">
                <a16:creationId xmlns:a16="http://schemas.microsoft.com/office/drawing/2014/main" id="{39B4B089-6DA8-AA41-8FBE-C2B163579554}"/>
              </a:ext>
            </a:extLst>
          </p:cNvPr>
          <p:cNvSpPr>
            <a:spLocks/>
          </p:cNvSpPr>
          <p:nvPr/>
        </p:nvSpPr>
        <p:spPr bwMode="auto">
          <a:xfrm>
            <a:off x="7518524" y="4124854"/>
            <a:ext cx="63500" cy="1079500"/>
          </a:xfrm>
          <a:prstGeom prst="rightBrace">
            <a:avLst>
              <a:gd name="adj1" fmla="val 141667"/>
              <a:gd name="adj2" fmla="val 50000"/>
            </a:avLst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7" name="Text Box 37">
            <a:extLst>
              <a:ext uri="{FF2B5EF4-FFF2-40B4-BE49-F238E27FC236}">
                <a16:creationId xmlns:a16="http://schemas.microsoft.com/office/drawing/2014/main" id="{288CB4CC-D411-7344-B2AE-CF402E819A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8612" y="4424206"/>
            <a:ext cx="1180593" cy="480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000" tIns="39000" rIns="75000" bIns="390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从</a:t>
            </a: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可执行文件</a:t>
            </a:r>
            <a:endParaRPr lang="en-US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sz="1333" b="1" dirty="0">
                <a:solidFill>
                  <a:srgbClr val="000000"/>
                </a:solidFill>
                <a:latin typeface="Calibri" panose="020F0502020204030204" pitchFamily="34" charset="0"/>
                <a:ea typeface="msgothic"/>
                <a:cs typeface="msgothic"/>
              </a:rPr>
              <a:t>中加载</a:t>
            </a:r>
            <a:endParaRPr lang="en-GB" altLang="zh-CN" sz="1333" b="1" dirty="0">
              <a:solidFill>
                <a:srgbClr val="000000"/>
              </a:solidFill>
              <a:latin typeface="Calibri" panose="020F0502020204030204" pitchFamily="34" charset="0"/>
              <a:ea typeface="msgothic"/>
              <a:cs typeface="msgothic"/>
            </a:endParaRPr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7820F9BF-D7B1-FF44-B25A-0E74C515B4DF}"/>
              </a:ext>
            </a:extLst>
          </p:cNvPr>
          <p:cNvSpPr txBox="1">
            <a:spLocks noChangeArrowheads="1"/>
          </p:cNvSpPr>
          <p:nvPr/>
        </p:nvSpPr>
        <p:spPr>
          <a:xfrm>
            <a:off x="487847" y="1255572"/>
            <a:ext cx="6985000" cy="4122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400" dirty="0">
                <a:latin typeface="+mn-ea"/>
              </a:rPr>
              <a:t>不同进程互不干扰</a:t>
            </a:r>
            <a:endParaRPr lang="en-US" altLang="zh-CN" sz="2400" dirty="0">
              <a:latin typeface="+mn-ea"/>
            </a:endParaRPr>
          </a:p>
          <a:p>
            <a:pPr lvl="1"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000" dirty="0">
                <a:latin typeface="+mn-ea"/>
              </a:rPr>
              <a:t>仿佛独占所有内存</a:t>
            </a:r>
            <a:endParaRPr lang="en-US" altLang="zh-CN" sz="2000" dirty="0">
              <a:latin typeface="+mn-ea"/>
            </a:endParaRPr>
          </a:p>
          <a:p>
            <a:pPr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400" dirty="0">
                <a:latin typeface="+mn-ea"/>
              </a:rPr>
              <a:t>绝大部分地址段均可用</a:t>
            </a:r>
            <a:endParaRPr lang="en-US" altLang="zh-CN" sz="2400" dirty="0">
              <a:latin typeface="+mn-ea"/>
            </a:endParaRPr>
          </a:p>
          <a:p>
            <a:pPr lvl="1"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GB" sz="2000" dirty="0">
                <a:latin typeface="+mn-ea"/>
                <a:ea typeface="+mn-ea"/>
              </a:rPr>
              <a:t>除了</a:t>
            </a:r>
            <a:r>
              <a:rPr lang="zh-CN" altLang="en-US" sz="2000" dirty="0">
                <a:latin typeface="+mn-ea"/>
                <a:ea typeface="+mn-ea"/>
              </a:rPr>
              <a:t>顶部的内核地址区域</a:t>
            </a:r>
            <a:endParaRPr lang="en-US" altLang="zh-CN" sz="20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19701149"/>
      </p:ext>
    </p:extLst>
  </p:cSld>
  <p:clrMapOvr>
    <a:masterClrMapping/>
  </p:clrMapOvr>
  <p:transition spd="med"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0C8203C7-CEF0-D543-A67B-A9769D70F6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0488" y="1331516"/>
            <a:ext cx="7537896" cy="1587500"/>
          </a:xfrm>
        </p:spPr>
        <p:txBody>
          <a:bodyPr/>
          <a:lstStyle/>
          <a:p>
            <a:pPr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en-GB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每个虚拟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页都可以被映射到任意物理页</a:t>
            </a:r>
            <a:endParaRPr lang="en-GB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一个虚拟页可以在</a:t>
            </a:r>
            <a:r>
              <a:rPr lang="zh-CN" altLang="zh-CN" sz="2400" dirty="0">
                <a:solidFill>
                  <a:srgbClr val="BE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不同的</a:t>
            </a:r>
            <a:r>
              <a:rPr lang="zh-CN" altLang="en-US" sz="2400" dirty="0">
                <a:solidFill>
                  <a:srgbClr val="BE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时刻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存储在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不同的物理页中</a:t>
            </a:r>
            <a:endParaRPr lang="en-US" altLang="zh-CN" sz="24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68598039-5A0A-1A43-B82B-4C4A3C728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753" y="2824661"/>
            <a:ext cx="1968500" cy="526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进程</a:t>
            </a: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在</a:t>
            </a:r>
            <a:r>
              <a:rPr lang="zh-CN" altLang="en-US" sz="1500" b="1" dirty="0">
                <a:solidFill>
                  <a:srgbClr val="BF374B"/>
                </a:solidFill>
                <a:latin typeface="+mn-ea"/>
              </a:rPr>
              <a:t>时刻</a:t>
            </a:r>
            <a:r>
              <a:rPr lang="en-US" altLang="zh-CN" sz="1500" b="1" dirty="0">
                <a:solidFill>
                  <a:srgbClr val="BF374B"/>
                </a:solidFill>
                <a:latin typeface="+mn-ea"/>
              </a:rPr>
              <a:t>0</a:t>
            </a: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的虚拟地址空间 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:</a:t>
            </a:r>
          </a:p>
        </p:txBody>
      </p:sp>
      <p:sp>
        <p:nvSpPr>
          <p:cNvPr id="70660" name="Rectangle 4">
            <a:extLst>
              <a:ext uri="{FF2B5EF4-FFF2-40B4-BE49-F238E27FC236}">
                <a16:creationId xmlns:a16="http://schemas.microsoft.com/office/drawing/2014/main" id="{5C77E6BF-1027-B64D-92A4-4DBE4393B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1167" y="2772833"/>
            <a:ext cx="1735666" cy="526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物理地址空间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(DRAM)</a:t>
            </a:r>
          </a:p>
        </p:txBody>
      </p:sp>
      <p:sp>
        <p:nvSpPr>
          <p:cNvPr id="70661" name="Rectangle 24">
            <a:extLst>
              <a:ext uri="{FF2B5EF4-FFF2-40B4-BE49-F238E27FC236}">
                <a16:creationId xmlns:a16="http://schemas.microsoft.com/office/drawing/2014/main" id="{FFF06AD0-BC1E-7A4F-9502-F4DFA12E1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9178" y="2730500"/>
            <a:ext cx="227412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0662" name="Rectangle 26">
            <a:extLst>
              <a:ext uri="{FF2B5EF4-FFF2-40B4-BE49-F238E27FC236}">
                <a16:creationId xmlns:a16="http://schemas.microsoft.com/office/drawing/2014/main" id="{6FCD2DF8-19DA-5940-9FEB-583E51359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8949" y="3813970"/>
            <a:ext cx="371683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N-1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FF98FEE-74BA-2841-A9C5-7844ABBDCD88}"/>
              </a:ext>
            </a:extLst>
          </p:cNvPr>
          <p:cNvSpPr/>
          <p:nvPr/>
        </p:nvSpPr>
        <p:spPr bwMode="auto">
          <a:xfrm>
            <a:off x="2942167" y="2860146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E795846-9ECA-1F43-A0A3-B3D69E86618A}"/>
              </a:ext>
            </a:extLst>
          </p:cNvPr>
          <p:cNvSpPr/>
          <p:nvPr/>
        </p:nvSpPr>
        <p:spPr bwMode="auto">
          <a:xfrm>
            <a:off x="2942167" y="3073136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VP 1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5B2327F-614C-AB46-BC81-7AECB22DF839}"/>
              </a:ext>
            </a:extLst>
          </p:cNvPr>
          <p:cNvSpPr/>
          <p:nvPr/>
        </p:nvSpPr>
        <p:spPr bwMode="auto">
          <a:xfrm>
            <a:off x="2942167" y="3283479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VP 2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8C8AF36-CD13-1747-8012-7FD70EFFFC08}"/>
              </a:ext>
            </a:extLst>
          </p:cNvPr>
          <p:cNvSpPr/>
          <p:nvPr/>
        </p:nvSpPr>
        <p:spPr bwMode="auto">
          <a:xfrm>
            <a:off x="2942167" y="3708136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70667" name="Text Box 38">
            <a:extLst>
              <a:ext uri="{FF2B5EF4-FFF2-40B4-BE49-F238E27FC236}">
                <a16:creationId xmlns:a16="http://schemas.microsoft.com/office/drawing/2014/main" id="{AFC46D86-89C1-F74C-A80A-69E1CF7CF4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375" y="3390636"/>
            <a:ext cx="325195" cy="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75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667" b="1">
                <a:solidFill>
                  <a:srgbClr val="0033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EC68C415-2A4B-494A-8721-D9984D68D910}"/>
              </a:ext>
            </a:extLst>
          </p:cNvPr>
          <p:cNvSpPr/>
          <p:nvPr/>
        </p:nvSpPr>
        <p:spPr bwMode="auto">
          <a:xfrm>
            <a:off x="5524500" y="2857500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50657A6A-570A-C947-87E8-528155DFFCC9}"/>
              </a:ext>
            </a:extLst>
          </p:cNvPr>
          <p:cNvSpPr/>
          <p:nvPr/>
        </p:nvSpPr>
        <p:spPr bwMode="auto">
          <a:xfrm>
            <a:off x="5524500" y="3070491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EF036EAC-539B-154B-B967-765923DF57A4}"/>
              </a:ext>
            </a:extLst>
          </p:cNvPr>
          <p:cNvSpPr/>
          <p:nvPr/>
        </p:nvSpPr>
        <p:spPr bwMode="auto">
          <a:xfrm>
            <a:off x="5524500" y="3286125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2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871C0098-8139-C04E-8FEF-4E1BD2A910BA}"/>
              </a:ext>
            </a:extLst>
          </p:cNvPr>
          <p:cNvSpPr/>
          <p:nvPr/>
        </p:nvSpPr>
        <p:spPr bwMode="auto">
          <a:xfrm>
            <a:off x="5524500" y="3496470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1FFF6A1-A06C-9946-B453-82BAA70E8F48}"/>
              </a:ext>
            </a:extLst>
          </p:cNvPr>
          <p:cNvSpPr/>
          <p:nvPr/>
        </p:nvSpPr>
        <p:spPr bwMode="auto">
          <a:xfrm>
            <a:off x="5524500" y="3709458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3675811-FFEA-AA49-80DC-EAA6BA592FD7}"/>
              </a:ext>
            </a:extLst>
          </p:cNvPr>
          <p:cNvSpPr/>
          <p:nvPr/>
        </p:nvSpPr>
        <p:spPr bwMode="auto">
          <a:xfrm>
            <a:off x="5524500" y="3925095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C86CDA7-9FD6-1F4E-BC03-2698F7A585DE}"/>
              </a:ext>
            </a:extLst>
          </p:cNvPr>
          <p:cNvSpPr/>
          <p:nvPr/>
        </p:nvSpPr>
        <p:spPr bwMode="auto">
          <a:xfrm>
            <a:off x="5524500" y="4138083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6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A93BA61D-7C98-5648-8D71-7CD6A3B6B39A}"/>
              </a:ext>
            </a:extLst>
          </p:cNvPr>
          <p:cNvSpPr/>
          <p:nvPr/>
        </p:nvSpPr>
        <p:spPr bwMode="auto">
          <a:xfrm>
            <a:off x="5524500" y="4355042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BFC6AC41-5E72-1D46-83EB-CEC0AE2AF63F}"/>
              </a:ext>
            </a:extLst>
          </p:cNvPr>
          <p:cNvSpPr/>
          <p:nvPr/>
        </p:nvSpPr>
        <p:spPr bwMode="auto">
          <a:xfrm>
            <a:off x="5524500" y="4568032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D63B94E-231E-3943-9B1B-91F44B519C27}"/>
              </a:ext>
            </a:extLst>
          </p:cNvPr>
          <p:cNvSpPr/>
          <p:nvPr/>
        </p:nvSpPr>
        <p:spPr bwMode="auto">
          <a:xfrm>
            <a:off x="5524500" y="4782345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B763F2B3-6810-FC49-95CE-CB5CFCEC7C48}"/>
              </a:ext>
            </a:extLst>
          </p:cNvPr>
          <p:cNvSpPr/>
          <p:nvPr/>
        </p:nvSpPr>
        <p:spPr bwMode="auto">
          <a:xfrm>
            <a:off x="5524500" y="5334000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70679" name="Text Box 38">
            <a:extLst>
              <a:ext uri="{FF2B5EF4-FFF2-40B4-BE49-F238E27FC236}">
                <a16:creationId xmlns:a16="http://schemas.microsoft.com/office/drawing/2014/main" id="{49E5794B-B236-BD44-A1D9-5BE9A96DBE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8230" y="4956969"/>
            <a:ext cx="325195" cy="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75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667" b="1">
                <a:solidFill>
                  <a:srgbClr val="0033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70680" name="Rectangle 24">
            <a:extLst>
              <a:ext uri="{FF2B5EF4-FFF2-40B4-BE49-F238E27FC236}">
                <a16:creationId xmlns:a16="http://schemas.microsoft.com/office/drawing/2014/main" id="{B2F144AF-3B20-A940-9DF8-A7F1D2EED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3417" y="2730500"/>
            <a:ext cx="227412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0681" name="Rectangle 26">
            <a:extLst>
              <a:ext uri="{FF2B5EF4-FFF2-40B4-BE49-F238E27FC236}">
                <a16:creationId xmlns:a16="http://schemas.microsoft.com/office/drawing/2014/main" id="{7190AC94-9FF8-2B48-B4C2-27720C4FF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6146" y="5459678"/>
            <a:ext cx="405345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M-1</a:t>
            </a:r>
          </a:p>
        </p:txBody>
      </p:sp>
      <p:cxnSp>
        <p:nvCxnSpPr>
          <p:cNvPr id="70682" name="Straight Arrow Connector 103">
            <a:extLst>
              <a:ext uri="{FF2B5EF4-FFF2-40B4-BE49-F238E27FC236}">
                <a16:creationId xmlns:a16="http://schemas.microsoft.com/office/drawing/2014/main" id="{4A7C5DA1-58FD-0744-9A2F-B73C494AD1F3}"/>
              </a:ext>
            </a:extLst>
          </p:cNvPr>
          <p:cNvCxnSpPr>
            <a:cxnSpLocks noChangeShapeType="1"/>
            <a:stCxn id="75" idx="3"/>
            <a:endCxn id="92" idx="1"/>
          </p:cNvCxnSpPr>
          <p:nvPr/>
        </p:nvCxnSpPr>
        <p:spPr bwMode="auto">
          <a:xfrm>
            <a:off x="3704167" y="3178970"/>
            <a:ext cx="1820333" cy="212989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683" name="Straight Arrow Connector 104">
            <a:extLst>
              <a:ext uri="{FF2B5EF4-FFF2-40B4-BE49-F238E27FC236}">
                <a16:creationId xmlns:a16="http://schemas.microsoft.com/office/drawing/2014/main" id="{762112BA-43CD-614E-8FD8-3017A139A5E9}"/>
              </a:ext>
            </a:extLst>
          </p:cNvPr>
          <p:cNvCxnSpPr>
            <a:cxnSpLocks noChangeShapeType="1"/>
            <a:stCxn id="77" idx="3"/>
            <a:endCxn id="96" idx="1"/>
          </p:cNvCxnSpPr>
          <p:nvPr/>
        </p:nvCxnSpPr>
        <p:spPr bwMode="auto">
          <a:xfrm>
            <a:off x="3704167" y="3389313"/>
            <a:ext cx="1820333" cy="855928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0684" name="Rectangle 107">
            <a:extLst>
              <a:ext uri="{FF2B5EF4-FFF2-40B4-BE49-F238E27FC236}">
                <a16:creationId xmlns:a16="http://schemas.microsoft.com/office/drawing/2014/main" id="{B0061E5C-A41A-6A42-A232-583B13EA7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9549" y="3937000"/>
            <a:ext cx="95410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地址翻译</a:t>
            </a:r>
            <a:endParaRPr lang="en-US" altLang="zh-CN" sz="15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2" name="Rectangle 1">
            <a:extLst>
              <a:ext uri="{FF2B5EF4-FFF2-40B4-BE49-F238E27FC236}">
                <a16:creationId xmlns:a16="http://schemas.microsoft.com/office/drawing/2014/main" id="{2DE2EC2C-375B-4A46-BBD3-BA81EA3769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4032" y="369337"/>
            <a:ext cx="7175500" cy="762000"/>
          </a:xfrm>
        </p:spPr>
        <p:txBody>
          <a:bodyPr/>
          <a:lstStyle/>
          <a:p>
            <a:pPr>
              <a:lnSpc>
                <a:spcPct val="83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en-US" dirty="0">
                <a:solidFill>
                  <a:srgbClr val="BF37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灵活的虚拟内存</a:t>
            </a:r>
            <a:r>
              <a:rPr lang="en-US" altLang="zh-CN" dirty="0">
                <a:solidFill>
                  <a:srgbClr val="BF37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dirty="0">
                <a:solidFill>
                  <a:srgbClr val="BF37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物理内存映射</a:t>
            </a:r>
            <a:endParaRPr lang="en-GB" altLang="zh-CN" dirty="0">
              <a:solidFill>
                <a:srgbClr val="BF374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891186"/>
      </p:ext>
    </p:extLst>
  </p:cSld>
  <p:clrMapOvr>
    <a:masterClrMapping/>
  </p:clrMapOvr>
  <p:transition spd="med"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1">
            <a:extLst>
              <a:ext uri="{FF2B5EF4-FFF2-40B4-BE49-F238E27FC236}">
                <a16:creationId xmlns:a16="http://schemas.microsoft.com/office/drawing/2014/main" id="{2DE2EC2C-375B-4A46-BBD3-BA81EA3769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4032" y="306755"/>
            <a:ext cx="7175500" cy="762000"/>
          </a:xfrm>
        </p:spPr>
        <p:txBody>
          <a:bodyPr/>
          <a:lstStyle/>
          <a:p>
            <a:pPr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dirty="0">
                <a:solidFill>
                  <a:srgbClr val="BF37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灵活的虚拟内存</a:t>
            </a:r>
            <a:r>
              <a:rPr lang="en-US" altLang="zh-CN" dirty="0">
                <a:solidFill>
                  <a:srgbClr val="BF37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dirty="0">
                <a:solidFill>
                  <a:srgbClr val="BF37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物理内存映射</a:t>
            </a:r>
            <a:endParaRPr lang="en-GB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Rectangle 24">
            <a:extLst>
              <a:ext uri="{FF2B5EF4-FFF2-40B4-BE49-F238E27FC236}">
                <a16:creationId xmlns:a16="http://schemas.microsoft.com/office/drawing/2014/main" id="{8CC1FA61-9603-6A4E-8832-978FEF446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9178" y="2730500"/>
            <a:ext cx="227412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34" name="Rectangle 26">
            <a:extLst>
              <a:ext uri="{FF2B5EF4-FFF2-40B4-BE49-F238E27FC236}">
                <a16:creationId xmlns:a16="http://schemas.microsoft.com/office/drawing/2014/main" id="{ABD7EC51-3421-664E-8DCF-2030D7DE4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8949" y="3813970"/>
            <a:ext cx="371683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N-1</a:t>
            </a:r>
          </a:p>
        </p:txBody>
      </p:sp>
      <p:sp>
        <p:nvSpPr>
          <p:cNvPr id="35" name="Rectangle 72">
            <a:extLst>
              <a:ext uri="{FF2B5EF4-FFF2-40B4-BE49-F238E27FC236}">
                <a16:creationId xmlns:a16="http://schemas.microsoft.com/office/drawing/2014/main" id="{A3A9E13A-D28B-0C42-B09B-AAC441C23DE0}"/>
              </a:ext>
            </a:extLst>
          </p:cNvPr>
          <p:cNvSpPr/>
          <p:nvPr/>
        </p:nvSpPr>
        <p:spPr bwMode="auto">
          <a:xfrm>
            <a:off x="2942167" y="2860146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36" name="Rectangle 74">
            <a:extLst>
              <a:ext uri="{FF2B5EF4-FFF2-40B4-BE49-F238E27FC236}">
                <a16:creationId xmlns:a16="http://schemas.microsoft.com/office/drawing/2014/main" id="{91D7B399-263A-DD42-B80F-5D727CB1BE7D}"/>
              </a:ext>
            </a:extLst>
          </p:cNvPr>
          <p:cNvSpPr/>
          <p:nvPr/>
        </p:nvSpPr>
        <p:spPr bwMode="auto">
          <a:xfrm>
            <a:off x="2942167" y="3073136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VP 1</a:t>
            </a:r>
          </a:p>
        </p:txBody>
      </p:sp>
      <p:sp>
        <p:nvSpPr>
          <p:cNvPr id="37" name="Rectangle 76">
            <a:extLst>
              <a:ext uri="{FF2B5EF4-FFF2-40B4-BE49-F238E27FC236}">
                <a16:creationId xmlns:a16="http://schemas.microsoft.com/office/drawing/2014/main" id="{4DE6EC29-44B7-7842-98E9-916FA7465258}"/>
              </a:ext>
            </a:extLst>
          </p:cNvPr>
          <p:cNvSpPr/>
          <p:nvPr/>
        </p:nvSpPr>
        <p:spPr bwMode="auto">
          <a:xfrm>
            <a:off x="2942167" y="3283479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VP 2</a:t>
            </a:r>
          </a:p>
        </p:txBody>
      </p:sp>
      <p:sp>
        <p:nvSpPr>
          <p:cNvPr id="38" name="Rectangle 78">
            <a:extLst>
              <a:ext uri="{FF2B5EF4-FFF2-40B4-BE49-F238E27FC236}">
                <a16:creationId xmlns:a16="http://schemas.microsoft.com/office/drawing/2014/main" id="{D43CDAA8-67B8-9949-8770-2B10E16E031C}"/>
              </a:ext>
            </a:extLst>
          </p:cNvPr>
          <p:cNvSpPr/>
          <p:nvPr/>
        </p:nvSpPr>
        <p:spPr bwMode="auto">
          <a:xfrm>
            <a:off x="2942167" y="3708136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39" name="Text Box 38">
            <a:extLst>
              <a:ext uri="{FF2B5EF4-FFF2-40B4-BE49-F238E27FC236}">
                <a16:creationId xmlns:a16="http://schemas.microsoft.com/office/drawing/2014/main" id="{1FB308FB-D14F-B340-97EF-997F83CA25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375" y="3390636"/>
            <a:ext cx="325195" cy="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75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667" b="1">
                <a:solidFill>
                  <a:srgbClr val="0033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40" name="Rectangle 89">
            <a:extLst>
              <a:ext uri="{FF2B5EF4-FFF2-40B4-BE49-F238E27FC236}">
                <a16:creationId xmlns:a16="http://schemas.microsoft.com/office/drawing/2014/main" id="{C52B74CF-6BAC-7040-9250-15A2A2E7607B}"/>
              </a:ext>
            </a:extLst>
          </p:cNvPr>
          <p:cNvSpPr/>
          <p:nvPr/>
        </p:nvSpPr>
        <p:spPr bwMode="auto">
          <a:xfrm>
            <a:off x="5524500" y="2857500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41" name="Rectangle 90">
            <a:extLst>
              <a:ext uri="{FF2B5EF4-FFF2-40B4-BE49-F238E27FC236}">
                <a16:creationId xmlns:a16="http://schemas.microsoft.com/office/drawing/2014/main" id="{70B6880B-B049-A740-A260-E7EF93C6618B}"/>
              </a:ext>
            </a:extLst>
          </p:cNvPr>
          <p:cNvSpPr/>
          <p:nvPr/>
        </p:nvSpPr>
        <p:spPr bwMode="auto">
          <a:xfrm>
            <a:off x="5524500" y="3070491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42" name="Rectangle 91">
            <a:extLst>
              <a:ext uri="{FF2B5EF4-FFF2-40B4-BE49-F238E27FC236}">
                <a16:creationId xmlns:a16="http://schemas.microsoft.com/office/drawing/2014/main" id="{28D27F24-87B9-AB45-939A-BB6868E14FE5}"/>
              </a:ext>
            </a:extLst>
          </p:cNvPr>
          <p:cNvSpPr/>
          <p:nvPr/>
        </p:nvSpPr>
        <p:spPr bwMode="auto">
          <a:xfrm>
            <a:off x="5524500" y="3286125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43" name="Rectangle 92">
            <a:extLst>
              <a:ext uri="{FF2B5EF4-FFF2-40B4-BE49-F238E27FC236}">
                <a16:creationId xmlns:a16="http://schemas.microsoft.com/office/drawing/2014/main" id="{1EA97CD3-00DD-1940-BCBA-1E25A20B64DB}"/>
              </a:ext>
            </a:extLst>
          </p:cNvPr>
          <p:cNvSpPr/>
          <p:nvPr/>
        </p:nvSpPr>
        <p:spPr bwMode="auto">
          <a:xfrm>
            <a:off x="5524500" y="3496470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44" name="Rectangle 93">
            <a:extLst>
              <a:ext uri="{FF2B5EF4-FFF2-40B4-BE49-F238E27FC236}">
                <a16:creationId xmlns:a16="http://schemas.microsoft.com/office/drawing/2014/main" id="{60CB1A7C-3651-B14B-B4EA-A773A18D9DA6}"/>
              </a:ext>
            </a:extLst>
          </p:cNvPr>
          <p:cNvSpPr/>
          <p:nvPr/>
        </p:nvSpPr>
        <p:spPr bwMode="auto">
          <a:xfrm>
            <a:off x="5524500" y="3709458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45" name="Rectangle 94">
            <a:extLst>
              <a:ext uri="{FF2B5EF4-FFF2-40B4-BE49-F238E27FC236}">
                <a16:creationId xmlns:a16="http://schemas.microsoft.com/office/drawing/2014/main" id="{B7184DD2-3263-9F40-96FB-23587127856B}"/>
              </a:ext>
            </a:extLst>
          </p:cNvPr>
          <p:cNvSpPr/>
          <p:nvPr/>
        </p:nvSpPr>
        <p:spPr bwMode="auto">
          <a:xfrm>
            <a:off x="5524500" y="3925095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46" name="Rectangle 95">
            <a:extLst>
              <a:ext uri="{FF2B5EF4-FFF2-40B4-BE49-F238E27FC236}">
                <a16:creationId xmlns:a16="http://schemas.microsoft.com/office/drawing/2014/main" id="{87FC22CC-92B1-6247-A553-8871B7C8E897}"/>
              </a:ext>
            </a:extLst>
          </p:cNvPr>
          <p:cNvSpPr/>
          <p:nvPr/>
        </p:nvSpPr>
        <p:spPr bwMode="auto">
          <a:xfrm>
            <a:off x="5524500" y="4138083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6</a:t>
            </a:r>
          </a:p>
        </p:txBody>
      </p:sp>
      <p:sp>
        <p:nvSpPr>
          <p:cNvPr id="47" name="Rectangle 96">
            <a:extLst>
              <a:ext uri="{FF2B5EF4-FFF2-40B4-BE49-F238E27FC236}">
                <a16:creationId xmlns:a16="http://schemas.microsoft.com/office/drawing/2014/main" id="{1F13B784-18A4-CC4D-85C5-30008906E94F}"/>
              </a:ext>
            </a:extLst>
          </p:cNvPr>
          <p:cNvSpPr/>
          <p:nvPr/>
        </p:nvSpPr>
        <p:spPr bwMode="auto">
          <a:xfrm>
            <a:off x="5524500" y="4355042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48" name="Rectangle 97">
            <a:extLst>
              <a:ext uri="{FF2B5EF4-FFF2-40B4-BE49-F238E27FC236}">
                <a16:creationId xmlns:a16="http://schemas.microsoft.com/office/drawing/2014/main" id="{FC2A985F-2C0A-BB40-A072-F940E6CB1D1B}"/>
              </a:ext>
            </a:extLst>
          </p:cNvPr>
          <p:cNvSpPr/>
          <p:nvPr/>
        </p:nvSpPr>
        <p:spPr bwMode="auto">
          <a:xfrm>
            <a:off x="5524500" y="4568032"/>
            <a:ext cx="762000" cy="2129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8</a:t>
            </a:r>
          </a:p>
        </p:txBody>
      </p:sp>
      <p:sp>
        <p:nvSpPr>
          <p:cNvPr id="49" name="Rectangle 98">
            <a:extLst>
              <a:ext uri="{FF2B5EF4-FFF2-40B4-BE49-F238E27FC236}">
                <a16:creationId xmlns:a16="http://schemas.microsoft.com/office/drawing/2014/main" id="{1FE676FE-30B6-8346-9D2D-957BBBA436B3}"/>
              </a:ext>
            </a:extLst>
          </p:cNvPr>
          <p:cNvSpPr/>
          <p:nvPr/>
        </p:nvSpPr>
        <p:spPr bwMode="auto">
          <a:xfrm>
            <a:off x="5524500" y="4782345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50" name="Rectangle 99">
            <a:extLst>
              <a:ext uri="{FF2B5EF4-FFF2-40B4-BE49-F238E27FC236}">
                <a16:creationId xmlns:a16="http://schemas.microsoft.com/office/drawing/2014/main" id="{9DF6CF5C-F9B3-F945-898F-608D091C2375}"/>
              </a:ext>
            </a:extLst>
          </p:cNvPr>
          <p:cNvSpPr/>
          <p:nvPr/>
        </p:nvSpPr>
        <p:spPr bwMode="auto">
          <a:xfrm>
            <a:off x="5524500" y="5334000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51" name="Text Box 38">
            <a:extLst>
              <a:ext uri="{FF2B5EF4-FFF2-40B4-BE49-F238E27FC236}">
                <a16:creationId xmlns:a16="http://schemas.microsoft.com/office/drawing/2014/main" id="{54561322-8E28-5F40-9337-D4FDEE9D4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8230" y="4956969"/>
            <a:ext cx="325195" cy="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75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667" b="1">
                <a:solidFill>
                  <a:srgbClr val="0033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52" name="Rectangle 24">
            <a:extLst>
              <a:ext uri="{FF2B5EF4-FFF2-40B4-BE49-F238E27FC236}">
                <a16:creationId xmlns:a16="http://schemas.microsoft.com/office/drawing/2014/main" id="{E4DDB990-0FB4-E642-8DEC-1855413F4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3417" y="2730500"/>
            <a:ext cx="227412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53" name="Rectangle 26">
            <a:extLst>
              <a:ext uri="{FF2B5EF4-FFF2-40B4-BE49-F238E27FC236}">
                <a16:creationId xmlns:a16="http://schemas.microsoft.com/office/drawing/2014/main" id="{E7367B18-283E-2542-8F70-E9FCD9F0C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6146" y="5459678"/>
            <a:ext cx="405345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M-1</a:t>
            </a:r>
          </a:p>
        </p:txBody>
      </p:sp>
      <p:cxnSp>
        <p:nvCxnSpPr>
          <p:cNvPr id="54" name="Straight Arrow Connector 104">
            <a:extLst>
              <a:ext uri="{FF2B5EF4-FFF2-40B4-BE49-F238E27FC236}">
                <a16:creationId xmlns:a16="http://schemas.microsoft.com/office/drawing/2014/main" id="{46F30575-62C9-A445-A6AC-9324549C188B}"/>
              </a:ext>
            </a:extLst>
          </p:cNvPr>
          <p:cNvCxnSpPr>
            <a:cxnSpLocks noChangeShapeType="1"/>
            <a:stCxn id="37" idx="3"/>
            <a:endCxn id="46" idx="1"/>
          </p:cNvCxnSpPr>
          <p:nvPr/>
        </p:nvCxnSpPr>
        <p:spPr bwMode="auto">
          <a:xfrm>
            <a:off x="3704167" y="3389313"/>
            <a:ext cx="1820333" cy="855928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" name="Straight Arrow Connector 106">
            <a:extLst>
              <a:ext uri="{FF2B5EF4-FFF2-40B4-BE49-F238E27FC236}">
                <a16:creationId xmlns:a16="http://schemas.microsoft.com/office/drawing/2014/main" id="{83D932DD-BF79-4448-859C-7B8253E638B3}"/>
              </a:ext>
            </a:extLst>
          </p:cNvPr>
          <p:cNvCxnSpPr>
            <a:cxnSpLocks noChangeShapeType="1"/>
            <a:endCxn id="48" idx="1"/>
          </p:cNvCxnSpPr>
          <p:nvPr/>
        </p:nvCxnSpPr>
        <p:spPr bwMode="auto">
          <a:xfrm>
            <a:off x="3708136" y="3243792"/>
            <a:ext cx="1816364" cy="1431396"/>
          </a:xfrm>
          <a:prstGeom prst="straightConnector1">
            <a:avLst/>
          </a:prstGeom>
          <a:noFill/>
          <a:ln w="25400" algn="ctr">
            <a:solidFill>
              <a:schemeClr val="accent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1" name="Rectangle 4">
            <a:extLst>
              <a:ext uri="{FF2B5EF4-FFF2-40B4-BE49-F238E27FC236}">
                <a16:creationId xmlns:a16="http://schemas.microsoft.com/office/drawing/2014/main" id="{540353D4-11B0-8244-8C5A-8595B1117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1167" y="2772833"/>
            <a:ext cx="1735666" cy="526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物理地址空间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(DRAM)</a:t>
            </a:r>
          </a:p>
        </p:txBody>
      </p:sp>
      <p:sp>
        <p:nvSpPr>
          <p:cNvPr id="62" name="Rectangle 107">
            <a:extLst>
              <a:ext uri="{FF2B5EF4-FFF2-40B4-BE49-F238E27FC236}">
                <a16:creationId xmlns:a16="http://schemas.microsoft.com/office/drawing/2014/main" id="{9CC76BF7-D4FF-0340-984F-D792476781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9549" y="3937000"/>
            <a:ext cx="95410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地址翻译</a:t>
            </a:r>
            <a:endParaRPr lang="en-US" altLang="zh-CN" sz="15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3" name="Rectangle 2">
            <a:extLst>
              <a:ext uri="{FF2B5EF4-FFF2-40B4-BE49-F238E27FC236}">
                <a16:creationId xmlns:a16="http://schemas.microsoft.com/office/drawing/2014/main" id="{DC98290C-12BA-BD43-9395-6EF14AACBFA9}"/>
              </a:ext>
            </a:extLst>
          </p:cNvPr>
          <p:cNvSpPr txBox="1">
            <a:spLocks noChangeArrowheads="1"/>
          </p:cNvSpPr>
          <p:nvPr/>
        </p:nvSpPr>
        <p:spPr>
          <a:xfrm>
            <a:off x="490488" y="1331516"/>
            <a:ext cx="7537896" cy="1587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en-GB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每个虚拟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页都可以被映射到任意物理页</a:t>
            </a:r>
            <a:endParaRPr lang="en-GB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一个虚拟页可以在</a:t>
            </a:r>
            <a:r>
              <a:rPr lang="zh-CN" altLang="zh-CN" sz="2400" dirty="0">
                <a:solidFill>
                  <a:srgbClr val="BE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不同的</a:t>
            </a:r>
            <a:r>
              <a:rPr lang="zh-CN" altLang="en-US" sz="2400" dirty="0">
                <a:solidFill>
                  <a:srgbClr val="BE38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时刻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存储在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不同的物理页中</a:t>
            </a:r>
            <a:endParaRPr lang="en-US" altLang="zh-CN" sz="24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4" name="Rectangle 3">
            <a:extLst>
              <a:ext uri="{FF2B5EF4-FFF2-40B4-BE49-F238E27FC236}">
                <a16:creationId xmlns:a16="http://schemas.microsoft.com/office/drawing/2014/main" id="{B5CD4D1F-1963-1345-AF8A-7FB1AFE38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753" y="2824661"/>
            <a:ext cx="1968500" cy="526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进程</a:t>
            </a: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在</a:t>
            </a:r>
            <a:r>
              <a:rPr lang="zh-CN" altLang="en-US" sz="1500" b="1" dirty="0">
                <a:solidFill>
                  <a:srgbClr val="BF374B"/>
                </a:solidFill>
                <a:latin typeface="+mn-ea"/>
              </a:rPr>
              <a:t>时刻</a:t>
            </a:r>
            <a:r>
              <a:rPr lang="en-US" altLang="zh-CN" sz="1500" b="1" dirty="0">
                <a:solidFill>
                  <a:srgbClr val="BF374B"/>
                </a:solidFill>
                <a:latin typeface="+mn-ea"/>
              </a:rPr>
              <a:t>1</a:t>
            </a: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的虚拟地址空间 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112451904"/>
      </p:ext>
    </p:extLst>
  </p:cSld>
  <p:clrMapOvr>
    <a:masterClrMapping/>
  </p:clrMapOvr>
  <p:transition spd="med"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23019875-C128-1744-8831-57C0B79620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8615" y="1356793"/>
            <a:ext cx="8146770" cy="1587500"/>
          </a:xfrm>
        </p:spPr>
        <p:txBody>
          <a:bodyPr/>
          <a:lstStyle/>
          <a:p>
            <a:pPr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不同虚拟地址空间的</a:t>
            </a:r>
            <a:r>
              <a:rPr lang="zh-CN" altLang="en-GB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虚拟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内存页可映射到相同的物理页</a:t>
            </a:r>
            <a:endParaRPr lang="en-GB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8F0CC133-686E-FD46-A981-7C48F8CE1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615" y="2794000"/>
            <a:ext cx="2231885" cy="300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进程</a:t>
            </a: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zh-CN" sz="1500" b="1" dirty="0">
                <a:solidFill>
                  <a:srgbClr val="000000"/>
                </a:solidFill>
                <a:latin typeface="+mn-ea"/>
              </a:rPr>
              <a:t>1</a:t>
            </a: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的虚拟地址空间：</a:t>
            </a:r>
            <a:endParaRPr lang="en-GB" altLang="zh-CN" sz="15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4757" name="Rectangle 24">
            <a:extLst>
              <a:ext uri="{FF2B5EF4-FFF2-40B4-BE49-F238E27FC236}">
                <a16:creationId xmlns:a16="http://schemas.microsoft.com/office/drawing/2014/main" id="{9268ADDE-EF99-9F41-B31D-352BEED85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9178" y="2730500"/>
            <a:ext cx="227412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4758" name="Rectangle 26">
            <a:extLst>
              <a:ext uri="{FF2B5EF4-FFF2-40B4-BE49-F238E27FC236}">
                <a16:creationId xmlns:a16="http://schemas.microsoft.com/office/drawing/2014/main" id="{14B3C422-BE8D-6743-969A-B407CA064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8949" y="3813970"/>
            <a:ext cx="371683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N-1</a:t>
            </a:r>
          </a:p>
        </p:txBody>
      </p:sp>
      <p:sp>
        <p:nvSpPr>
          <p:cNvPr id="74759" name="Rectangle 37">
            <a:extLst>
              <a:ext uri="{FF2B5EF4-FFF2-40B4-BE49-F238E27FC236}">
                <a16:creationId xmlns:a16="http://schemas.microsoft.com/office/drawing/2014/main" id="{8062D3D0-92AE-6E4E-9AB1-8B6520873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1167" y="3804297"/>
            <a:ext cx="2029916" cy="882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(e.g.</a:t>
            </a: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 只读的库代码，全系统可只存一份，节约内存空间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)</a:t>
            </a:r>
          </a:p>
        </p:txBody>
      </p:sp>
      <p:sp>
        <p:nvSpPr>
          <p:cNvPr id="74760" name="Rectangle 40">
            <a:extLst>
              <a:ext uri="{FF2B5EF4-FFF2-40B4-BE49-F238E27FC236}">
                <a16:creationId xmlns:a16="http://schemas.microsoft.com/office/drawing/2014/main" id="{F5FBA2D5-1B2A-5040-B676-59DB6AF20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615" y="4445000"/>
            <a:ext cx="2231885" cy="300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进程</a:t>
            </a: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zh-CN" sz="1500" b="1" dirty="0">
                <a:solidFill>
                  <a:srgbClr val="000000"/>
                </a:solidFill>
                <a:latin typeface="+mn-ea"/>
              </a:rPr>
              <a:t>2</a:t>
            </a: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的虚拟地址空间：</a:t>
            </a:r>
            <a:endParaRPr lang="en-GB" altLang="zh-CN" sz="15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C004DA7-186D-3745-A50C-32A9A86EF288}"/>
              </a:ext>
            </a:extLst>
          </p:cNvPr>
          <p:cNvSpPr/>
          <p:nvPr/>
        </p:nvSpPr>
        <p:spPr bwMode="auto">
          <a:xfrm>
            <a:off x="2942167" y="2860146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2225892-658D-4043-B860-8C1A80CE6CFF}"/>
              </a:ext>
            </a:extLst>
          </p:cNvPr>
          <p:cNvSpPr/>
          <p:nvPr/>
        </p:nvSpPr>
        <p:spPr bwMode="auto">
          <a:xfrm>
            <a:off x="2942167" y="3073136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VP 1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C595C0D-86E4-484B-B1DD-8A6795D1D54D}"/>
              </a:ext>
            </a:extLst>
          </p:cNvPr>
          <p:cNvSpPr/>
          <p:nvPr/>
        </p:nvSpPr>
        <p:spPr bwMode="auto">
          <a:xfrm>
            <a:off x="2942167" y="3283479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VP 2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11FCAA2-5920-4048-8D4F-0601BF900CA0}"/>
              </a:ext>
            </a:extLst>
          </p:cNvPr>
          <p:cNvSpPr/>
          <p:nvPr/>
        </p:nvSpPr>
        <p:spPr bwMode="auto">
          <a:xfrm>
            <a:off x="2942167" y="3708136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74765" name="Text Box 38">
            <a:extLst>
              <a:ext uri="{FF2B5EF4-FFF2-40B4-BE49-F238E27FC236}">
                <a16:creationId xmlns:a16="http://schemas.microsoft.com/office/drawing/2014/main" id="{90680B38-3E46-7C40-92BD-37883F3AB8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375" y="3390636"/>
            <a:ext cx="325195" cy="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75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667" b="1">
                <a:solidFill>
                  <a:srgbClr val="0033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74766" name="Rectangle 24">
            <a:extLst>
              <a:ext uri="{FF2B5EF4-FFF2-40B4-BE49-F238E27FC236}">
                <a16:creationId xmlns:a16="http://schemas.microsoft.com/office/drawing/2014/main" id="{BF4F02DB-CB19-BB42-8C94-4CA23E3AC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9178" y="4381500"/>
            <a:ext cx="227412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4767" name="Rectangle 26">
            <a:extLst>
              <a:ext uri="{FF2B5EF4-FFF2-40B4-BE49-F238E27FC236}">
                <a16:creationId xmlns:a16="http://schemas.microsoft.com/office/drawing/2014/main" id="{FECDC9BB-3C35-1E4E-9930-1B21FB0D1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8949" y="5464970"/>
            <a:ext cx="371683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N-1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EAF53724-DE09-424D-B8FB-D53AD70A20A7}"/>
              </a:ext>
            </a:extLst>
          </p:cNvPr>
          <p:cNvSpPr/>
          <p:nvPr/>
        </p:nvSpPr>
        <p:spPr bwMode="auto">
          <a:xfrm>
            <a:off x="2942167" y="4507178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0AA23F6-F418-CF46-BA43-9AF2BBE32166}"/>
              </a:ext>
            </a:extLst>
          </p:cNvPr>
          <p:cNvSpPr/>
          <p:nvPr/>
        </p:nvSpPr>
        <p:spPr bwMode="auto">
          <a:xfrm>
            <a:off x="2942167" y="4720167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VP 1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B8993F4-FF97-354F-86B3-DBB494603450}"/>
              </a:ext>
            </a:extLst>
          </p:cNvPr>
          <p:cNvSpPr/>
          <p:nvPr/>
        </p:nvSpPr>
        <p:spPr bwMode="auto">
          <a:xfrm>
            <a:off x="2942167" y="4930511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VP 2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B91EC6AD-BA6E-B44C-81C2-989BFD6528A2}"/>
              </a:ext>
            </a:extLst>
          </p:cNvPr>
          <p:cNvSpPr/>
          <p:nvPr/>
        </p:nvSpPr>
        <p:spPr bwMode="auto">
          <a:xfrm>
            <a:off x="2942167" y="5355167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74772" name="Text Box 38">
            <a:extLst>
              <a:ext uri="{FF2B5EF4-FFF2-40B4-BE49-F238E27FC236}">
                <a16:creationId xmlns:a16="http://schemas.microsoft.com/office/drawing/2014/main" id="{C0E47A59-C156-CA41-80A9-B93496F95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375" y="5037667"/>
            <a:ext cx="325195" cy="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75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667" b="1">
                <a:solidFill>
                  <a:srgbClr val="0033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64DF5C91-9535-4C4D-B8D4-1DD16BFEB42E}"/>
              </a:ext>
            </a:extLst>
          </p:cNvPr>
          <p:cNvSpPr/>
          <p:nvPr/>
        </p:nvSpPr>
        <p:spPr bwMode="auto">
          <a:xfrm>
            <a:off x="5524500" y="2857500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C3C7C1D-7F80-5246-BA06-3D530EAB08F0}"/>
              </a:ext>
            </a:extLst>
          </p:cNvPr>
          <p:cNvSpPr/>
          <p:nvPr/>
        </p:nvSpPr>
        <p:spPr bwMode="auto">
          <a:xfrm>
            <a:off x="5524500" y="3070491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FED8FED-8AF6-1343-9B50-7A9C5D61BD12}"/>
              </a:ext>
            </a:extLst>
          </p:cNvPr>
          <p:cNvSpPr/>
          <p:nvPr/>
        </p:nvSpPr>
        <p:spPr bwMode="auto">
          <a:xfrm>
            <a:off x="5524500" y="3286125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2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C0986169-1694-514C-A671-01101FBDFB94}"/>
              </a:ext>
            </a:extLst>
          </p:cNvPr>
          <p:cNvSpPr/>
          <p:nvPr/>
        </p:nvSpPr>
        <p:spPr bwMode="auto">
          <a:xfrm>
            <a:off x="5524500" y="3496470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BCEB65F6-973A-2546-8BB5-8FA620A16A8B}"/>
              </a:ext>
            </a:extLst>
          </p:cNvPr>
          <p:cNvSpPr/>
          <p:nvPr/>
        </p:nvSpPr>
        <p:spPr bwMode="auto">
          <a:xfrm>
            <a:off x="5524500" y="3709458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032262EA-CF3B-0A44-977F-872989EB2CB2}"/>
              </a:ext>
            </a:extLst>
          </p:cNvPr>
          <p:cNvSpPr/>
          <p:nvPr/>
        </p:nvSpPr>
        <p:spPr bwMode="auto">
          <a:xfrm>
            <a:off x="5524500" y="3925095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FDEB145-E8DD-694C-AB9D-960A74218256}"/>
              </a:ext>
            </a:extLst>
          </p:cNvPr>
          <p:cNvSpPr/>
          <p:nvPr/>
        </p:nvSpPr>
        <p:spPr bwMode="auto">
          <a:xfrm>
            <a:off x="5524500" y="4138083"/>
            <a:ext cx="762000" cy="212990"/>
          </a:xfrm>
          <a:prstGeom prst="rect">
            <a:avLst/>
          </a:prstGeom>
          <a:solidFill>
            <a:srgbClr val="FFC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6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F671F78-33D6-DE4E-9B42-D8DE62EAA957}"/>
              </a:ext>
            </a:extLst>
          </p:cNvPr>
          <p:cNvSpPr/>
          <p:nvPr/>
        </p:nvSpPr>
        <p:spPr bwMode="auto">
          <a:xfrm>
            <a:off x="5524500" y="4355042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45235C81-3B2C-2347-A9D2-148D48A01088}"/>
              </a:ext>
            </a:extLst>
          </p:cNvPr>
          <p:cNvSpPr/>
          <p:nvPr/>
        </p:nvSpPr>
        <p:spPr bwMode="auto">
          <a:xfrm>
            <a:off x="5524500" y="4568032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8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BCADF18-2A25-FE44-8EB4-12ADA4BB815C}"/>
              </a:ext>
            </a:extLst>
          </p:cNvPr>
          <p:cNvSpPr/>
          <p:nvPr/>
        </p:nvSpPr>
        <p:spPr bwMode="auto">
          <a:xfrm>
            <a:off x="5524500" y="4782345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1DB862CC-1791-3444-BD1A-82FCE02297EF}"/>
              </a:ext>
            </a:extLst>
          </p:cNvPr>
          <p:cNvSpPr/>
          <p:nvPr/>
        </p:nvSpPr>
        <p:spPr bwMode="auto">
          <a:xfrm>
            <a:off x="5524500" y="5334000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74784" name="Text Box 38">
            <a:extLst>
              <a:ext uri="{FF2B5EF4-FFF2-40B4-BE49-F238E27FC236}">
                <a16:creationId xmlns:a16="http://schemas.microsoft.com/office/drawing/2014/main" id="{E4EC53F1-C6F1-844E-8418-E8DE7D9B9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8230" y="4956969"/>
            <a:ext cx="325195" cy="30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75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667" b="1">
                <a:solidFill>
                  <a:srgbClr val="0033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...</a:t>
            </a:r>
          </a:p>
        </p:txBody>
      </p:sp>
      <p:sp>
        <p:nvSpPr>
          <p:cNvPr id="74785" name="Rectangle 24">
            <a:extLst>
              <a:ext uri="{FF2B5EF4-FFF2-40B4-BE49-F238E27FC236}">
                <a16:creationId xmlns:a16="http://schemas.microsoft.com/office/drawing/2014/main" id="{774A3A78-5752-5F40-8091-B8D5064BA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3417" y="2730500"/>
            <a:ext cx="227412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4786" name="Rectangle 26">
            <a:extLst>
              <a:ext uri="{FF2B5EF4-FFF2-40B4-BE49-F238E27FC236}">
                <a16:creationId xmlns:a16="http://schemas.microsoft.com/office/drawing/2014/main" id="{C0D4E5A8-F83A-9A47-8008-D104A0769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6146" y="5459678"/>
            <a:ext cx="405345" cy="25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167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M-1</a:t>
            </a:r>
          </a:p>
        </p:txBody>
      </p:sp>
      <p:cxnSp>
        <p:nvCxnSpPr>
          <p:cNvPr id="74787" name="Straight Arrow Connector 103">
            <a:extLst>
              <a:ext uri="{FF2B5EF4-FFF2-40B4-BE49-F238E27FC236}">
                <a16:creationId xmlns:a16="http://schemas.microsoft.com/office/drawing/2014/main" id="{C245A5D2-7191-AF48-BCB2-91F82DE08A65}"/>
              </a:ext>
            </a:extLst>
          </p:cNvPr>
          <p:cNvCxnSpPr>
            <a:cxnSpLocks noChangeShapeType="1"/>
            <a:stCxn id="75" idx="3"/>
            <a:endCxn id="92" idx="1"/>
          </p:cNvCxnSpPr>
          <p:nvPr/>
        </p:nvCxnSpPr>
        <p:spPr bwMode="auto">
          <a:xfrm>
            <a:off x="3704167" y="3178970"/>
            <a:ext cx="1820333" cy="212989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788" name="Straight Arrow Connector 104">
            <a:extLst>
              <a:ext uri="{FF2B5EF4-FFF2-40B4-BE49-F238E27FC236}">
                <a16:creationId xmlns:a16="http://schemas.microsoft.com/office/drawing/2014/main" id="{EE4FD27F-F8EC-AE4C-8A02-DD67A83D4EC4}"/>
              </a:ext>
            </a:extLst>
          </p:cNvPr>
          <p:cNvCxnSpPr>
            <a:cxnSpLocks noChangeShapeType="1"/>
            <a:stCxn id="77" idx="3"/>
            <a:endCxn id="96" idx="1"/>
          </p:cNvCxnSpPr>
          <p:nvPr/>
        </p:nvCxnSpPr>
        <p:spPr bwMode="auto">
          <a:xfrm>
            <a:off x="3704167" y="3389313"/>
            <a:ext cx="1820333" cy="855928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789" name="Straight Arrow Connector 105">
            <a:extLst>
              <a:ext uri="{FF2B5EF4-FFF2-40B4-BE49-F238E27FC236}">
                <a16:creationId xmlns:a16="http://schemas.microsoft.com/office/drawing/2014/main" id="{97908628-6FD8-ED48-A2DB-C70A63CAFE49}"/>
              </a:ext>
            </a:extLst>
          </p:cNvPr>
          <p:cNvCxnSpPr>
            <a:cxnSpLocks noChangeShapeType="1"/>
            <a:stCxn id="87" idx="3"/>
            <a:endCxn id="96" idx="1"/>
          </p:cNvCxnSpPr>
          <p:nvPr/>
        </p:nvCxnSpPr>
        <p:spPr bwMode="auto">
          <a:xfrm flipV="1">
            <a:off x="3704167" y="4245240"/>
            <a:ext cx="1820333" cy="792427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790" name="Straight Arrow Connector 106">
            <a:extLst>
              <a:ext uri="{FF2B5EF4-FFF2-40B4-BE49-F238E27FC236}">
                <a16:creationId xmlns:a16="http://schemas.microsoft.com/office/drawing/2014/main" id="{1EEB4F12-3CF8-1144-AAD4-71DA2C63CFA3}"/>
              </a:ext>
            </a:extLst>
          </p:cNvPr>
          <p:cNvCxnSpPr>
            <a:cxnSpLocks noChangeShapeType="1"/>
            <a:stCxn id="86" idx="3"/>
            <a:endCxn id="98" idx="1"/>
          </p:cNvCxnSpPr>
          <p:nvPr/>
        </p:nvCxnSpPr>
        <p:spPr bwMode="auto">
          <a:xfrm flipV="1">
            <a:off x="3704167" y="4673865"/>
            <a:ext cx="1820333" cy="153458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" name="Rectangle 1">
            <a:extLst>
              <a:ext uri="{FF2B5EF4-FFF2-40B4-BE49-F238E27FC236}">
                <a16:creationId xmlns:a16="http://schemas.microsoft.com/office/drawing/2014/main" id="{C6252AC5-F24A-B743-82B7-2A0CC27357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4032" y="369337"/>
            <a:ext cx="7175500" cy="762000"/>
          </a:xfrm>
        </p:spPr>
        <p:txBody>
          <a:bodyPr/>
          <a:lstStyle/>
          <a:p>
            <a:pPr>
              <a:lnSpc>
                <a:spcPct val="83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可</a:t>
            </a:r>
            <a:r>
              <a:rPr lang="zh-CN" altLang="en-GB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不同进程之间</a:t>
            </a:r>
            <a:r>
              <a:rPr lang="zh-CN" altLang="en-US" dirty="0">
                <a:solidFill>
                  <a:srgbClr val="BF37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共享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内存</a:t>
            </a:r>
            <a:endParaRPr lang="en-GB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Rectangle 4">
            <a:extLst>
              <a:ext uri="{FF2B5EF4-FFF2-40B4-BE49-F238E27FC236}">
                <a16:creationId xmlns:a16="http://schemas.microsoft.com/office/drawing/2014/main" id="{6B7CC183-8BA1-CF4C-B3A5-97741E8F1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1167" y="2772833"/>
            <a:ext cx="1735666" cy="526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物理地址空间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(DRAM)</a:t>
            </a:r>
          </a:p>
        </p:txBody>
      </p:sp>
      <p:sp>
        <p:nvSpPr>
          <p:cNvPr id="41" name="Rectangle 107">
            <a:extLst>
              <a:ext uri="{FF2B5EF4-FFF2-40B4-BE49-F238E27FC236}">
                <a16:creationId xmlns:a16="http://schemas.microsoft.com/office/drawing/2014/main" id="{1203F93B-4CBE-7044-98A7-A50DE5BB4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9549" y="3937000"/>
            <a:ext cx="95410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地址翻译</a:t>
            </a:r>
            <a:endParaRPr lang="en-US" altLang="zh-CN" sz="1500" b="1" dirty="0">
              <a:solidFill>
                <a:srgbClr val="0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8860392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1">
            <a:extLst>
              <a:ext uri="{FF2B5EF4-FFF2-40B4-BE49-F238E27FC236}">
                <a16:creationId xmlns:a16="http://schemas.microsoft.com/office/drawing/2014/main" id="{7CAB4E12-1122-614D-BDCB-C5126DAF78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0646" y="402709"/>
            <a:ext cx="6921500" cy="779198"/>
          </a:xfrm>
        </p:spPr>
        <p:txBody>
          <a:bodyPr>
            <a:normAutofit/>
          </a:bodyPr>
          <a:lstStyle/>
          <a:p>
            <a:pPr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基于</a:t>
            </a:r>
            <a:r>
              <a:rPr lang="zh-CN" altLang="en-GB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虚拟内存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实现内存保护</a:t>
            </a:r>
            <a:endParaRPr lang="en-GB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2946" name="Rectangle 2">
            <a:extLst>
              <a:ext uri="{FF2B5EF4-FFF2-40B4-BE49-F238E27FC236}">
                <a16:creationId xmlns:a16="http://schemas.microsoft.com/office/drawing/2014/main" id="{04D04310-1DF3-724C-8F12-73B75AFF08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0646" y="1331001"/>
            <a:ext cx="6922823" cy="106097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30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不同的进程对</a:t>
            </a:r>
            <a:r>
              <a:rPr lang="zh-CN" altLang="en-GB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相同的物理页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拥有不同的权限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30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通过页表项中的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权限位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来控制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30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endParaRPr lang="en-GB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2947" name="Text Box 4">
            <a:extLst>
              <a:ext uri="{FF2B5EF4-FFF2-40B4-BE49-F238E27FC236}">
                <a16:creationId xmlns:a16="http://schemas.microsoft.com/office/drawing/2014/main" id="{CE315FC5-F6BB-6B4C-804A-E490F76A8D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000" y="2755636"/>
            <a:ext cx="706710" cy="277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进程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GB" altLang="zh-CN" sz="15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:</a:t>
            </a:r>
          </a:p>
        </p:txBody>
      </p:sp>
      <p:sp>
        <p:nvSpPr>
          <p:cNvPr id="82948" name="Text Box 5">
            <a:extLst>
              <a:ext uri="{FF2B5EF4-FFF2-40B4-BE49-F238E27FC236}">
                <a16:creationId xmlns:a16="http://schemas.microsoft.com/office/drawing/2014/main" id="{AF21EC58-1344-3F49-AD3E-E26992F5D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136" y="2730501"/>
            <a:ext cx="722420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Address</a:t>
            </a:r>
          </a:p>
        </p:txBody>
      </p:sp>
      <p:sp>
        <p:nvSpPr>
          <p:cNvPr id="82949" name="Text Box 6">
            <a:extLst>
              <a:ext uri="{FF2B5EF4-FFF2-40B4-BE49-F238E27FC236}">
                <a16:creationId xmlns:a16="http://schemas.microsoft.com/office/drawing/2014/main" id="{45C6AD9C-C936-ED4D-9497-B27F7CAB2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6555" y="2730501"/>
            <a:ext cx="541088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READ</a:t>
            </a:r>
          </a:p>
        </p:txBody>
      </p:sp>
      <p:sp>
        <p:nvSpPr>
          <p:cNvPr id="82950" name="Text Box 7">
            <a:extLst>
              <a:ext uri="{FF2B5EF4-FFF2-40B4-BE49-F238E27FC236}">
                <a16:creationId xmlns:a16="http://schemas.microsoft.com/office/drawing/2014/main" id="{B8F6FD8A-50B6-B74E-B3E2-5FF07ED2C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804" y="2730501"/>
            <a:ext cx="61694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WRITE</a:t>
            </a:r>
          </a:p>
        </p:txBody>
      </p:sp>
      <p:sp>
        <p:nvSpPr>
          <p:cNvPr id="24584" name="Rectangle 8">
            <a:extLst>
              <a:ext uri="{FF2B5EF4-FFF2-40B4-BE49-F238E27FC236}">
                <a16:creationId xmlns:a16="http://schemas.microsoft.com/office/drawing/2014/main" id="{6C09B66C-DABE-3D45-8E94-53963BF0A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396" y="2984500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6</a:t>
            </a:r>
          </a:p>
        </p:txBody>
      </p:sp>
      <p:sp>
        <p:nvSpPr>
          <p:cNvPr id="82952" name="Rectangle 9">
            <a:extLst>
              <a:ext uri="{FF2B5EF4-FFF2-40B4-BE49-F238E27FC236}">
                <a16:creationId xmlns:a16="http://schemas.microsoft.com/office/drawing/2014/main" id="{7D641C68-81DE-2040-A863-7191DAF08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396" y="2984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53" name="Rectangle 10">
            <a:extLst>
              <a:ext uri="{FF2B5EF4-FFF2-40B4-BE49-F238E27FC236}">
                <a16:creationId xmlns:a16="http://schemas.microsoft.com/office/drawing/2014/main" id="{AC1F70B0-CA86-6245-9887-5B70F375F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6896" y="2984500"/>
            <a:ext cx="571500" cy="2540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No</a:t>
            </a:r>
          </a:p>
        </p:txBody>
      </p:sp>
      <p:sp>
        <p:nvSpPr>
          <p:cNvPr id="24587" name="Rectangle 11">
            <a:extLst>
              <a:ext uri="{FF2B5EF4-FFF2-40B4-BE49-F238E27FC236}">
                <a16:creationId xmlns:a16="http://schemas.microsoft.com/office/drawing/2014/main" id="{2783D4D0-BEC0-2445-84E6-6862A127D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396" y="3238500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4</a:t>
            </a:r>
          </a:p>
        </p:txBody>
      </p:sp>
      <p:sp>
        <p:nvSpPr>
          <p:cNvPr id="82955" name="Rectangle 12">
            <a:extLst>
              <a:ext uri="{FF2B5EF4-FFF2-40B4-BE49-F238E27FC236}">
                <a16:creationId xmlns:a16="http://schemas.microsoft.com/office/drawing/2014/main" id="{E35DFB18-C7EA-B94E-8B8F-014B27B50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396" y="3238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56" name="Rectangle 13">
            <a:extLst>
              <a:ext uri="{FF2B5EF4-FFF2-40B4-BE49-F238E27FC236}">
                <a16:creationId xmlns:a16="http://schemas.microsoft.com/office/drawing/2014/main" id="{0EB06FC2-4248-6A44-9EB3-046CCE2FC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6896" y="3238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24590" name="Rectangle 14">
            <a:extLst>
              <a:ext uri="{FF2B5EF4-FFF2-40B4-BE49-F238E27FC236}">
                <a16:creationId xmlns:a16="http://schemas.microsoft.com/office/drawing/2014/main" id="{B280287C-3ED0-1D49-B1CE-65699BE11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396" y="3492500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2</a:t>
            </a:r>
          </a:p>
        </p:txBody>
      </p:sp>
      <p:sp>
        <p:nvSpPr>
          <p:cNvPr id="82958" name="Rectangle 15">
            <a:extLst>
              <a:ext uri="{FF2B5EF4-FFF2-40B4-BE49-F238E27FC236}">
                <a16:creationId xmlns:a16="http://schemas.microsoft.com/office/drawing/2014/main" id="{1C850826-EF6B-F044-810B-30930A064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396" y="3492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59" name="Text Box 16">
            <a:extLst>
              <a:ext uri="{FF2B5EF4-FFF2-40B4-BE49-F238E27FC236}">
                <a16:creationId xmlns:a16="http://schemas.microsoft.com/office/drawing/2014/main" id="{68DC7A3C-480E-F245-9ED7-52C5E5A7E6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574" y="2980532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0:</a:t>
            </a:r>
          </a:p>
        </p:txBody>
      </p:sp>
      <p:sp>
        <p:nvSpPr>
          <p:cNvPr id="82960" name="Text Box 17">
            <a:extLst>
              <a:ext uri="{FF2B5EF4-FFF2-40B4-BE49-F238E27FC236}">
                <a16:creationId xmlns:a16="http://schemas.microsoft.com/office/drawing/2014/main" id="{E3756C2A-2284-EF45-8505-0BF229CAC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574" y="3234532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1:</a:t>
            </a:r>
          </a:p>
        </p:txBody>
      </p:sp>
      <p:sp>
        <p:nvSpPr>
          <p:cNvPr id="82961" name="Text Box 18">
            <a:extLst>
              <a:ext uri="{FF2B5EF4-FFF2-40B4-BE49-F238E27FC236}">
                <a16:creationId xmlns:a16="http://schemas.microsoft.com/office/drawing/2014/main" id="{337A603A-A64F-5342-8EEA-58CC07D43F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5896" y="3488532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2:</a:t>
            </a:r>
          </a:p>
        </p:txBody>
      </p:sp>
      <p:sp>
        <p:nvSpPr>
          <p:cNvPr id="82962" name="Rectangle 19">
            <a:extLst>
              <a:ext uri="{FF2B5EF4-FFF2-40B4-BE49-F238E27FC236}">
                <a16:creationId xmlns:a16="http://schemas.microsoft.com/office/drawing/2014/main" id="{D1FFA15E-C46B-6545-9DF8-185051C8C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6344" y="3810001"/>
            <a:ext cx="205052" cy="40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5000" tIns="39000" rIns="75000" bIns="390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49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•</a:t>
            </a:r>
          </a:p>
          <a:p>
            <a:pPr algn="ctr" defTabSz="761970" eaLnBrk="0" fontAlgn="base" hangingPunct="0">
              <a:lnSpc>
                <a:spcPct val="49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•</a:t>
            </a:r>
          </a:p>
          <a:p>
            <a:pPr algn="ctr" defTabSz="761970" eaLnBrk="0" fontAlgn="base" hangingPunct="0">
              <a:lnSpc>
                <a:spcPct val="49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•</a:t>
            </a:r>
          </a:p>
        </p:txBody>
      </p:sp>
      <p:sp>
        <p:nvSpPr>
          <p:cNvPr id="82963" name="Text Box 20">
            <a:extLst>
              <a:ext uri="{FF2B5EF4-FFF2-40B4-BE49-F238E27FC236}">
                <a16:creationId xmlns:a16="http://schemas.microsoft.com/office/drawing/2014/main" id="{EFC49994-F65E-284E-A61A-6718ABD11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000" y="4597136"/>
            <a:ext cx="706710" cy="277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进程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 j:</a:t>
            </a:r>
          </a:p>
        </p:txBody>
      </p:sp>
      <p:sp>
        <p:nvSpPr>
          <p:cNvPr id="82964" name="Rectangle 35">
            <a:extLst>
              <a:ext uri="{FF2B5EF4-FFF2-40B4-BE49-F238E27FC236}">
                <a16:creationId xmlns:a16="http://schemas.microsoft.com/office/drawing/2014/main" id="{3B694D6A-0C16-F84C-9D67-2DC760382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6896" y="3492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65" name="Text Box 42">
            <a:extLst>
              <a:ext uri="{FF2B5EF4-FFF2-40B4-BE49-F238E27FC236}">
                <a16:creationId xmlns:a16="http://schemas.microsoft.com/office/drawing/2014/main" id="{6DA5BF39-43D9-7242-9DB3-B6FCA9FD3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9682" y="2730501"/>
            <a:ext cx="43580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SUP</a:t>
            </a:r>
          </a:p>
        </p:txBody>
      </p:sp>
      <p:sp>
        <p:nvSpPr>
          <p:cNvPr id="82966" name="Rectangle 43">
            <a:extLst>
              <a:ext uri="{FF2B5EF4-FFF2-40B4-BE49-F238E27FC236}">
                <a16:creationId xmlns:a16="http://schemas.microsoft.com/office/drawing/2014/main" id="{04FB1080-25E8-C647-833B-5D6ACC991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2984500"/>
            <a:ext cx="571500" cy="2540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No</a:t>
            </a:r>
          </a:p>
        </p:txBody>
      </p:sp>
      <p:sp>
        <p:nvSpPr>
          <p:cNvPr id="82967" name="Rectangle 44">
            <a:extLst>
              <a:ext uri="{FF2B5EF4-FFF2-40B4-BE49-F238E27FC236}">
                <a16:creationId xmlns:a16="http://schemas.microsoft.com/office/drawing/2014/main" id="{37602F65-2AE2-074E-8298-4FC16D547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3238500"/>
            <a:ext cx="571500" cy="2540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No</a:t>
            </a:r>
          </a:p>
        </p:txBody>
      </p:sp>
      <p:sp>
        <p:nvSpPr>
          <p:cNvPr id="82968" name="Rectangle 45">
            <a:extLst>
              <a:ext uri="{FF2B5EF4-FFF2-40B4-BE49-F238E27FC236}">
                <a16:creationId xmlns:a16="http://schemas.microsoft.com/office/drawing/2014/main" id="{8991B441-BFF3-314A-8860-983F74ACE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3492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69" name="Text Box 46">
            <a:extLst>
              <a:ext uri="{FF2B5EF4-FFF2-40B4-BE49-F238E27FC236}">
                <a16:creationId xmlns:a16="http://schemas.microsoft.com/office/drawing/2014/main" id="{2F06D16D-708D-8747-826E-1A46541D07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5782" y="4570678"/>
            <a:ext cx="722420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Address</a:t>
            </a:r>
          </a:p>
        </p:txBody>
      </p:sp>
      <p:sp>
        <p:nvSpPr>
          <p:cNvPr id="82970" name="Text Box 47">
            <a:extLst>
              <a:ext uri="{FF2B5EF4-FFF2-40B4-BE49-F238E27FC236}">
                <a16:creationId xmlns:a16="http://schemas.microsoft.com/office/drawing/2014/main" id="{BC0BCB5C-ABFC-BB46-9FE8-29A9BEB4B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6555" y="4570678"/>
            <a:ext cx="541088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READ</a:t>
            </a:r>
          </a:p>
        </p:txBody>
      </p:sp>
      <p:sp>
        <p:nvSpPr>
          <p:cNvPr id="82971" name="Text Box 48">
            <a:extLst>
              <a:ext uri="{FF2B5EF4-FFF2-40B4-BE49-F238E27FC236}">
                <a16:creationId xmlns:a16="http://schemas.microsoft.com/office/drawing/2014/main" id="{949CADA5-3515-3948-9192-525902C9D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804" y="4570678"/>
            <a:ext cx="61694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WRITE</a:t>
            </a:r>
          </a:p>
        </p:txBody>
      </p:sp>
      <p:sp>
        <p:nvSpPr>
          <p:cNvPr id="24625" name="Rectangle 49">
            <a:extLst>
              <a:ext uri="{FF2B5EF4-FFF2-40B4-BE49-F238E27FC236}">
                <a16:creationId xmlns:a16="http://schemas.microsoft.com/office/drawing/2014/main" id="{2F79A7D0-5AB8-AE49-A3F1-74F298F3D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1042" y="4824678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9</a:t>
            </a:r>
          </a:p>
        </p:txBody>
      </p:sp>
      <p:sp>
        <p:nvSpPr>
          <p:cNvPr id="82973" name="Rectangle 50">
            <a:extLst>
              <a:ext uri="{FF2B5EF4-FFF2-40B4-BE49-F238E27FC236}">
                <a16:creationId xmlns:a16="http://schemas.microsoft.com/office/drawing/2014/main" id="{B7E803CE-5A07-F844-92E9-B9B174D45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042" y="4824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74" name="Rectangle 51">
            <a:extLst>
              <a:ext uri="{FF2B5EF4-FFF2-40B4-BE49-F238E27FC236}">
                <a16:creationId xmlns:a16="http://schemas.microsoft.com/office/drawing/2014/main" id="{CB98D4AE-2D36-EA4E-9823-669D65B4A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9542" y="4824678"/>
            <a:ext cx="571500" cy="2540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No</a:t>
            </a:r>
          </a:p>
        </p:txBody>
      </p:sp>
      <p:sp>
        <p:nvSpPr>
          <p:cNvPr id="24628" name="Rectangle 52">
            <a:extLst>
              <a:ext uri="{FF2B5EF4-FFF2-40B4-BE49-F238E27FC236}">
                <a16:creationId xmlns:a16="http://schemas.microsoft.com/office/drawing/2014/main" id="{3C05E28B-59F7-EE4A-A9E1-5389759B2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1042" y="5078678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6</a:t>
            </a:r>
          </a:p>
        </p:txBody>
      </p:sp>
      <p:sp>
        <p:nvSpPr>
          <p:cNvPr id="82976" name="Rectangle 53">
            <a:extLst>
              <a:ext uri="{FF2B5EF4-FFF2-40B4-BE49-F238E27FC236}">
                <a16:creationId xmlns:a16="http://schemas.microsoft.com/office/drawing/2014/main" id="{8B358005-39D8-CB41-A45D-A91711C67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042" y="5078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77" name="Rectangle 54">
            <a:extLst>
              <a:ext uri="{FF2B5EF4-FFF2-40B4-BE49-F238E27FC236}">
                <a16:creationId xmlns:a16="http://schemas.microsoft.com/office/drawing/2014/main" id="{306B0966-A37F-7247-99A8-87C61CF06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9542" y="5078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24631" name="Rectangle 55">
            <a:extLst>
              <a:ext uri="{FF2B5EF4-FFF2-40B4-BE49-F238E27FC236}">
                <a16:creationId xmlns:a16="http://schemas.microsoft.com/office/drawing/2014/main" id="{4536F46E-5371-F848-8874-3BF30AC9C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1042" y="5332678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11</a:t>
            </a:r>
          </a:p>
        </p:txBody>
      </p:sp>
      <p:sp>
        <p:nvSpPr>
          <p:cNvPr id="82979" name="Rectangle 56">
            <a:extLst>
              <a:ext uri="{FF2B5EF4-FFF2-40B4-BE49-F238E27FC236}">
                <a16:creationId xmlns:a16="http://schemas.microsoft.com/office/drawing/2014/main" id="{50B37470-3DC7-3545-8824-8B79426A75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042" y="5332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80" name="Rectangle 57">
            <a:extLst>
              <a:ext uri="{FF2B5EF4-FFF2-40B4-BE49-F238E27FC236}">
                <a16:creationId xmlns:a16="http://schemas.microsoft.com/office/drawing/2014/main" id="{14351AFF-F3F7-9641-BE32-7BBFB2096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9542" y="5332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81" name="Text Box 58">
            <a:extLst>
              <a:ext uri="{FF2B5EF4-FFF2-40B4-BE49-F238E27FC236}">
                <a16:creationId xmlns:a16="http://schemas.microsoft.com/office/drawing/2014/main" id="{A2A6FDF9-8189-0348-99F6-8DE854B84A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9682" y="4570678"/>
            <a:ext cx="43580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SUP</a:t>
            </a:r>
          </a:p>
        </p:txBody>
      </p:sp>
      <p:sp>
        <p:nvSpPr>
          <p:cNvPr id="82982" name="Rectangle 59">
            <a:extLst>
              <a:ext uri="{FF2B5EF4-FFF2-40B4-BE49-F238E27FC236}">
                <a16:creationId xmlns:a16="http://schemas.microsoft.com/office/drawing/2014/main" id="{701732DC-8D3D-3A40-BC0F-7B560840C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3896" y="4824678"/>
            <a:ext cx="571500" cy="2540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No</a:t>
            </a:r>
          </a:p>
        </p:txBody>
      </p:sp>
      <p:sp>
        <p:nvSpPr>
          <p:cNvPr id="82983" name="Rectangle 60">
            <a:extLst>
              <a:ext uri="{FF2B5EF4-FFF2-40B4-BE49-F238E27FC236}">
                <a16:creationId xmlns:a16="http://schemas.microsoft.com/office/drawing/2014/main" id="{AA87B331-D197-8943-AED3-5478BCE1A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3896" y="5078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2984" name="Rectangle 61">
            <a:extLst>
              <a:ext uri="{FF2B5EF4-FFF2-40B4-BE49-F238E27FC236}">
                <a16:creationId xmlns:a16="http://schemas.microsoft.com/office/drawing/2014/main" id="{85167D44-F0EA-E640-A744-9B1A30CF7F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3896" y="5332678"/>
            <a:ext cx="571500" cy="2540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No</a:t>
            </a:r>
          </a:p>
        </p:txBody>
      </p:sp>
      <p:sp>
        <p:nvSpPr>
          <p:cNvPr id="82985" name="Text Box 62">
            <a:extLst>
              <a:ext uri="{FF2B5EF4-FFF2-40B4-BE49-F238E27FC236}">
                <a16:creationId xmlns:a16="http://schemas.microsoft.com/office/drawing/2014/main" id="{E6516ED4-E050-834C-BDD4-F0A48DE28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574" y="4826001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0:</a:t>
            </a:r>
          </a:p>
        </p:txBody>
      </p:sp>
      <p:sp>
        <p:nvSpPr>
          <p:cNvPr id="82986" name="Text Box 63">
            <a:extLst>
              <a:ext uri="{FF2B5EF4-FFF2-40B4-BE49-F238E27FC236}">
                <a16:creationId xmlns:a16="http://schemas.microsoft.com/office/drawing/2014/main" id="{67759ECB-39ED-F44E-8410-5D4F92B7DF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574" y="5080001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1:</a:t>
            </a:r>
          </a:p>
        </p:txBody>
      </p:sp>
      <p:sp>
        <p:nvSpPr>
          <p:cNvPr id="82987" name="Text Box 64">
            <a:extLst>
              <a:ext uri="{FF2B5EF4-FFF2-40B4-BE49-F238E27FC236}">
                <a16:creationId xmlns:a16="http://schemas.microsoft.com/office/drawing/2014/main" id="{4BAD3EC0-6C20-9B42-ABDD-186DF9A2C3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5896" y="5334001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2:</a:t>
            </a:r>
          </a:p>
        </p:txBody>
      </p:sp>
      <p:sp>
        <p:nvSpPr>
          <p:cNvPr id="82988" name="Rectangle 4">
            <a:extLst>
              <a:ext uri="{FF2B5EF4-FFF2-40B4-BE49-F238E27FC236}">
                <a16:creationId xmlns:a16="http://schemas.microsoft.com/office/drawing/2014/main" id="{CA67B6FB-F096-F94A-9862-E428457FF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2178" y="2601937"/>
            <a:ext cx="1397000" cy="300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物理</a:t>
            </a: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地址空间</a:t>
            </a:r>
            <a:endParaRPr lang="en-GB" altLang="zh-CN" sz="15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E11E837F-A384-1849-A2FF-C52637B7F9A1}"/>
              </a:ext>
            </a:extLst>
          </p:cNvPr>
          <p:cNvSpPr/>
          <p:nvPr/>
        </p:nvSpPr>
        <p:spPr bwMode="auto">
          <a:xfrm>
            <a:off x="6729678" y="2988470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EA8481E9-9F47-514A-94E4-9AD0C7161F81}"/>
              </a:ext>
            </a:extLst>
          </p:cNvPr>
          <p:cNvSpPr/>
          <p:nvPr/>
        </p:nvSpPr>
        <p:spPr bwMode="auto">
          <a:xfrm>
            <a:off x="6729678" y="3201458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B15321CF-AB9A-614A-9070-C781EA6750C3}"/>
              </a:ext>
            </a:extLst>
          </p:cNvPr>
          <p:cNvSpPr/>
          <p:nvPr/>
        </p:nvSpPr>
        <p:spPr bwMode="auto">
          <a:xfrm>
            <a:off x="6729678" y="3417095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2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B0625D73-D10B-AE45-8F66-FF458FFA1EB8}"/>
              </a:ext>
            </a:extLst>
          </p:cNvPr>
          <p:cNvSpPr/>
          <p:nvPr/>
        </p:nvSpPr>
        <p:spPr bwMode="auto">
          <a:xfrm>
            <a:off x="6729678" y="3634053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3194F01-3CE4-0449-AE2E-A4761F92802E}"/>
              </a:ext>
            </a:extLst>
          </p:cNvPr>
          <p:cNvSpPr/>
          <p:nvPr/>
        </p:nvSpPr>
        <p:spPr bwMode="auto">
          <a:xfrm>
            <a:off x="6729678" y="3847042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alibri"/>
                <a:ea typeface="宋体" panose="02010600030101010101" pitchFamily="2" charset="-122"/>
              </a:rPr>
              <a:t>PP 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27D6B39C-0F3C-5744-8F5D-B2E0235E27A0}"/>
              </a:ext>
            </a:extLst>
          </p:cNvPr>
          <p:cNvSpPr/>
          <p:nvPr/>
        </p:nvSpPr>
        <p:spPr bwMode="auto">
          <a:xfrm>
            <a:off x="6729678" y="4058708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7ED3E40-BC7B-1C4D-AE20-66583E1B5C5B}"/>
              </a:ext>
            </a:extLst>
          </p:cNvPr>
          <p:cNvSpPr/>
          <p:nvPr/>
        </p:nvSpPr>
        <p:spPr bwMode="auto">
          <a:xfrm>
            <a:off x="6729678" y="4275667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6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A32C1B4-FE8D-9D48-8C5F-8EEF22098E63}"/>
              </a:ext>
            </a:extLst>
          </p:cNvPr>
          <p:cNvSpPr/>
          <p:nvPr/>
        </p:nvSpPr>
        <p:spPr bwMode="auto">
          <a:xfrm>
            <a:off x="6729678" y="4484688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2723CE60-F64F-B643-A48A-45D4C3D02CE3}"/>
              </a:ext>
            </a:extLst>
          </p:cNvPr>
          <p:cNvSpPr/>
          <p:nvPr/>
        </p:nvSpPr>
        <p:spPr bwMode="auto">
          <a:xfrm>
            <a:off x="6729678" y="4697678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8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B28C2A2-1C58-4D4C-AA5F-5F2A7E063C19}"/>
              </a:ext>
            </a:extLst>
          </p:cNvPr>
          <p:cNvSpPr/>
          <p:nvPr/>
        </p:nvSpPr>
        <p:spPr bwMode="auto">
          <a:xfrm>
            <a:off x="6729678" y="4909345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alibri"/>
                <a:ea typeface="宋体" panose="02010600030101010101" pitchFamily="2" charset="-122"/>
              </a:rPr>
              <a:t>PP 9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A73C1CB2-F91F-4D4E-B3A5-82373E6ADC61}"/>
              </a:ext>
            </a:extLst>
          </p:cNvPr>
          <p:cNvSpPr/>
          <p:nvPr/>
        </p:nvSpPr>
        <p:spPr bwMode="auto">
          <a:xfrm>
            <a:off x="6731000" y="5118366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2E9568EB-1ECE-C148-9F82-C4BC9A296D2F}"/>
              </a:ext>
            </a:extLst>
          </p:cNvPr>
          <p:cNvSpPr/>
          <p:nvPr/>
        </p:nvSpPr>
        <p:spPr bwMode="auto">
          <a:xfrm>
            <a:off x="6731000" y="5331354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11</a:t>
            </a:r>
          </a:p>
        </p:txBody>
      </p:sp>
      <p:cxnSp>
        <p:nvCxnSpPr>
          <p:cNvPr id="83001" name="Straight Arrow Connector 113">
            <a:extLst>
              <a:ext uri="{FF2B5EF4-FFF2-40B4-BE49-F238E27FC236}">
                <a16:creationId xmlns:a16="http://schemas.microsoft.com/office/drawing/2014/main" id="{B91B5F63-C23F-594E-B39E-0F31B6A28A5A}"/>
              </a:ext>
            </a:extLst>
          </p:cNvPr>
          <p:cNvCxnSpPr>
            <a:cxnSpLocks noChangeShapeType="1"/>
            <a:stCxn id="24584" idx="3"/>
            <a:endCxn id="101" idx="1"/>
          </p:cNvCxnSpPr>
          <p:nvPr/>
        </p:nvCxnSpPr>
        <p:spPr bwMode="auto">
          <a:xfrm>
            <a:off x="5368396" y="3111500"/>
            <a:ext cx="1361282" cy="1271323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002" name="Straight Arrow Connector 115">
            <a:extLst>
              <a:ext uri="{FF2B5EF4-FFF2-40B4-BE49-F238E27FC236}">
                <a16:creationId xmlns:a16="http://schemas.microsoft.com/office/drawing/2014/main" id="{F0D08193-14E4-1D46-B08E-E61B533BF402}"/>
              </a:ext>
            </a:extLst>
          </p:cNvPr>
          <p:cNvCxnSpPr>
            <a:cxnSpLocks noChangeShapeType="1"/>
            <a:stCxn id="24587" idx="3"/>
            <a:endCxn id="99" idx="1"/>
          </p:cNvCxnSpPr>
          <p:nvPr/>
        </p:nvCxnSpPr>
        <p:spPr bwMode="auto">
          <a:xfrm>
            <a:off x="5368396" y="3365500"/>
            <a:ext cx="1361282" cy="588698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003" name="Straight Arrow Connector 117">
            <a:extLst>
              <a:ext uri="{FF2B5EF4-FFF2-40B4-BE49-F238E27FC236}">
                <a16:creationId xmlns:a16="http://schemas.microsoft.com/office/drawing/2014/main" id="{8F431454-0DDD-0444-A4D2-BEE628994FD8}"/>
              </a:ext>
            </a:extLst>
          </p:cNvPr>
          <p:cNvCxnSpPr>
            <a:cxnSpLocks noChangeShapeType="1"/>
            <a:stCxn id="24590" idx="3"/>
            <a:endCxn id="97" idx="1"/>
          </p:cNvCxnSpPr>
          <p:nvPr/>
        </p:nvCxnSpPr>
        <p:spPr bwMode="auto">
          <a:xfrm flipV="1">
            <a:off x="5368396" y="3522928"/>
            <a:ext cx="1361282" cy="96573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004" name="Straight Arrow Connector 119">
            <a:extLst>
              <a:ext uri="{FF2B5EF4-FFF2-40B4-BE49-F238E27FC236}">
                <a16:creationId xmlns:a16="http://schemas.microsoft.com/office/drawing/2014/main" id="{2EF15C0F-D25D-D94F-9CF1-C4145C675DF9}"/>
              </a:ext>
            </a:extLst>
          </p:cNvPr>
          <p:cNvCxnSpPr>
            <a:cxnSpLocks noChangeShapeType="1"/>
            <a:stCxn id="24625" idx="3"/>
            <a:endCxn id="104" idx="1"/>
          </p:cNvCxnSpPr>
          <p:nvPr/>
        </p:nvCxnSpPr>
        <p:spPr bwMode="auto">
          <a:xfrm>
            <a:off x="5371042" y="4951678"/>
            <a:ext cx="1358636" cy="6350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005" name="Straight Arrow Connector 121">
            <a:extLst>
              <a:ext uri="{FF2B5EF4-FFF2-40B4-BE49-F238E27FC236}">
                <a16:creationId xmlns:a16="http://schemas.microsoft.com/office/drawing/2014/main" id="{D4199C5B-1ED8-A24D-9766-AA995CC68723}"/>
              </a:ext>
            </a:extLst>
          </p:cNvPr>
          <p:cNvCxnSpPr>
            <a:cxnSpLocks noChangeShapeType="1"/>
            <a:stCxn id="24628" idx="3"/>
            <a:endCxn id="101" idx="1"/>
          </p:cNvCxnSpPr>
          <p:nvPr/>
        </p:nvCxnSpPr>
        <p:spPr bwMode="auto">
          <a:xfrm flipV="1">
            <a:off x="5371042" y="4382824"/>
            <a:ext cx="1358636" cy="822854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006" name="Straight Arrow Connector 123">
            <a:extLst>
              <a:ext uri="{FF2B5EF4-FFF2-40B4-BE49-F238E27FC236}">
                <a16:creationId xmlns:a16="http://schemas.microsoft.com/office/drawing/2014/main" id="{033A34BB-A655-5745-BC45-A8CB3432CCF6}"/>
              </a:ext>
            </a:extLst>
          </p:cNvPr>
          <p:cNvCxnSpPr>
            <a:cxnSpLocks noChangeShapeType="1"/>
            <a:stCxn id="24631" idx="3"/>
            <a:endCxn id="112" idx="1"/>
          </p:cNvCxnSpPr>
          <p:nvPr/>
        </p:nvCxnSpPr>
        <p:spPr bwMode="auto">
          <a:xfrm flipV="1">
            <a:off x="5371042" y="5438511"/>
            <a:ext cx="1359958" cy="21167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397098221"/>
      </p:ext>
    </p:extLst>
  </p:cSld>
  <p:clrMapOvr>
    <a:masterClrMapping/>
  </p:clrMapOvr>
  <p:transition spd="med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E8C30CE9-908D-974D-A826-BCCDC93C80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9323" y="1357099"/>
            <a:ext cx="8527173" cy="1288736"/>
          </a:xfrm>
        </p:spPr>
        <p:txBody>
          <a:bodyPr>
            <a:normAutofit/>
          </a:bodyPr>
          <a:lstStyle/>
          <a:p>
            <a:pPr>
              <a:lnSpc>
                <a:spcPct val="83000"/>
              </a:lnSpc>
              <a:spcBef>
                <a:spcPts val="1000"/>
              </a:spcBef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缺页异常</a:t>
            </a:r>
            <a:r>
              <a:rPr lang="zh-CN" altLang="en-GB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处理函数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会在映射前检查权限位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83000"/>
              </a:lnSpc>
              <a:spcBef>
                <a:spcPts val="1000"/>
              </a:spcBef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如果违反权限，会向进程发送 </a:t>
            </a:r>
            <a:r>
              <a:rPr lang="en-GB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SIGSEGV (segmentation fault)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信号</a:t>
            </a:r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5" name="Rectangle 1">
            <a:extLst>
              <a:ext uri="{FF2B5EF4-FFF2-40B4-BE49-F238E27FC236}">
                <a16:creationId xmlns:a16="http://schemas.microsoft.com/office/drawing/2014/main" id="{DD8ECB04-AE16-2C4C-B1BE-81DD0B8CD9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0646" y="402709"/>
            <a:ext cx="6921500" cy="779198"/>
          </a:xfrm>
        </p:spPr>
        <p:txBody>
          <a:bodyPr/>
          <a:lstStyle/>
          <a:p>
            <a:pPr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基于</a:t>
            </a:r>
            <a:r>
              <a:rPr lang="zh-CN" altLang="en-GB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虚拟内存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实现内存保护</a:t>
            </a:r>
            <a:endParaRPr lang="en-GB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7" name="Text Box 5">
            <a:extLst>
              <a:ext uri="{FF2B5EF4-FFF2-40B4-BE49-F238E27FC236}">
                <a16:creationId xmlns:a16="http://schemas.microsoft.com/office/drawing/2014/main" id="{0A6F6062-37B2-2B49-A29B-B73B4FA8C6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136" y="2730501"/>
            <a:ext cx="722420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Address</a:t>
            </a:r>
          </a:p>
        </p:txBody>
      </p:sp>
      <p:sp>
        <p:nvSpPr>
          <p:cNvPr id="68" name="Text Box 6">
            <a:extLst>
              <a:ext uri="{FF2B5EF4-FFF2-40B4-BE49-F238E27FC236}">
                <a16:creationId xmlns:a16="http://schemas.microsoft.com/office/drawing/2014/main" id="{C136480A-9F56-A84D-8003-484CEADEDE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6555" y="2730501"/>
            <a:ext cx="541088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READ</a:t>
            </a:r>
          </a:p>
        </p:txBody>
      </p:sp>
      <p:sp>
        <p:nvSpPr>
          <p:cNvPr id="69" name="Text Box 7">
            <a:extLst>
              <a:ext uri="{FF2B5EF4-FFF2-40B4-BE49-F238E27FC236}">
                <a16:creationId xmlns:a16="http://schemas.microsoft.com/office/drawing/2014/main" id="{BC544005-D791-654D-BB27-CBD89A4A1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804" y="2730501"/>
            <a:ext cx="61694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WRITE</a:t>
            </a:r>
          </a:p>
        </p:txBody>
      </p:sp>
      <p:sp>
        <p:nvSpPr>
          <p:cNvPr id="70" name="Rectangle 8">
            <a:extLst>
              <a:ext uri="{FF2B5EF4-FFF2-40B4-BE49-F238E27FC236}">
                <a16:creationId xmlns:a16="http://schemas.microsoft.com/office/drawing/2014/main" id="{9149E885-8164-EF41-B437-949EDEEE9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396" y="2984500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6</a:t>
            </a:r>
          </a:p>
        </p:txBody>
      </p:sp>
      <p:sp>
        <p:nvSpPr>
          <p:cNvPr id="71" name="Rectangle 9">
            <a:extLst>
              <a:ext uri="{FF2B5EF4-FFF2-40B4-BE49-F238E27FC236}">
                <a16:creationId xmlns:a16="http://schemas.microsoft.com/office/drawing/2014/main" id="{05C145B5-897F-494C-B5EA-EC885528C6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396" y="2984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72" name="Rectangle 10">
            <a:extLst>
              <a:ext uri="{FF2B5EF4-FFF2-40B4-BE49-F238E27FC236}">
                <a16:creationId xmlns:a16="http://schemas.microsoft.com/office/drawing/2014/main" id="{BCB5BF90-BCAE-A24D-8B64-44DF42663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6896" y="2984500"/>
            <a:ext cx="571500" cy="2540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No</a:t>
            </a:r>
          </a:p>
        </p:txBody>
      </p:sp>
      <p:sp>
        <p:nvSpPr>
          <p:cNvPr id="73" name="Rectangle 11">
            <a:extLst>
              <a:ext uri="{FF2B5EF4-FFF2-40B4-BE49-F238E27FC236}">
                <a16:creationId xmlns:a16="http://schemas.microsoft.com/office/drawing/2014/main" id="{140C3800-8D4A-0C4C-BA84-461BFE283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396" y="3238500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4</a:t>
            </a:r>
          </a:p>
        </p:txBody>
      </p:sp>
      <p:sp>
        <p:nvSpPr>
          <p:cNvPr id="74" name="Rectangle 12">
            <a:extLst>
              <a:ext uri="{FF2B5EF4-FFF2-40B4-BE49-F238E27FC236}">
                <a16:creationId xmlns:a16="http://schemas.microsoft.com/office/drawing/2014/main" id="{7C1A2469-EB8B-1B46-8AB5-7C00EBB07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396" y="3238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75" name="Rectangle 13">
            <a:extLst>
              <a:ext uri="{FF2B5EF4-FFF2-40B4-BE49-F238E27FC236}">
                <a16:creationId xmlns:a16="http://schemas.microsoft.com/office/drawing/2014/main" id="{D2E2AF06-7DD7-6243-827F-79848021F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6896" y="3238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76" name="Rectangle 14">
            <a:extLst>
              <a:ext uri="{FF2B5EF4-FFF2-40B4-BE49-F238E27FC236}">
                <a16:creationId xmlns:a16="http://schemas.microsoft.com/office/drawing/2014/main" id="{624B080A-4CC0-0048-96C1-5FE94565E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396" y="3492500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2</a:t>
            </a:r>
          </a:p>
        </p:txBody>
      </p:sp>
      <p:sp>
        <p:nvSpPr>
          <p:cNvPr id="77" name="Rectangle 15">
            <a:extLst>
              <a:ext uri="{FF2B5EF4-FFF2-40B4-BE49-F238E27FC236}">
                <a16:creationId xmlns:a16="http://schemas.microsoft.com/office/drawing/2014/main" id="{3DC8BE67-DDB2-BB4E-85C4-DB85FD9AF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396" y="3492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78" name="Text Box 16">
            <a:extLst>
              <a:ext uri="{FF2B5EF4-FFF2-40B4-BE49-F238E27FC236}">
                <a16:creationId xmlns:a16="http://schemas.microsoft.com/office/drawing/2014/main" id="{518F4D8B-FD17-3044-9006-274C9C440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574" y="2980532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0:</a:t>
            </a:r>
          </a:p>
        </p:txBody>
      </p:sp>
      <p:sp>
        <p:nvSpPr>
          <p:cNvPr id="79" name="Text Box 17">
            <a:extLst>
              <a:ext uri="{FF2B5EF4-FFF2-40B4-BE49-F238E27FC236}">
                <a16:creationId xmlns:a16="http://schemas.microsoft.com/office/drawing/2014/main" id="{C03E18A5-3600-3548-A5F3-F44353AA1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574" y="3234532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1:</a:t>
            </a:r>
          </a:p>
        </p:txBody>
      </p:sp>
      <p:sp>
        <p:nvSpPr>
          <p:cNvPr id="80" name="Text Box 18">
            <a:extLst>
              <a:ext uri="{FF2B5EF4-FFF2-40B4-BE49-F238E27FC236}">
                <a16:creationId xmlns:a16="http://schemas.microsoft.com/office/drawing/2014/main" id="{A79BFA96-3641-BC44-B0C3-53942015E6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5896" y="3488532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2:</a:t>
            </a:r>
          </a:p>
        </p:txBody>
      </p:sp>
      <p:sp>
        <p:nvSpPr>
          <p:cNvPr id="81" name="Rectangle 19">
            <a:extLst>
              <a:ext uri="{FF2B5EF4-FFF2-40B4-BE49-F238E27FC236}">
                <a16:creationId xmlns:a16="http://schemas.microsoft.com/office/drawing/2014/main" id="{4D38F633-3488-B748-9E5F-E560146D0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6344" y="3810001"/>
            <a:ext cx="205052" cy="40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5000" tIns="39000" rIns="75000" bIns="390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49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•</a:t>
            </a:r>
          </a:p>
          <a:p>
            <a:pPr algn="ctr" defTabSz="761970" eaLnBrk="0" fontAlgn="base" hangingPunct="0">
              <a:lnSpc>
                <a:spcPct val="49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•</a:t>
            </a:r>
          </a:p>
          <a:p>
            <a:pPr algn="ctr" defTabSz="761970" eaLnBrk="0" fontAlgn="base" hangingPunct="0">
              <a:lnSpc>
                <a:spcPct val="49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•</a:t>
            </a:r>
          </a:p>
        </p:txBody>
      </p:sp>
      <p:sp>
        <p:nvSpPr>
          <p:cNvPr id="83" name="Rectangle 35">
            <a:extLst>
              <a:ext uri="{FF2B5EF4-FFF2-40B4-BE49-F238E27FC236}">
                <a16:creationId xmlns:a16="http://schemas.microsoft.com/office/drawing/2014/main" id="{09AB1F91-065B-214A-8838-D4448ECF6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6896" y="3492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4" name="Text Box 42">
            <a:extLst>
              <a:ext uri="{FF2B5EF4-FFF2-40B4-BE49-F238E27FC236}">
                <a16:creationId xmlns:a16="http://schemas.microsoft.com/office/drawing/2014/main" id="{4847C9F3-64B9-174A-BB4E-A994655FC3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9682" y="2730501"/>
            <a:ext cx="43580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SUP</a:t>
            </a:r>
          </a:p>
        </p:txBody>
      </p:sp>
      <p:sp>
        <p:nvSpPr>
          <p:cNvPr id="85" name="Rectangle 43">
            <a:extLst>
              <a:ext uri="{FF2B5EF4-FFF2-40B4-BE49-F238E27FC236}">
                <a16:creationId xmlns:a16="http://schemas.microsoft.com/office/drawing/2014/main" id="{21D7A028-6F04-814B-B6E1-C2B81EF79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2984500"/>
            <a:ext cx="571500" cy="2540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No</a:t>
            </a:r>
          </a:p>
        </p:txBody>
      </p:sp>
      <p:sp>
        <p:nvSpPr>
          <p:cNvPr id="86" name="Rectangle 44">
            <a:extLst>
              <a:ext uri="{FF2B5EF4-FFF2-40B4-BE49-F238E27FC236}">
                <a16:creationId xmlns:a16="http://schemas.microsoft.com/office/drawing/2014/main" id="{93218129-4123-924E-97EC-BEFE3B24F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3238500"/>
            <a:ext cx="571500" cy="2540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No</a:t>
            </a:r>
          </a:p>
        </p:txBody>
      </p:sp>
      <p:sp>
        <p:nvSpPr>
          <p:cNvPr id="87" name="Rectangle 45">
            <a:extLst>
              <a:ext uri="{FF2B5EF4-FFF2-40B4-BE49-F238E27FC236}">
                <a16:creationId xmlns:a16="http://schemas.microsoft.com/office/drawing/2014/main" id="{C1DAF3F6-10EA-7841-AB14-0E9849FED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3492500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88" name="Text Box 46">
            <a:extLst>
              <a:ext uri="{FF2B5EF4-FFF2-40B4-BE49-F238E27FC236}">
                <a16:creationId xmlns:a16="http://schemas.microsoft.com/office/drawing/2014/main" id="{31E54DEF-EB6F-8B4B-92F7-41D2F5D55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5782" y="4570678"/>
            <a:ext cx="722420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Address</a:t>
            </a:r>
          </a:p>
        </p:txBody>
      </p:sp>
      <p:sp>
        <p:nvSpPr>
          <p:cNvPr id="89" name="Text Box 47">
            <a:extLst>
              <a:ext uri="{FF2B5EF4-FFF2-40B4-BE49-F238E27FC236}">
                <a16:creationId xmlns:a16="http://schemas.microsoft.com/office/drawing/2014/main" id="{A2387B97-E2CF-C549-B8C5-FAF3CD2C98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6555" y="4570678"/>
            <a:ext cx="541088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READ</a:t>
            </a:r>
          </a:p>
        </p:txBody>
      </p:sp>
      <p:sp>
        <p:nvSpPr>
          <p:cNvPr id="90" name="Text Box 48">
            <a:extLst>
              <a:ext uri="{FF2B5EF4-FFF2-40B4-BE49-F238E27FC236}">
                <a16:creationId xmlns:a16="http://schemas.microsoft.com/office/drawing/2014/main" id="{071CAB6E-8F29-DE46-A344-AF1795163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804" y="4570678"/>
            <a:ext cx="61694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WRITE</a:t>
            </a:r>
          </a:p>
        </p:txBody>
      </p:sp>
      <p:sp>
        <p:nvSpPr>
          <p:cNvPr id="91" name="Rectangle 49">
            <a:extLst>
              <a:ext uri="{FF2B5EF4-FFF2-40B4-BE49-F238E27FC236}">
                <a16:creationId xmlns:a16="http://schemas.microsoft.com/office/drawing/2014/main" id="{56A74AD3-32AD-894D-91D4-2C997D105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1042" y="4824678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9</a:t>
            </a:r>
          </a:p>
        </p:txBody>
      </p:sp>
      <p:sp>
        <p:nvSpPr>
          <p:cNvPr id="92" name="Rectangle 50">
            <a:extLst>
              <a:ext uri="{FF2B5EF4-FFF2-40B4-BE49-F238E27FC236}">
                <a16:creationId xmlns:a16="http://schemas.microsoft.com/office/drawing/2014/main" id="{523B7781-F982-D54B-BA5D-DF907FE69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042" y="4824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93" name="Rectangle 51">
            <a:extLst>
              <a:ext uri="{FF2B5EF4-FFF2-40B4-BE49-F238E27FC236}">
                <a16:creationId xmlns:a16="http://schemas.microsoft.com/office/drawing/2014/main" id="{19EA6CED-35BB-5442-82CA-1CFBADF1E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9542" y="4824678"/>
            <a:ext cx="571500" cy="2540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No</a:t>
            </a:r>
          </a:p>
        </p:txBody>
      </p:sp>
      <p:sp>
        <p:nvSpPr>
          <p:cNvPr id="94" name="Rectangle 52">
            <a:extLst>
              <a:ext uri="{FF2B5EF4-FFF2-40B4-BE49-F238E27FC236}">
                <a16:creationId xmlns:a16="http://schemas.microsoft.com/office/drawing/2014/main" id="{82016671-AFA5-3D4F-8601-5F59E9248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1042" y="5078678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6</a:t>
            </a:r>
          </a:p>
        </p:txBody>
      </p:sp>
      <p:sp>
        <p:nvSpPr>
          <p:cNvPr id="105" name="Rectangle 53">
            <a:extLst>
              <a:ext uri="{FF2B5EF4-FFF2-40B4-BE49-F238E27FC236}">
                <a16:creationId xmlns:a16="http://schemas.microsoft.com/office/drawing/2014/main" id="{9A8DCE55-A322-0148-8BE1-A611EEE7F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042" y="5078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106" name="Rectangle 54">
            <a:extLst>
              <a:ext uri="{FF2B5EF4-FFF2-40B4-BE49-F238E27FC236}">
                <a16:creationId xmlns:a16="http://schemas.microsoft.com/office/drawing/2014/main" id="{B6EA8A6E-67E9-D042-BF83-DA89B41C6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9542" y="5078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107" name="Rectangle 55">
            <a:extLst>
              <a:ext uri="{FF2B5EF4-FFF2-40B4-BE49-F238E27FC236}">
                <a16:creationId xmlns:a16="http://schemas.microsoft.com/office/drawing/2014/main" id="{757F85E9-531C-674D-947D-3C77756A6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1042" y="5332678"/>
            <a:ext cx="1270000" cy="25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75300" tIns="36900" rIns="75300" bIns="36900" anchor="ctr"/>
          <a:lstStyle/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  <a:defRPr/>
            </a:pPr>
            <a:r>
              <a:rPr lang="en-GB" sz="1333" b="1" dirty="0">
                <a:solidFill>
                  <a:srgbClr val="000000"/>
                </a:solidFill>
                <a:latin typeface="Calibri" pitchFamily="34" charset="0"/>
                <a:ea typeface="宋体" panose="02010600030101010101" pitchFamily="2" charset="-122"/>
              </a:rPr>
              <a:t>PP 11</a:t>
            </a:r>
          </a:p>
        </p:txBody>
      </p:sp>
      <p:sp>
        <p:nvSpPr>
          <p:cNvPr id="108" name="Rectangle 56">
            <a:extLst>
              <a:ext uri="{FF2B5EF4-FFF2-40B4-BE49-F238E27FC236}">
                <a16:creationId xmlns:a16="http://schemas.microsoft.com/office/drawing/2014/main" id="{4557555D-440B-124A-B92A-A4DBE3EE4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042" y="5332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109" name="Rectangle 57">
            <a:extLst>
              <a:ext uri="{FF2B5EF4-FFF2-40B4-BE49-F238E27FC236}">
                <a16:creationId xmlns:a16="http://schemas.microsoft.com/office/drawing/2014/main" id="{A977F636-D16D-3745-9D4C-EC4E58AA6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9542" y="5332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110" name="Text Box 58">
            <a:extLst>
              <a:ext uri="{FF2B5EF4-FFF2-40B4-BE49-F238E27FC236}">
                <a16:creationId xmlns:a16="http://schemas.microsoft.com/office/drawing/2014/main" id="{D29299E3-0279-EE4B-AF04-7C3FDF9389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9682" y="4570678"/>
            <a:ext cx="43580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SUP</a:t>
            </a:r>
          </a:p>
        </p:txBody>
      </p:sp>
      <p:sp>
        <p:nvSpPr>
          <p:cNvPr id="113" name="Rectangle 59">
            <a:extLst>
              <a:ext uri="{FF2B5EF4-FFF2-40B4-BE49-F238E27FC236}">
                <a16:creationId xmlns:a16="http://schemas.microsoft.com/office/drawing/2014/main" id="{CC0FED93-4C10-E74D-80C5-60DC472F9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3896" y="4824678"/>
            <a:ext cx="571500" cy="2540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No</a:t>
            </a:r>
          </a:p>
        </p:txBody>
      </p:sp>
      <p:sp>
        <p:nvSpPr>
          <p:cNvPr id="114" name="Rectangle 60">
            <a:extLst>
              <a:ext uri="{FF2B5EF4-FFF2-40B4-BE49-F238E27FC236}">
                <a16:creationId xmlns:a16="http://schemas.microsoft.com/office/drawing/2014/main" id="{6B715D29-CFB7-1E49-B84E-729C503BC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3896" y="5078678"/>
            <a:ext cx="571500" cy="254000"/>
          </a:xfrm>
          <a:prstGeom prst="rect">
            <a:avLst/>
          </a:prstGeom>
          <a:solidFill>
            <a:srgbClr val="D5F1CF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Yes</a:t>
            </a:r>
          </a:p>
        </p:txBody>
      </p:sp>
      <p:sp>
        <p:nvSpPr>
          <p:cNvPr id="115" name="Rectangle 61">
            <a:extLst>
              <a:ext uri="{FF2B5EF4-FFF2-40B4-BE49-F238E27FC236}">
                <a16:creationId xmlns:a16="http://schemas.microsoft.com/office/drawing/2014/main" id="{14A051F6-1526-4746-8F34-242818CF1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3896" y="5332678"/>
            <a:ext cx="571500" cy="254000"/>
          </a:xfrm>
          <a:prstGeom prst="rect">
            <a:avLst/>
          </a:prstGeom>
          <a:solidFill>
            <a:srgbClr val="F1C7C7"/>
          </a:solidFill>
          <a:ln w="12600">
            <a:solidFill>
              <a:srgbClr val="000000"/>
            </a:solidFill>
            <a:miter lim="800000"/>
            <a:headEnd/>
            <a:tailEnd/>
          </a:ln>
        </p:spPr>
        <p:txBody>
          <a:bodyPr wrap="none" lIns="75300" tIns="36900" rIns="75300" bIns="36900" anchor="ctr"/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No</a:t>
            </a:r>
          </a:p>
        </p:txBody>
      </p:sp>
      <p:sp>
        <p:nvSpPr>
          <p:cNvPr id="116" name="Text Box 62">
            <a:extLst>
              <a:ext uri="{FF2B5EF4-FFF2-40B4-BE49-F238E27FC236}">
                <a16:creationId xmlns:a16="http://schemas.microsoft.com/office/drawing/2014/main" id="{846DC60B-B030-3E4C-A31B-F7674C28DF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574" y="4826001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0:</a:t>
            </a:r>
          </a:p>
        </p:txBody>
      </p:sp>
      <p:sp>
        <p:nvSpPr>
          <p:cNvPr id="117" name="Text Box 63">
            <a:extLst>
              <a:ext uri="{FF2B5EF4-FFF2-40B4-BE49-F238E27FC236}">
                <a16:creationId xmlns:a16="http://schemas.microsoft.com/office/drawing/2014/main" id="{195DE42A-2A40-1447-AC8F-ABB634EDA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574" y="5080001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1:</a:t>
            </a:r>
          </a:p>
        </p:txBody>
      </p:sp>
      <p:sp>
        <p:nvSpPr>
          <p:cNvPr id="118" name="Text Box 64">
            <a:extLst>
              <a:ext uri="{FF2B5EF4-FFF2-40B4-BE49-F238E27FC236}">
                <a16:creationId xmlns:a16="http://schemas.microsoft.com/office/drawing/2014/main" id="{16AC0D19-7EBB-1B4C-98A8-D326EB6BE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5896" y="5334001"/>
            <a:ext cx="515953" cy="255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en-GB" altLang="zh-CN" sz="1333" b="1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VP 2:</a:t>
            </a:r>
          </a:p>
        </p:txBody>
      </p:sp>
      <p:sp>
        <p:nvSpPr>
          <p:cNvPr id="120" name="Rectangle 94">
            <a:extLst>
              <a:ext uri="{FF2B5EF4-FFF2-40B4-BE49-F238E27FC236}">
                <a16:creationId xmlns:a16="http://schemas.microsoft.com/office/drawing/2014/main" id="{2538740B-F7B9-4E43-9FB7-0CBBB5C31F09}"/>
              </a:ext>
            </a:extLst>
          </p:cNvPr>
          <p:cNvSpPr/>
          <p:nvPr/>
        </p:nvSpPr>
        <p:spPr bwMode="auto">
          <a:xfrm>
            <a:off x="6729678" y="2988470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121" name="Rectangle 95">
            <a:extLst>
              <a:ext uri="{FF2B5EF4-FFF2-40B4-BE49-F238E27FC236}">
                <a16:creationId xmlns:a16="http://schemas.microsoft.com/office/drawing/2014/main" id="{9EE3956C-6DE5-7B46-8A13-25521983D263}"/>
              </a:ext>
            </a:extLst>
          </p:cNvPr>
          <p:cNvSpPr/>
          <p:nvPr/>
        </p:nvSpPr>
        <p:spPr bwMode="auto">
          <a:xfrm>
            <a:off x="6729678" y="3201458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122" name="Rectangle 96">
            <a:extLst>
              <a:ext uri="{FF2B5EF4-FFF2-40B4-BE49-F238E27FC236}">
                <a16:creationId xmlns:a16="http://schemas.microsoft.com/office/drawing/2014/main" id="{14052733-DB37-654B-A809-0024C7DE6899}"/>
              </a:ext>
            </a:extLst>
          </p:cNvPr>
          <p:cNvSpPr/>
          <p:nvPr/>
        </p:nvSpPr>
        <p:spPr bwMode="auto">
          <a:xfrm>
            <a:off x="6729678" y="3417095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2</a:t>
            </a:r>
          </a:p>
        </p:txBody>
      </p:sp>
      <p:sp>
        <p:nvSpPr>
          <p:cNvPr id="123" name="Rectangle 97">
            <a:extLst>
              <a:ext uri="{FF2B5EF4-FFF2-40B4-BE49-F238E27FC236}">
                <a16:creationId xmlns:a16="http://schemas.microsoft.com/office/drawing/2014/main" id="{819AA1CE-6F82-E24D-BD8D-1D320DABA19C}"/>
              </a:ext>
            </a:extLst>
          </p:cNvPr>
          <p:cNvSpPr/>
          <p:nvPr/>
        </p:nvSpPr>
        <p:spPr bwMode="auto">
          <a:xfrm>
            <a:off x="6729678" y="3634053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124" name="Rectangle 98">
            <a:extLst>
              <a:ext uri="{FF2B5EF4-FFF2-40B4-BE49-F238E27FC236}">
                <a16:creationId xmlns:a16="http://schemas.microsoft.com/office/drawing/2014/main" id="{40B04928-9AC8-B444-8F10-7C7D04B6E2EF}"/>
              </a:ext>
            </a:extLst>
          </p:cNvPr>
          <p:cNvSpPr/>
          <p:nvPr/>
        </p:nvSpPr>
        <p:spPr bwMode="auto">
          <a:xfrm>
            <a:off x="6729678" y="3847042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alibri"/>
                <a:ea typeface="宋体" panose="02010600030101010101" pitchFamily="2" charset="-122"/>
              </a:rPr>
              <a:t>PP 4</a:t>
            </a:r>
          </a:p>
        </p:txBody>
      </p:sp>
      <p:sp>
        <p:nvSpPr>
          <p:cNvPr id="125" name="Rectangle 99">
            <a:extLst>
              <a:ext uri="{FF2B5EF4-FFF2-40B4-BE49-F238E27FC236}">
                <a16:creationId xmlns:a16="http://schemas.microsoft.com/office/drawing/2014/main" id="{03B5C545-1890-7E43-AB30-7B0B25C746DF}"/>
              </a:ext>
            </a:extLst>
          </p:cNvPr>
          <p:cNvSpPr/>
          <p:nvPr/>
        </p:nvSpPr>
        <p:spPr bwMode="auto">
          <a:xfrm>
            <a:off x="6729678" y="4058708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126" name="Rectangle 100">
            <a:extLst>
              <a:ext uri="{FF2B5EF4-FFF2-40B4-BE49-F238E27FC236}">
                <a16:creationId xmlns:a16="http://schemas.microsoft.com/office/drawing/2014/main" id="{5BE22B7A-1ADF-7C42-B31F-B8DA1D50ED1F}"/>
              </a:ext>
            </a:extLst>
          </p:cNvPr>
          <p:cNvSpPr/>
          <p:nvPr/>
        </p:nvSpPr>
        <p:spPr bwMode="auto">
          <a:xfrm>
            <a:off x="6729678" y="4275667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6</a:t>
            </a:r>
          </a:p>
        </p:txBody>
      </p:sp>
      <p:sp>
        <p:nvSpPr>
          <p:cNvPr id="127" name="Rectangle 101">
            <a:extLst>
              <a:ext uri="{FF2B5EF4-FFF2-40B4-BE49-F238E27FC236}">
                <a16:creationId xmlns:a16="http://schemas.microsoft.com/office/drawing/2014/main" id="{6F661CDC-B2B9-544D-A2BD-35AF85D85FEA}"/>
              </a:ext>
            </a:extLst>
          </p:cNvPr>
          <p:cNvSpPr/>
          <p:nvPr/>
        </p:nvSpPr>
        <p:spPr bwMode="auto">
          <a:xfrm>
            <a:off x="6729678" y="4484688"/>
            <a:ext cx="762000" cy="21299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128" name="Rectangle 102">
            <a:extLst>
              <a:ext uri="{FF2B5EF4-FFF2-40B4-BE49-F238E27FC236}">
                <a16:creationId xmlns:a16="http://schemas.microsoft.com/office/drawing/2014/main" id="{A7B47EE3-F973-4C43-A245-5073D308A4FF}"/>
              </a:ext>
            </a:extLst>
          </p:cNvPr>
          <p:cNvSpPr/>
          <p:nvPr/>
        </p:nvSpPr>
        <p:spPr bwMode="auto">
          <a:xfrm>
            <a:off x="6729678" y="4697678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8</a:t>
            </a:r>
          </a:p>
        </p:txBody>
      </p:sp>
      <p:sp>
        <p:nvSpPr>
          <p:cNvPr id="129" name="Rectangle 103">
            <a:extLst>
              <a:ext uri="{FF2B5EF4-FFF2-40B4-BE49-F238E27FC236}">
                <a16:creationId xmlns:a16="http://schemas.microsoft.com/office/drawing/2014/main" id="{19878513-D863-F14C-A629-82F40FD473FF}"/>
              </a:ext>
            </a:extLst>
          </p:cNvPr>
          <p:cNvSpPr/>
          <p:nvPr/>
        </p:nvSpPr>
        <p:spPr bwMode="auto">
          <a:xfrm>
            <a:off x="6729678" y="4909345"/>
            <a:ext cx="762000" cy="2129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alibri"/>
                <a:ea typeface="宋体" panose="02010600030101010101" pitchFamily="2" charset="-122"/>
              </a:rPr>
              <a:t>PP 9</a:t>
            </a:r>
          </a:p>
        </p:txBody>
      </p:sp>
      <p:sp>
        <p:nvSpPr>
          <p:cNvPr id="130" name="Rectangle 110">
            <a:extLst>
              <a:ext uri="{FF2B5EF4-FFF2-40B4-BE49-F238E27FC236}">
                <a16:creationId xmlns:a16="http://schemas.microsoft.com/office/drawing/2014/main" id="{2E10A045-0237-4A4E-A255-352E9A0DCD32}"/>
              </a:ext>
            </a:extLst>
          </p:cNvPr>
          <p:cNvSpPr/>
          <p:nvPr/>
        </p:nvSpPr>
        <p:spPr bwMode="auto">
          <a:xfrm>
            <a:off x="6731000" y="5118366"/>
            <a:ext cx="762000" cy="212989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33" b="1" dirty="0">
              <a:solidFill>
                <a:srgbClr val="000000"/>
              </a:solidFill>
              <a:latin typeface="Comic Sans MS"/>
              <a:ea typeface="宋体" panose="02010600030101010101" pitchFamily="2" charset="-122"/>
            </a:endParaRPr>
          </a:p>
        </p:txBody>
      </p:sp>
      <p:sp>
        <p:nvSpPr>
          <p:cNvPr id="131" name="Rectangle 111">
            <a:extLst>
              <a:ext uri="{FF2B5EF4-FFF2-40B4-BE49-F238E27FC236}">
                <a16:creationId xmlns:a16="http://schemas.microsoft.com/office/drawing/2014/main" id="{0BE1C2A3-7D1D-2E49-AD3E-B2A6CB078B74}"/>
              </a:ext>
            </a:extLst>
          </p:cNvPr>
          <p:cNvSpPr/>
          <p:nvPr/>
        </p:nvSpPr>
        <p:spPr bwMode="auto">
          <a:xfrm>
            <a:off x="6731000" y="5331354"/>
            <a:ext cx="762000" cy="2129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anchor="ctr"/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33" b="1" dirty="0">
                <a:solidFill>
                  <a:srgbClr val="000000"/>
                </a:solidFill>
                <a:latin typeface="Comic Sans MS"/>
                <a:ea typeface="宋体" panose="02010600030101010101" pitchFamily="2" charset="-122"/>
              </a:rPr>
              <a:t>PP 11</a:t>
            </a:r>
          </a:p>
        </p:txBody>
      </p:sp>
      <p:cxnSp>
        <p:nvCxnSpPr>
          <p:cNvPr id="132" name="Straight Arrow Connector 113">
            <a:extLst>
              <a:ext uri="{FF2B5EF4-FFF2-40B4-BE49-F238E27FC236}">
                <a16:creationId xmlns:a16="http://schemas.microsoft.com/office/drawing/2014/main" id="{DE6D6ED6-FF61-5F46-A755-CC6042C811AC}"/>
              </a:ext>
            </a:extLst>
          </p:cNvPr>
          <p:cNvCxnSpPr>
            <a:cxnSpLocks noChangeShapeType="1"/>
            <a:stCxn id="70" idx="3"/>
            <a:endCxn id="126" idx="1"/>
          </p:cNvCxnSpPr>
          <p:nvPr/>
        </p:nvCxnSpPr>
        <p:spPr bwMode="auto">
          <a:xfrm>
            <a:off x="5368396" y="3111500"/>
            <a:ext cx="1361282" cy="1271323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" name="Straight Arrow Connector 115">
            <a:extLst>
              <a:ext uri="{FF2B5EF4-FFF2-40B4-BE49-F238E27FC236}">
                <a16:creationId xmlns:a16="http://schemas.microsoft.com/office/drawing/2014/main" id="{B370D75E-7EBA-274A-920F-62E83F23B266}"/>
              </a:ext>
            </a:extLst>
          </p:cNvPr>
          <p:cNvCxnSpPr>
            <a:cxnSpLocks noChangeShapeType="1"/>
            <a:stCxn id="73" idx="3"/>
            <a:endCxn id="124" idx="1"/>
          </p:cNvCxnSpPr>
          <p:nvPr/>
        </p:nvCxnSpPr>
        <p:spPr bwMode="auto">
          <a:xfrm>
            <a:off x="5368396" y="3365500"/>
            <a:ext cx="1361282" cy="588698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4" name="Straight Arrow Connector 117">
            <a:extLst>
              <a:ext uri="{FF2B5EF4-FFF2-40B4-BE49-F238E27FC236}">
                <a16:creationId xmlns:a16="http://schemas.microsoft.com/office/drawing/2014/main" id="{5A1BDAD8-E213-184E-A770-5B63AC6954B7}"/>
              </a:ext>
            </a:extLst>
          </p:cNvPr>
          <p:cNvCxnSpPr>
            <a:cxnSpLocks noChangeShapeType="1"/>
            <a:stCxn id="76" idx="3"/>
            <a:endCxn id="122" idx="1"/>
          </p:cNvCxnSpPr>
          <p:nvPr/>
        </p:nvCxnSpPr>
        <p:spPr bwMode="auto">
          <a:xfrm flipV="1">
            <a:off x="5368396" y="3522928"/>
            <a:ext cx="1361282" cy="96573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5" name="Straight Arrow Connector 119">
            <a:extLst>
              <a:ext uri="{FF2B5EF4-FFF2-40B4-BE49-F238E27FC236}">
                <a16:creationId xmlns:a16="http://schemas.microsoft.com/office/drawing/2014/main" id="{5DA098DA-4A54-584C-A4A1-C9942C1CF5F3}"/>
              </a:ext>
            </a:extLst>
          </p:cNvPr>
          <p:cNvCxnSpPr>
            <a:cxnSpLocks noChangeShapeType="1"/>
            <a:stCxn id="91" idx="3"/>
            <a:endCxn id="129" idx="1"/>
          </p:cNvCxnSpPr>
          <p:nvPr/>
        </p:nvCxnSpPr>
        <p:spPr bwMode="auto">
          <a:xfrm>
            <a:off x="5371042" y="4951678"/>
            <a:ext cx="1358636" cy="6350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6" name="Straight Arrow Connector 121">
            <a:extLst>
              <a:ext uri="{FF2B5EF4-FFF2-40B4-BE49-F238E27FC236}">
                <a16:creationId xmlns:a16="http://schemas.microsoft.com/office/drawing/2014/main" id="{7D4D040C-7066-D74A-B25C-48F449A26755}"/>
              </a:ext>
            </a:extLst>
          </p:cNvPr>
          <p:cNvCxnSpPr>
            <a:cxnSpLocks noChangeShapeType="1"/>
            <a:stCxn id="94" idx="3"/>
            <a:endCxn id="126" idx="1"/>
          </p:cNvCxnSpPr>
          <p:nvPr/>
        </p:nvCxnSpPr>
        <p:spPr bwMode="auto">
          <a:xfrm flipV="1">
            <a:off x="5371042" y="4382824"/>
            <a:ext cx="1358636" cy="822854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7" name="Straight Arrow Connector 123">
            <a:extLst>
              <a:ext uri="{FF2B5EF4-FFF2-40B4-BE49-F238E27FC236}">
                <a16:creationId xmlns:a16="http://schemas.microsoft.com/office/drawing/2014/main" id="{270BE4F9-FA4A-7A4C-A75B-252E3E90D958}"/>
              </a:ext>
            </a:extLst>
          </p:cNvPr>
          <p:cNvCxnSpPr>
            <a:cxnSpLocks noChangeShapeType="1"/>
            <a:stCxn id="107" idx="3"/>
            <a:endCxn id="131" idx="1"/>
          </p:cNvCxnSpPr>
          <p:nvPr/>
        </p:nvCxnSpPr>
        <p:spPr bwMode="auto">
          <a:xfrm flipV="1">
            <a:off x="5371042" y="5438511"/>
            <a:ext cx="1359958" cy="21167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" name="Text Box 4">
            <a:extLst>
              <a:ext uri="{FF2B5EF4-FFF2-40B4-BE49-F238E27FC236}">
                <a16:creationId xmlns:a16="http://schemas.microsoft.com/office/drawing/2014/main" id="{C2EB134B-376F-0941-9D6E-95D9E6C605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000" y="2755636"/>
            <a:ext cx="706710" cy="277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进程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GB" altLang="zh-CN" sz="15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:</a:t>
            </a:r>
          </a:p>
        </p:txBody>
      </p:sp>
      <p:sp>
        <p:nvSpPr>
          <p:cNvPr id="95" name="Text Box 20">
            <a:extLst>
              <a:ext uri="{FF2B5EF4-FFF2-40B4-BE49-F238E27FC236}">
                <a16:creationId xmlns:a16="http://schemas.microsoft.com/office/drawing/2014/main" id="{64B7AE03-F6E4-EF4B-B3F4-A4C4AB9F5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000" y="4597136"/>
            <a:ext cx="706710" cy="277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88000"/>
              </a:lnSpc>
              <a:spcBef>
                <a:spcPts val="50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进程</a:t>
            </a:r>
            <a:r>
              <a:rPr lang="en-GB" altLang="zh-CN" sz="1500" b="1" dirty="0">
                <a:solidFill>
                  <a:srgbClr val="000000"/>
                </a:solidFill>
                <a:latin typeface="+mn-ea"/>
              </a:rPr>
              <a:t> j:</a:t>
            </a:r>
          </a:p>
        </p:txBody>
      </p:sp>
      <p:sp>
        <p:nvSpPr>
          <p:cNvPr id="96" name="Rectangle 4">
            <a:extLst>
              <a:ext uri="{FF2B5EF4-FFF2-40B4-BE49-F238E27FC236}">
                <a16:creationId xmlns:a16="http://schemas.microsoft.com/office/drawing/2014/main" id="{B439ACD5-2A5A-AA43-9AAD-053EF98D4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2178" y="2601937"/>
            <a:ext cx="1397000" cy="300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5300" tIns="36900" rIns="75300" bIns="3690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sz="1500" b="1" dirty="0">
                <a:solidFill>
                  <a:srgbClr val="000000"/>
                </a:solidFill>
                <a:latin typeface="+mn-ea"/>
              </a:rPr>
              <a:t>物理</a:t>
            </a:r>
            <a:r>
              <a:rPr lang="zh-CN" altLang="en-GB" sz="1500" b="1" dirty="0">
                <a:solidFill>
                  <a:srgbClr val="000000"/>
                </a:solidFill>
                <a:latin typeface="+mn-ea"/>
              </a:rPr>
              <a:t>地址空间</a:t>
            </a:r>
            <a:endParaRPr lang="en-GB" altLang="zh-CN" sz="1500" b="1" dirty="0">
              <a:solidFill>
                <a:srgbClr val="0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7510797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46193</TotalTime>
  <Words>5967</Words>
  <Application>Microsoft Macintosh PowerPoint</Application>
  <PresentationFormat>全屏显示(16:10)</PresentationFormat>
  <Paragraphs>992</Paragraphs>
  <Slides>98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98</vt:i4>
      </vt:variant>
    </vt:vector>
  </HeadingPairs>
  <TitlesOfParts>
    <vt:vector size="109" baseType="lpstr">
      <vt:lpstr>DengXian</vt:lpstr>
      <vt:lpstr>Microsoft YaHei</vt:lpstr>
      <vt:lpstr>Microsoft YaHei</vt:lpstr>
      <vt:lpstr>Arial</vt:lpstr>
      <vt:lpstr>Calibri</vt:lpstr>
      <vt:lpstr>Comic Sans MS</vt:lpstr>
      <vt:lpstr>Consolas</vt:lpstr>
      <vt:lpstr>Courier New</vt:lpstr>
      <vt:lpstr>Helvetica</vt:lpstr>
      <vt:lpstr>Times New Roman</vt:lpstr>
      <vt:lpstr>Office 主题​​</vt:lpstr>
      <vt:lpstr>虚拟内存管理</vt:lpstr>
      <vt:lpstr>版权声明</vt:lpstr>
      <vt:lpstr>Recap</vt:lpstr>
      <vt:lpstr>Recap: FlexSC</vt:lpstr>
      <vt:lpstr>Recap: 启动时的内存布局</vt:lpstr>
      <vt:lpstr>Recap: Syscall Table </vt:lpstr>
      <vt:lpstr>内核启动前：BIOS的作用</vt:lpstr>
      <vt:lpstr>从计算机上电到内核开始运行</vt:lpstr>
      <vt:lpstr>BIOS (Basic Input/Output System)</vt:lpstr>
      <vt:lpstr>上电自检（POST）</vt:lpstr>
      <vt:lpstr>MBR（Master Boot Record）</vt:lpstr>
      <vt:lpstr>BIOS与生态</vt:lpstr>
      <vt:lpstr>EFI / UEFI</vt:lpstr>
      <vt:lpstr>两种启动的对比</vt:lpstr>
      <vt:lpstr>这个问题说明什么？</vt:lpstr>
      <vt:lpstr>问题</vt:lpstr>
      <vt:lpstr>问题</vt:lpstr>
      <vt:lpstr>ARM设备启动的特点</vt:lpstr>
      <vt:lpstr>虚拟内存：硬件做了什么？</vt:lpstr>
      <vt:lpstr>最早期的计算机系统</vt:lpstr>
      <vt:lpstr>多道程序（Multiprogramming）时代</vt:lpstr>
      <vt:lpstr>IBM OS/360的内存隔离：Protection Key</vt:lpstr>
      <vt:lpstr>Protection Key机制的挑战</vt:lpstr>
      <vt:lpstr>使用物理地址的缺点</vt:lpstr>
      <vt:lpstr>虚拟地址 VS. 物理地址</vt:lpstr>
      <vt:lpstr>地址翻译过程</vt:lpstr>
      <vt:lpstr>方法-1：分段机制</vt:lpstr>
      <vt:lpstr>方法-1：分段机制（更细粒度）</vt:lpstr>
      <vt:lpstr>分段机制的问题</vt:lpstr>
      <vt:lpstr>方法-2：分页机制</vt:lpstr>
      <vt:lpstr>页表：分页机制的核心数据结构</vt:lpstr>
      <vt:lpstr>分页机制的特点</vt:lpstr>
      <vt:lpstr>ARM64的页表格式</vt:lpstr>
      <vt:lpstr>多级页表</vt:lpstr>
      <vt:lpstr>AARCH64体系结构下4级页表</vt:lpstr>
      <vt:lpstr>64位虚拟地址解析</vt:lpstr>
      <vt:lpstr>页表基地址寄存器</vt:lpstr>
      <vt:lpstr>AArch64中的两个页表基地址寄存器</vt:lpstr>
      <vt:lpstr>Level 3 页表项</vt:lpstr>
      <vt:lpstr>Level 3 页表项</vt:lpstr>
      <vt:lpstr>Level 3 页表项</vt:lpstr>
      <vt:lpstr>Level 0，Level 1，Level 2 页表项</vt:lpstr>
      <vt:lpstr>TLB：页表的cache</vt:lpstr>
      <vt:lpstr>TLB：地址翻译的加速器</vt:lpstr>
      <vt:lpstr>TLB：地址翻译的加速器</vt:lpstr>
      <vt:lpstr>TLB刷新（TLB Flush）</vt:lpstr>
      <vt:lpstr>如何降低TLB刷新导致的开销</vt:lpstr>
      <vt:lpstr>TLB与多核</vt:lpstr>
      <vt:lpstr>TLB与多核</vt:lpstr>
      <vt:lpstr>虚拟内存：段和VMA</vt:lpstr>
      <vt:lpstr>Segmentation fault</vt:lpstr>
      <vt:lpstr>应用是否有权访问整个虚拟地址空间？</vt:lpstr>
      <vt:lpstr>合法虚拟地址信息的记录方式</vt:lpstr>
      <vt:lpstr>VMA是如何添加的</vt:lpstr>
      <vt:lpstr>VMA是如何添加的</vt:lpstr>
      <vt:lpstr>mmap：分配一段虚拟内存区域</vt:lpstr>
      <vt:lpstr>mmap匿名映射</vt:lpstr>
      <vt:lpstr>执行mmap后，VMA的变化</vt:lpstr>
      <vt:lpstr>执行mmap后，VMA的变化</vt:lpstr>
      <vt:lpstr>回顾：应用程序仅使用虚拟地址</vt:lpstr>
      <vt:lpstr>问：VMA和页表是否冗余？</vt:lpstr>
      <vt:lpstr>操作系统何时为应用程序填写页表</vt:lpstr>
      <vt:lpstr>延迟映射/按需调页（Demand Paging）</vt:lpstr>
      <vt:lpstr>缺页异常（Page Fault）</vt:lpstr>
      <vt:lpstr>如何判断缺页异常的合法性？</vt:lpstr>
      <vt:lpstr>按需分配考虑的权衡</vt:lpstr>
      <vt:lpstr>思考</vt:lpstr>
      <vt:lpstr>MMAP</vt:lpstr>
      <vt:lpstr>MMAP</vt:lpstr>
      <vt:lpstr>MMAP</vt:lpstr>
      <vt:lpstr>MMAP</vt:lpstr>
      <vt:lpstr>MMAP 的优化</vt:lpstr>
      <vt:lpstr>思考</vt:lpstr>
      <vt:lpstr>小知识：OS可向应用提供灵活的内存管理API</vt:lpstr>
      <vt:lpstr>可将物理内存看做是虚拟地址空间的Cache</vt:lpstr>
      <vt:lpstr>换页机制（Swapping）</vt:lpstr>
      <vt:lpstr>简单的换页示例</vt:lpstr>
      <vt:lpstr>Page Faults</vt:lpstr>
      <vt:lpstr>OS内存管理中的更多机制</vt:lpstr>
      <vt:lpstr>共享内存</vt:lpstr>
      <vt:lpstr>写时拷贝（copy-on-write）</vt:lpstr>
      <vt:lpstr>内存去重</vt:lpstr>
      <vt:lpstr>内存压缩</vt:lpstr>
      <vt:lpstr>内存压缩案例</vt:lpstr>
      <vt:lpstr>大页：再次回顾4级页表</vt:lpstr>
      <vt:lpstr>大页</vt:lpstr>
      <vt:lpstr>大页</vt:lpstr>
      <vt:lpstr>大页的利弊</vt:lpstr>
      <vt:lpstr>AARCH64支持多种最小页面大小</vt:lpstr>
      <vt:lpstr>思考</vt:lpstr>
      <vt:lpstr>小结：虚拟内存机制的优势</vt:lpstr>
      <vt:lpstr>虚拟内存机制的优势</vt:lpstr>
      <vt:lpstr>每个进程拥有独立的虚拟地址空间</vt:lpstr>
      <vt:lpstr>灵活的虚拟内存-物理内存映射</vt:lpstr>
      <vt:lpstr>灵活的虚拟内存-物理内存映射</vt:lpstr>
      <vt:lpstr>可在不同进程之间共享内存</vt:lpstr>
      <vt:lpstr>基于虚拟内存实现内存保护</vt:lpstr>
      <vt:lpstr>基于虚拟内存实现内存保护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Haibo Chen</cp:lastModifiedBy>
  <cp:revision>1639</cp:revision>
  <cp:lastPrinted>2016-06-13T07:55:34Z</cp:lastPrinted>
  <dcterms:created xsi:type="dcterms:W3CDTF">2017-11-24T09:35:45Z</dcterms:created>
  <dcterms:modified xsi:type="dcterms:W3CDTF">2022-03-01T01:44:05Z</dcterms:modified>
</cp:coreProperties>
</file>